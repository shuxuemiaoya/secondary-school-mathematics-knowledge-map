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677" r:id="rId2"/>
    <p:sldId id="488" r:id="rId3"/>
    <p:sldId id="494" r:id="rId4"/>
    <p:sldId id="392" r:id="rId5"/>
    <p:sldId id="686" r:id="rId6"/>
    <p:sldId id="688" r:id="rId7"/>
    <p:sldId id="689" r:id="rId8"/>
    <p:sldId id="690" r:id="rId9"/>
    <p:sldId id="691" r:id="rId10"/>
    <p:sldId id="692" r:id="rId11"/>
    <p:sldId id="693" r:id="rId12"/>
    <p:sldId id="694" r:id="rId13"/>
    <p:sldId id="695" r:id="rId14"/>
    <p:sldId id="407" r:id="rId15"/>
    <p:sldId id="394" r:id="rId16"/>
    <p:sldId id="699" r:id="rId17"/>
    <p:sldId id="701" r:id="rId18"/>
    <p:sldId id="702" r:id="rId19"/>
    <p:sldId id="402" r:id="rId20"/>
    <p:sldId id="712" r:id="rId21"/>
    <p:sldId id="713" r:id="rId22"/>
    <p:sldId id="714" r:id="rId23"/>
    <p:sldId id="498" r:id="rId24"/>
    <p:sldId id="730" r:id="rId25"/>
    <p:sldId id="733" r:id="rId26"/>
    <p:sldId id="740" r:id="rId27"/>
    <p:sldId id="739" r:id="rId28"/>
    <p:sldId id="745" r:id="rId29"/>
    <p:sldId id="746" r:id="rId30"/>
    <p:sldId id="398" r:id="rId31"/>
    <p:sldId id="395" r:id="rId32"/>
    <p:sldId id="756" r:id="rId33"/>
    <p:sldId id="757" r:id="rId34"/>
    <p:sldId id="758" r:id="rId35"/>
    <p:sldId id="49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slide" Target="../slides/slide15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6.xml"/><Relationship Id="rId4" Type="http://schemas.openxmlformats.org/officeDocument/2006/relationships/slide" Target="../slides/slide2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8656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5291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1925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1108559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package" Target="../embeddings/Microsoft_Word___8.docx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9.docx"/><Relationship Id="rId4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2.docx"/><Relationship Id="rId4" Type="http://schemas.openxmlformats.org/officeDocument/2006/relationships/image" Target="../media/image1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8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9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Word___16.docx"/><Relationship Id="rId4" Type="http://schemas.openxmlformats.org/officeDocument/2006/relationships/image" Target="../media/image21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2.2.1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直线的点斜式方程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第二章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2.2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5680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根据确定直线位置的几何要素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探索直线的点斜式方程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掌握直线方程的点斜式和斜截式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并会熟练应用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了解截距的概念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了解直线方程的斜截式方程与一次函数的关系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会用直线的点斜式方程和斜截式方程解决直线的平行与垂直问题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想象、数学抽象和数学运算素养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200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一、直线的点斜式方程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且斜率为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上不同于点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的任意一点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的坐标满足什么关系式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475601"/>
              </p:ext>
            </p:extLst>
          </p:nvPr>
        </p:nvGraphicFramePr>
        <p:xfrm>
          <a:off x="41564" y="5045405"/>
          <a:ext cx="11430000" cy="82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文档" r:id="rId3" imgW="4510061" imgH="325238" progId="Word.Document.12">
                  <p:embed/>
                </p:oleObj>
              </mc:Choice>
              <mc:Fallback>
                <p:oleObj name="文档" r:id="rId3" imgW="4510061" imgH="3252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5045405"/>
                        <a:ext cx="11430000" cy="824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NMX1TRAX112.eps" descr="id:2147515683;FounderCES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5025" y="2005583"/>
            <a:ext cx="3641950" cy="292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45230"/>
            <a:ext cx="379911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的点斜式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551131"/>
              </p:ext>
            </p:extLst>
          </p:nvPr>
        </p:nvGraphicFramePr>
        <p:xfrm>
          <a:off x="381000" y="1009908"/>
          <a:ext cx="11430000" cy="3686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文档" r:id="rId3" imgW="4510061" imgH="1463533" progId="Word.Document.12">
                  <p:embed/>
                </p:oleObj>
              </mc:Choice>
              <mc:Fallback>
                <p:oleObj name="文档" r:id="rId3" imgW="4510061" imgH="14635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009908"/>
                        <a:ext cx="11430000" cy="36869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580411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的点斜式方程为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21302" y="2197941"/>
            <a:ext cx="1873416" cy="459358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59889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二、直线的斜截式方程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经过定点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且斜率为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的方程如何表示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及点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代入直线的点斜式方程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kx+b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kx+b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轴上的截距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是直线与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轴的交点到原点的距离吗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它的取值范围是什么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不是直线与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轴的交点到原点的距离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kx+b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轴的交点的纵坐标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截距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一次函数的解析式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kx+b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与直线的斜截式方程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kx+b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有什么不同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一次函数的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的系数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否则就不是一次函数了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直线的斜截式方程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kx+b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5680"/>
            <a:ext cx="379911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的斜截式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996530"/>
              </p:ext>
            </p:extLst>
          </p:nvPr>
        </p:nvGraphicFramePr>
        <p:xfrm>
          <a:off x="381000" y="1968508"/>
          <a:ext cx="11430000" cy="3686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文档" r:id="rId3" imgW="4520786" imgH="1458261" progId="Word.Document.12">
                  <p:embed/>
                </p:oleObj>
              </mc:Choice>
              <mc:Fallback>
                <p:oleObj name="文档" r:id="rId3" imgW="4520786" imgH="14582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968508"/>
                        <a:ext cx="11430000" cy="36869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7260193" y="3283125"/>
            <a:ext cx="1426607" cy="45030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6642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,tan 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这时直线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轴平行或重合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 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无意义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即直线的斜率不存在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这时直线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轴平行或重合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所以它的方程不能用点斜式或斜截式表示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又因为这时直线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上每一点的横坐标都等于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所以它的方程是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71683" y="3351494"/>
            <a:ext cx="6848634" cy="330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04698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的斜率和在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轴上的截距分别等于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A.2,3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6434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三、直线平行、垂直的判断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根据上一节判断两条直线平行、垂直的结论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回答下列问题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一定平行吗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不一定平行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的条件是什么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baseline="-250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24511" y="4763070"/>
            <a:ext cx="202928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336151" y="5210421"/>
            <a:ext cx="20207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324511" y="5313942"/>
            <a:ext cx="106292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336151" y="5761293"/>
            <a:ext cx="10584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两条直线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y=ax-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互相平行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A.2	B.1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直线的点斜式方程能表示平面上的所有直线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975581"/>
              </p:ext>
            </p:extLst>
          </p:nvPr>
        </p:nvGraphicFramePr>
        <p:xfrm>
          <a:off x="48768" y="2270535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68" y="2270535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114603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直线的斜截式方程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kx+b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即为一次函数的解析式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轴上的截距是直线与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轴交点的纵坐标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的充要条件是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16156" y="1839491"/>
            <a:ext cx="55377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216156" y="2517437"/>
            <a:ext cx="55377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995475" y="3241551"/>
            <a:ext cx="55377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531319" y="3775465"/>
            <a:ext cx="381126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28084" y="4364906"/>
            <a:ext cx="55377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9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直线的点斜式方程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利用点斜式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写出下列直线的方程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(2,5),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斜率是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倾斜角是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点斜式方程适用于斜率存在的直线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方程可设为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为直线上的点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38669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(2,5),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斜率是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代入点斜式方程得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直线的倾斜角是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此直线的斜率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代入点斜式方程得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代入点斜式方程得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0×(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求直线的点斜式方程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关键是求出直线的斜率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直线上任意一点的坐标及直线的斜率或直线上两点坐标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均可求出直线的方程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3341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(3,4),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且满足下列条件的直线方程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并画出图形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2;(2)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(3,4),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代入点斜式方程得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则直线经过点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已知两点坐标可作出直线的图象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62487" y="3288930"/>
            <a:ext cx="286702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33770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(3,4),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440568" y="1700228"/>
            <a:ext cx="3310864" cy="4066641"/>
            <a:chOff x="4440568" y="1824920"/>
            <a:chExt cx="3310864" cy="4066641"/>
          </a:xfrm>
        </p:grpSpPr>
        <p:pic>
          <p:nvPicPr>
            <p:cNvPr id="4" name="NMX1TRAX280.eps" descr="id:2147515694;FounderCES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440568" y="1824920"/>
              <a:ext cx="3310864" cy="3360563"/>
            </a:xfrm>
            <a:prstGeom prst="rect">
              <a:avLst/>
            </a:prstGeom>
          </p:spPr>
        </p:pic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5644594" y="5318519"/>
              <a:ext cx="902811" cy="5730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图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直线的斜截式方程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242103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利用斜截式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写出下列直线的方程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轴上的截距为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倾斜角为直线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      x+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的倾斜角的一半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轴上的截距为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轴的交点到坐标原点的距离为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根据条件确定直线的斜率及直线在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轴上的截距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代入直线的斜截式方程即可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195518"/>
              </p:ext>
            </p:extLst>
          </p:nvPr>
        </p:nvGraphicFramePr>
        <p:xfrm>
          <a:off x="3612624" y="2434045"/>
          <a:ext cx="6699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文档" r:id="rId3" imgW="271708" imgH="198592" progId="Word.Document.12">
                  <p:embed/>
                </p:oleObj>
              </mc:Choice>
              <mc:Fallback>
                <p:oleObj name="文档" r:id="rId3" imgW="271708" imgH="198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12624" y="2434045"/>
                        <a:ext cx="66992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11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charRg st="111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4008" y="141986"/>
            <a:ext cx="11430000" cy="6157054"/>
            <a:chOff x="64008" y="141986"/>
            <a:chExt cx="11430000" cy="615705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41986"/>
              <a:ext cx="8353569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由题意得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代入斜截式方程得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6686948"/>
                </p:ext>
              </p:extLst>
            </p:nvPr>
          </p:nvGraphicFramePr>
          <p:xfrm>
            <a:off x="64008" y="782280"/>
            <a:ext cx="11430000" cy="5516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4" name="文档" r:id="rId3" imgW="4520786" imgH="2181985" progId="Word.Document.12">
                    <p:embed/>
                  </p:oleObj>
                </mc:Choice>
                <mc:Fallback>
                  <p:oleObj name="文档" r:id="rId3" imgW="4520786" imgH="21819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008" y="782280"/>
                          <a:ext cx="11430000" cy="551676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轴上的截距是直线与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轴的交点的纵坐标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它是个数值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可正、可负、可为零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直线的斜截式方程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kx+b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不仅形式简单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而且特点明显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是直线的斜率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是直线在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轴上的截距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只要确定了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直线的图象就一目了然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在解决直线的图象问题时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常把直线方程化为斜截式方程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946265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轴上有相同的截距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的斜率互为相反数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的方程可知它的斜率为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轴上的截距为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轴上的截距为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由斜截式可得直线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两条直线的平行与垂直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504493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为何值时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上的射影为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1,4),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可利用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上的射影为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列出关系式求解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593069"/>
              </p:ext>
            </p:extLst>
          </p:nvPr>
        </p:nvGraphicFramePr>
        <p:xfrm>
          <a:off x="60960" y="269148"/>
          <a:ext cx="11430000" cy="4012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文档" r:id="rId3" imgW="4520786" imgH="1586931" progId="Word.Document.12">
                  <p:embed/>
                </p:oleObj>
              </mc:Choice>
              <mc:Fallback>
                <p:oleObj name="文档" r:id="rId3" imgW="4520786" imgH="15869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" y="269148"/>
                        <a:ext cx="11430000" cy="4012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4338778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008" y="664297"/>
            <a:ext cx="11746992" cy="2094704"/>
            <a:chOff x="64008" y="584200"/>
            <a:chExt cx="11746992" cy="209470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84200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y=ax-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互相垂直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0245711"/>
                </p:ext>
              </p:extLst>
            </p:nvPr>
          </p:nvGraphicFramePr>
          <p:xfrm>
            <a:off x="64008" y="1675607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4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008" y="1675607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64008" y="2710233"/>
            <a:ext cx="11430000" cy="1605247"/>
            <a:chOff x="64008" y="3105624"/>
            <a:chExt cx="11430000" cy="1605247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105624"/>
              <a:ext cx="653255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由题意得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9178670"/>
                </p:ext>
              </p:extLst>
            </p:nvPr>
          </p:nvGraphicFramePr>
          <p:xfrm>
            <a:off x="64008" y="3707574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5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008" y="3707574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042163"/>
              </p:ext>
            </p:extLst>
          </p:nvPr>
        </p:nvGraphicFramePr>
        <p:xfrm>
          <a:off x="64008" y="417076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008" y="417076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1816" y="801878"/>
            <a:ext cx="11759184" cy="5124242"/>
            <a:chOff x="51816" y="704342"/>
            <a:chExt cx="11759184" cy="5124242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4070445" y="704342"/>
              <a:ext cx="4051109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误把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截距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距离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致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误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2313041"/>
                </p:ext>
              </p:extLst>
            </p:nvPr>
          </p:nvGraphicFramePr>
          <p:xfrm>
            <a:off x="381000" y="1296555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6" name="文档" r:id="rId3" imgW="4520786" imgH="595054" progId="Word.Document.12">
                    <p:embed/>
                  </p:oleObj>
                </mc:Choice>
                <mc:Fallback>
                  <p:oleObj name="文档" r:id="rId3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296555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743636"/>
                </p:ext>
              </p:extLst>
            </p:nvPr>
          </p:nvGraphicFramePr>
          <p:xfrm>
            <a:off x="51816" y="2819608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7" name="文档" r:id="rId5" imgW="4520786" imgH="1190108" progId="Word.Document.12">
                    <p:embed/>
                  </p:oleObj>
                </mc:Choice>
                <mc:Fallback>
                  <p:oleObj name="文档" r:id="rId5" imgW="4520786" imgH="11901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816" y="2819608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1068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以上解题过程中都有哪些错误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上述解法的错误主要在于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误把直线在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轴上的截距当作直线与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轴的交点到原点的距离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08548"/>
              </p:ext>
            </p:extLst>
          </p:nvPr>
        </p:nvGraphicFramePr>
        <p:xfrm>
          <a:off x="60960" y="2415496"/>
          <a:ext cx="11430000" cy="4012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文档" r:id="rId3" imgW="4520786" imgH="1586931" progId="Word.Document.12">
                  <p:embed/>
                </p:oleObj>
              </mc:Choice>
              <mc:Fallback>
                <p:oleObj name="文档" r:id="rId3" imgW="4520786" imgH="15869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" y="2415496"/>
                        <a:ext cx="11430000" cy="4012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98129"/>
            <a:ext cx="11494008" cy="1712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轴上的截距是直线与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轴交点的纵坐标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而不是直线与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轴的交点到原点的距离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因此本题在求得截距后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应对截距取绝对值得到距离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再建立面积表达式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56616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且与两坐标轴围成的三角形的面积为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　　　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轴上的截距为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541297"/>
              </p:ext>
            </p:extLst>
          </p:nvPr>
        </p:nvGraphicFramePr>
        <p:xfrm>
          <a:off x="60960" y="1685593"/>
          <a:ext cx="11430000" cy="351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文档" r:id="rId3" imgW="4510061" imgH="1390734" progId="Word.Document.12">
                  <p:embed/>
                </p:oleObj>
              </mc:Choice>
              <mc:Fallback>
                <p:oleObj name="文档" r:id="rId3" imgW="4510061" imgH="13907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" y="1685593"/>
                        <a:ext cx="11430000" cy="351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966805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代入斜截式方程得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8737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由直线的点斜式方程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y=kx+b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由题图可知直线的倾斜角为钝角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且直线在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的截距为负值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WMX1TRAX42.eps" descr="id:2147492105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6403" y="1560856"/>
            <a:ext cx="2641029" cy="264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459082"/>
            <a:ext cx="11527536" cy="2609398"/>
            <a:chOff x="381000" y="459082"/>
            <a:chExt cx="11527536" cy="260939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59082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垂直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轴上的截距为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的直线的斜截式方程是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2231944"/>
                </p:ext>
              </p:extLst>
            </p:nvPr>
          </p:nvGraphicFramePr>
          <p:xfrm>
            <a:off x="478536" y="1062800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8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8536" y="1062800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033087"/>
              </p:ext>
            </p:extLst>
          </p:nvPr>
        </p:nvGraphicFramePr>
        <p:xfrm>
          <a:off x="478536" y="2972668"/>
          <a:ext cx="11430000" cy="2507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文档" r:id="rId5" imgW="4520786" imgH="991877" progId="Word.Document.12">
                  <p:embed/>
                </p:oleObj>
              </mc:Choice>
              <mc:Fallback>
                <p:oleObj name="文档" r:id="rId5" imgW="4520786" imgH="991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536" y="2972668"/>
                        <a:ext cx="11430000" cy="2507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5407300"/>
            <a:ext cx="135165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取何值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经过的定点是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138</TotalTime>
  <Words>1790</Words>
  <Application>Microsoft Office PowerPoint</Application>
  <PresentationFormat>宽屏</PresentationFormat>
  <Paragraphs>139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5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32</cp:revision>
  <dcterms:created xsi:type="dcterms:W3CDTF">2021-08-30T08:30:26Z</dcterms:created>
  <dcterms:modified xsi:type="dcterms:W3CDTF">2025-08-09T08:44:24Z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