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699" r:id="rId15"/>
    <p:sldId id="700" r:id="rId16"/>
    <p:sldId id="701" r:id="rId17"/>
    <p:sldId id="402" r:id="rId18"/>
    <p:sldId id="712" r:id="rId19"/>
    <p:sldId id="759" r:id="rId20"/>
    <p:sldId id="713" r:id="rId21"/>
    <p:sldId id="498" r:id="rId22"/>
    <p:sldId id="730" r:id="rId23"/>
    <p:sldId id="733" r:id="rId24"/>
    <p:sldId id="743" r:id="rId25"/>
    <p:sldId id="744" r:id="rId26"/>
    <p:sldId id="740" r:id="rId27"/>
    <p:sldId id="739" r:id="rId28"/>
    <p:sldId id="745" r:id="rId29"/>
    <p:sldId id="746" r:id="rId30"/>
    <p:sldId id="398" r:id="rId31"/>
    <p:sldId id="395" r:id="rId32"/>
    <p:sldId id="756" r:id="rId33"/>
    <p:sldId id="757" r:id="rId34"/>
    <p:sldId id="758" r:id="rId35"/>
    <p:sldId id="4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6.xml"/><Relationship Id="rId4" Type="http://schemas.openxmlformats.org/officeDocument/2006/relationships/slide" Target="../slides/slide2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7969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4604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238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7872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7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4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__21.docx"/><Relationship Id="rId4" Type="http://schemas.openxmlformats.org/officeDocument/2006/relationships/image" Target="../media/image2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2.1.2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两条直线平行和垂直的判定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第二章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2.1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52723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理解两条直线平行或垂直的充要条件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能根据斜率判定两条直线平行或垂直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能利用两条直线平行或垂直的条件解决有关问题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想象、数学抽象、逻辑推理和数学运算素养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6740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一、两条直线平行与斜率之间的关系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设两条不重合的直线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其倾斜角分别为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之间有什么关系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之间的关系为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之间的关系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,k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对于两条不重合的直线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是否一定有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1TRAX25.eps" descr="id:2147491820;FounderCES"/>
          <p:cNvPicPr/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17977" y="425202"/>
            <a:ext cx="2423657" cy="274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0298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条直线平行与斜率之间的关系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设两条不重合的直线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当斜率都存在时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则对应关系如下表所示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337343"/>
              </p:ext>
            </p:extLst>
          </p:nvPr>
        </p:nvGraphicFramePr>
        <p:xfrm>
          <a:off x="381000" y="2223125"/>
          <a:ext cx="11430000" cy="4722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文档" r:id="rId3" imgW="4520786" imgH="1867699" progId="Word.Document.12">
                  <p:embed/>
                </p:oleObj>
              </mc:Choice>
              <mc:Fallback>
                <p:oleObj name="文档" r:id="rId3" imgW="4520786" imgH="18676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2223125"/>
                        <a:ext cx="11430000" cy="4722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581810" y="2879058"/>
            <a:ext cx="118761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933126" y="2879058"/>
            <a:ext cx="2195535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(-1,-2),(-1,4)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(2,1),(x,6)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zh-CN" altLang="zh-CN" sz="28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x=2.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996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二、两条直线垂直与斜率之间的关系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设两条直线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方向向量分别为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写出向量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那么方向向量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你会得出怎样的关系式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则另一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故当一条直线的倾斜角为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一条直线的倾斜角为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WMX1TRAX28.eps" descr="id:2147491835;FounderCES"/>
          <p:cNvPicPr/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37234" y="3566997"/>
            <a:ext cx="2717798" cy="234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6991"/>
            <a:ext cx="523540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条直线垂直与斜率的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关系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874906"/>
              </p:ext>
            </p:extLst>
          </p:nvPr>
        </p:nvGraphicFramePr>
        <p:xfrm>
          <a:off x="381000" y="1412690"/>
          <a:ext cx="11430000" cy="4690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文档" r:id="rId3" imgW="4520786" imgH="1855084" progId="Word.Document.12">
                  <p:embed/>
                </p:oleObj>
              </mc:Choice>
              <mc:Fallback>
                <p:oleObj name="文档" r:id="rId3" imgW="4520786" imgH="18550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412690"/>
                        <a:ext cx="11430000" cy="4690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264257" y="2536156"/>
            <a:ext cx="1214224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454438" y="1549020"/>
            <a:ext cx="104862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96283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926719"/>
              </p:ext>
            </p:extLst>
          </p:nvPr>
        </p:nvGraphicFramePr>
        <p:xfrm>
          <a:off x="64395" y="260092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260092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478290"/>
              </p:ext>
            </p:extLst>
          </p:nvPr>
        </p:nvGraphicFramePr>
        <p:xfrm>
          <a:off x="64395" y="338437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338437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若两条直线平行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则斜率一定相等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斜率相等的两条直线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不重合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一定平行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只有斜率之积为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的两条直线才垂直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若两条直线垂直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则斜率乘积为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17171" y="2488543"/>
            <a:ext cx="5332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73186" y="2992910"/>
            <a:ext cx="400635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81590" y="3593874"/>
            <a:ext cx="5332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471248" y="4156487"/>
            <a:ext cx="5332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两条直线平行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4209"/>
            <a:ext cx="11430000" cy="56335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下列各对直线互相平行的是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MS Gothic" panose="020B0609070205080204" pitchFamily="49" charset="-128"/>
                <a:cs typeface="MS Gothic" panose="020B0609070205080204" pitchFamily="49" charset="-128"/>
              </a:rPr>
              <a:t>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的三个顶点的坐标分别为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判断两条直线是否平行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若斜率存在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看直线的斜率是否相等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若斜率不存在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结合图形判断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利用两条直线平行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当斜率存在时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斜率相等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列出方程组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301605"/>
              </p:ext>
            </p:extLst>
          </p:nvPr>
        </p:nvGraphicFramePr>
        <p:xfrm>
          <a:off x="71906" y="584200"/>
          <a:ext cx="11430000" cy="451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文档" r:id="rId3" imgW="4520786" imgH="1785162" progId="Word.Document.12">
                  <p:embed/>
                </p:oleObj>
              </mc:Choice>
              <mc:Fallback>
                <p:oleObj name="文档" r:id="rId3" imgW="4520786" imgH="17851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06" y="584200"/>
                        <a:ext cx="11430000" cy="451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73763"/>
            <a:ext cx="609654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111215"/>
              </p:ext>
            </p:extLst>
          </p:nvPr>
        </p:nvGraphicFramePr>
        <p:xfrm>
          <a:off x="64395" y="898003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文档" r:id="rId3" imgW="4520786" imgH="595054" progId="Word.Document.12">
                  <p:embed/>
                </p:oleObj>
              </mc:Choice>
              <mc:Fallback>
                <p:oleObj name="文档" r:id="rId3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898003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38463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(2)(3,4)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判断两条直线是否平行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应先看两直线的斜率是否存在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若都不存在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不重合的情况下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再看是否相等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不重合的情况下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已知两条直线平行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求某参数值时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斜率存在与不存在两种情况求解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轴交于点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A.(3,0)	B.(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	D.(0,3)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016411"/>
              </p:ext>
            </p:extLst>
          </p:nvPr>
        </p:nvGraphicFramePr>
        <p:xfrm>
          <a:off x="59028" y="349673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8" y="349673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422754"/>
            <a:ext cx="163378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两条直线垂直</a:t>
                </a: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70254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下列选项中直线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垂直的是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(3,1)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的方向向量为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(10,1)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1,4),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2,3),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当两条直线的斜率都存在时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两直线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之积等于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若其中一条直线的斜率不存在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则由另一条直线的斜率为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883928"/>
              </p:ext>
            </p:extLst>
          </p:nvPr>
        </p:nvGraphicFramePr>
        <p:xfrm>
          <a:off x="41564" y="611793"/>
          <a:ext cx="11430000" cy="3747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文档" r:id="rId3" imgW="4510061" imgH="1478846" progId="Word.Document.12">
                  <p:embed/>
                </p:oleObj>
              </mc:Choice>
              <mc:Fallback>
                <p:oleObj name="文档" r:id="rId3" imgW="4510061" imgH="14788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611793"/>
                        <a:ext cx="11430000" cy="3747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297336"/>
            <a:ext cx="185178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4338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一定存在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的斜率可能不存在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的斜率不存在时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符合题意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639667"/>
              </p:ext>
            </p:extLst>
          </p:nvPr>
        </p:nvGraphicFramePr>
        <p:xfrm>
          <a:off x="59028" y="1406196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8" y="1406196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33460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综上所述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条直线垂直需判定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使用它的前提是两条直线的斜率都存在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若其中一条直线斜率不存在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另一条直线斜率为零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此时两直线也垂直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注意讨论的全面性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8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18199"/>
              </p:ext>
            </p:extLst>
          </p:nvPr>
        </p:nvGraphicFramePr>
        <p:xfrm>
          <a:off x="6409968" y="631869"/>
          <a:ext cx="398843" cy="83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文档" r:id="rId3" imgW="198653" imgH="398985" progId="Word.Document.12">
                  <p:embed/>
                </p:oleObj>
              </mc:Choice>
              <mc:Fallback>
                <p:oleObj name="文档" r:id="rId3" imgW="198653" imgH="398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9968" y="631869"/>
                        <a:ext cx="398843" cy="83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061060"/>
              </p:ext>
            </p:extLst>
          </p:nvPr>
        </p:nvGraphicFramePr>
        <p:xfrm>
          <a:off x="64395" y="2385708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文档" r:id="rId5" imgW="4520786" imgH="793285" progId="Word.Document.12">
                  <p:embed/>
                </p:oleObj>
              </mc:Choice>
              <mc:Fallback>
                <p:oleObj name="文档" r:id="rId5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2385708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378509"/>
            <a:ext cx="20922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直线平行与垂直关系的综合应用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714384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4,3),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(2,5),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(6,3),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若顺次连接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试判定图形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的形状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先由图形判断四边形各边的关系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猜测四边形的形状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再由斜率之间的关系完成证明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1516" y="465695"/>
            <a:ext cx="11759484" cy="4877214"/>
            <a:chOff x="51516" y="705563"/>
            <a:chExt cx="11759484" cy="487721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5563"/>
              <a:ext cx="8775159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四点在平面直角坐标系中的位置如图所示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4955509"/>
                </p:ext>
              </p:extLst>
            </p:nvPr>
          </p:nvGraphicFramePr>
          <p:xfrm>
            <a:off x="51516" y="1242138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2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16" y="1242138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129524"/>
              <a:ext cx="11430000" cy="345325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且由图知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不重合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不平行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故四边形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ABCD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为直角梯形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801958"/>
                </p:ext>
              </p:extLst>
            </p:nvPr>
          </p:nvGraphicFramePr>
          <p:xfrm>
            <a:off x="2137324" y="3705259"/>
            <a:ext cx="586456" cy="829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3" name="文档" r:id="rId5" imgW="286823" imgH="397183" progId="Word.Document.12">
                    <p:embed/>
                  </p:oleObj>
                </mc:Choice>
                <mc:Fallback>
                  <p:oleObj name="文档" r:id="rId5" imgW="286823" imgH="3971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37324" y="3705259"/>
                          <a:ext cx="586456" cy="829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WMX1TRAX31.eps" descr="id:2147491892;FounderCES"/>
            <p:cNvPicPr/>
            <p:nvPr/>
          </p:nvPicPr>
          <p:blipFill>
            <a:blip r:embed="rId7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57322" y="2378097"/>
              <a:ext cx="3618521" cy="28249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0176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已知矩形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的三个顶点的坐标分别为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508297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187793"/>
              </p:ext>
            </p:extLst>
          </p:nvPr>
        </p:nvGraphicFramePr>
        <p:xfrm>
          <a:off x="76558" y="2601402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文档" r:id="rId4" imgW="4520786" imgH="595054" progId="Word.Document.12">
                  <p:embed/>
                </p:oleObj>
              </mc:Choice>
              <mc:Fallback>
                <p:oleObj name="文档" r:id="rId4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558" y="2601402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09301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67311"/>
            <a:ext cx="9273693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方法总结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两条直线平行或垂直判定图形形状的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1TRAX32.eps" descr="id:2147491913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4260" y="1142400"/>
            <a:ext cx="8723481" cy="438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9586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且有一点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1,0)	B.(0,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.(1,0)	D.(0,1)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的斜率不为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98239"/>
              </p:ext>
            </p:extLst>
          </p:nvPr>
        </p:nvGraphicFramePr>
        <p:xfrm>
          <a:off x="64395" y="3393776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文档" r:id="rId3" imgW="4520786" imgH="991877" progId="Word.Document.12">
                  <p:embed/>
                </p:oleObj>
              </mc:Choice>
              <mc:Fallback>
                <p:oleObj name="文档" r:id="rId3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3393776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870661"/>
            <a:ext cx="163378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1907" y="1127626"/>
            <a:ext cx="11739093" cy="4369780"/>
            <a:chOff x="71907" y="1101868"/>
            <a:chExt cx="11739093" cy="4369780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81000" y="1101868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求参数时因忽视斜率不存在的情况致误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【典例】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-m-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3,2),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4,4),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(3,3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四点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2049698"/>
                </p:ext>
              </p:extLst>
            </p:nvPr>
          </p:nvGraphicFramePr>
          <p:xfrm>
            <a:off x="71907" y="2813482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7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907" y="2813482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81000" y="4819162"/>
              <a:ext cx="252184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34963" y="428063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以上解答过程中错误出现的原因是什么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本题出错的原因正是忽视了斜率公式应用的前提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这类问题的解决方式应分斜率存在和不存在两种情况讨论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两点纵坐标不相等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轴不平行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轴不垂直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轴垂直时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的纵坐标均为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符合题意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395" y="292545"/>
            <a:ext cx="11746605" cy="5331223"/>
            <a:chOff x="64395" y="593881"/>
            <a:chExt cx="11746605" cy="533122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3881"/>
              <a:ext cx="496321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轴不垂直时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6541639"/>
                </p:ext>
              </p:extLst>
            </p:nvPr>
          </p:nvGraphicFramePr>
          <p:xfrm>
            <a:off x="64395" y="1220609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1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1220609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152311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综上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防范措施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两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条直线垂直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的前提条件是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均存在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且不为零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当一条直线的斜率不存在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另一条直线的斜率为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两条直线也垂直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9627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861322"/>
              </p:ext>
            </p:extLst>
          </p:nvPr>
        </p:nvGraphicFramePr>
        <p:xfrm>
          <a:off x="66675" y="1433368"/>
          <a:ext cx="11401425" cy="349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文档" r:id="rId3" imgW="4510061" imgH="1390734" progId="Word.Document.12">
                  <p:embed/>
                </p:oleObj>
              </mc:Choice>
              <mc:Fallback>
                <p:oleObj name="文档" r:id="rId3" imgW="4510061" imgH="13907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675" y="1433368"/>
                        <a:ext cx="11401425" cy="349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89441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的直线与斜率为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由题意得经过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两点的直线的斜率存在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444109"/>
              </p:ext>
            </p:extLst>
          </p:nvPr>
        </p:nvGraphicFramePr>
        <p:xfrm>
          <a:off x="498141" y="349667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349667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448460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707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已知三角形三个顶点的坐标分别为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边上的高所在直线的斜率为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980909"/>
              </p:ext>
            </p:extLst>
          </p:nvPr>
        </p:nvGraphicFramePr>
        <p:xfrm>
          <a:off x="498141" y="1799203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文档" r:id="rId3" imgW="4520786" imgH="595054" progId="Word.Document.12">
                  <p:embed/>
                </p:oleObj>
              </mc:Choice>
              <mc:Fallback>
                <p:oleObj name="文档" r:id="rId3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1799203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194176"/>
              </p:ext>
            </p:extLst>
          </p:nvPr>
        </p:nvGraphicFramePr>
        <p:xfrm>
          <a:off x="498141" y="3171346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文档" r:id="rId5" imgW="4520786" imgH="793285" progId="Word.Document.12">
                  <p:embed/>
                </p:oleObj>
              </mc:Choice>
              <mc:Fallback>
                <p:oleObj name="文档" r:id="rId5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41" y="3171346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075273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为顶点的三角形是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锐角三角形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钝角三角形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为直角顶点的直角三角形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为直角顶点的直角三角形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858473"/>
              </p:ext>
            </p:extLst>
          </p:nvPr>
        </p:nvGraphicFramePr>
        <p:xfrm>
          <a:off x="496910" y="337590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10" y="337590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30192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为直角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上有三点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(3,5),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,7),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851321"/>
              </p:ext>
            </p:extLst>
          </p:nvPr>
        </p:nvGraphicFramePr>
        <p:xfrm>
          <a:off x="498141" y="2422422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2422422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376586"/>
            <a:ext cx="193033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107</TotalTime>
  <Words>1583</Words>
  <Application>Microsoft Office PowerPoint</Application>
  <PresentationFormat>宽屏</PresentationFormat>
  <Paragraphs>150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8" baseType="lpstr">
      <vt:lpstr>MS Gothic</vt:lpstr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32</cp:revision>
  <dcterms:created xsi:type="dcterms:W3CDTF">2021-08-30T08:30:26Z</dcterms:created>
  <dcterms:modified xsi:type="dcterms:W3CDTF">2025-08-09T08:40:09Z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