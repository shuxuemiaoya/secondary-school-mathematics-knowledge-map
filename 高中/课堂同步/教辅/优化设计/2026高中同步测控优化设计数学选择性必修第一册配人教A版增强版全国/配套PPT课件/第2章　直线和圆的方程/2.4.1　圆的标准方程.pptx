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700" r:id="rId15"/>
    <p:sldId id="701" r:id="rId16"/>
    <p:sldId id="402" r:id="rId17"/>
    <p:sldId id="712" r:id="rId18"/>
    <p:sldId id="713" r:id="rId19"/>
    <p:sldId id="714" r:id="rId20"/>
    <p:sldId id="715" r:id="rId21"/>
    <p:sldId id="719" r:id="rId22"/>
    <p:sldId id="720" r:id="rId23"/>
    <p:sldId id="765" r:id="rId24"/>
    <p:sldId id="498" r:id="rId25"/>
    <p:sldId id="730" r:id="rId26"/>
    <p:sldId id="733" r:id="rId27"/>
    <p:sldId id="743" r:id="rId28"/>
    <p:sldId id="744" r:id="rId29"/>
    <p:sldId id="398" r:id="rId30"/>
    <p:sldId id="395" r:id="rId31"/>
    <p:sldId id="756" r:id="rId32"/>
    <p:sldId id="757" r:id="rId33"/>
    <p:sldId id="758" r:id="rId34"/>
    <p:sldId id="490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6408" autoAdjust="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895126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1001760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108394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__3.docx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3.emf"/><Relationship Id="rId5" Type="http://schemas.openxmlformats.org/officeDocument/2006/relationships/image" Target="../media/image11.emf"/><Relationship Id="rId10" Type="http://schemas.openxmlformats.org/officeDocument/2006/relationships/package" Target="../embeddings/Microsoft_Word___11.docx"/><Relationship Id="rId4" Type="http://schemas.openxmlformats.org/officeDocument/2006/relationships/package" Target="../embeddings/Microsoft_Word___9.docx"/><Relationship Id="rId9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7.jpeg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9.jpeg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6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7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8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2.4.1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圆的标准方程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第二章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2.4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5324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回顾确定圆的几何要素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在平面直角坐标系中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探索并掌握圆的标准方程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会根据已知条件求圆的标准方程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会判断点与圆的位置关系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想象、数学抽象、逻辑推理和数学运算素养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3055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一、圆的标准方程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在平面几何中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圆是如何定义的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圆是平面上到定点的距离等于定长的点的集合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圆作为平面几何中的基本图形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确定它的要素是什么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各要素与圆有怎样的关系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圆心和半径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确定圆的位置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确定圆的大小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Segoe UI Symbol" panose="020B0502040204020203" pitchFamily="34" charset="0"/>
                <a:cs typeface="Segoe UI Symbol" panose="020B0502040204020203" pitchFamily="34" charset="0"/>
              </a:rPr>
              <a:t>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的圆心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为圆上任意一点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满足的条件是什么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800" dirty="0">
                <a:solidFill>
                  <a:srgbClr val="000000"/>
                </a:solidFill>
                <a:latin typeface="Segoe UI Symbol" panose="020B0502040204020203" pitchFamily="34" charset="0"/>
                <a:cs typeface="Segoe UI Symbol" panose="020B0502040204020203" pitchFamily="34" charset="0"/>
              </a:rPr>
              <a:t>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如何用集合来表示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|MA|=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r.P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M||MA|=r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67672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满足的条件用坐标表示并化简会得到一个什么样的等式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16673"/>
              </p:ext>
            </p:extLst>
          </p:nvPr>
        </p:nvGraphicFramePr>
        <p:xfrm>
          <a:off x="72080" y="1020158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080" y="1020158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011098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圆是平面上到定点的距离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等于定长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的点的集合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定点称为圆的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圆心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定长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称为圆的半径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的圆的标准方程为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圆心在坐标原点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的圆的标准方程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65336" y="2655159"/>
            <a:ext cx="14266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876976" y="3081728"/>
            <a:ext cx="1420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171118" y="3192678"/>
            <a:ext cx="72002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182758" y="3629638"/>
            <a:ext cx="7170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985443" y="3192678"/>
            <a:ext cx="70584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997054" y="3629638"/>
            <a:ext cx="7028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212071" y="4330969"/>
            <a:ext cx="237873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7223683" y="4767929"/>
            <a:ext cx="23687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748667" y="4890237"/>
            <a:ext cx="1398723" cy="437064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7760468" y="5325012"/>
            <a:ext cx="13928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3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400763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原点为圆心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为半径的圆的标准方程是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以原点为圆心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为半径的圆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其标准方程是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606083"/>
              </p:ext>
            </p:extLst>
          </p:nvPr>
        </p:nvGraphicFramePr>
        <p:xfrm>
          <a:off x="2036805" y="3014738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文档" r:id="rId4" imgW="271708" imgH="211567" progId="Word.Document.12">
                  <p:embed/>
                </p:oleObj>
              </mc:Choice>
              <mc:Fallback>
                <p:oleObj name="文档" r:id="rId4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36805" y="3014738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6177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二、点与圆的位置关系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的关系如图所示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|OA|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|OB|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|OC|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与圆的半径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|OA|&lt;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|OB|&gt;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关系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点在圆外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点在圆内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1TRAX66.eps" descr="id:2147492754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2362" y="2133734"/>
            <a:ext cx="3663428" cy="2982754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766461"/>
              </p:ext>
            </p:extLst>
          </p:nvPr>
        </p:nvGraphicFramePr>
        <p:xfrm>
          <a:off x="3609777" y="1024227"/>
          <a:ext cx="14779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文档" r:id="rId5" imgW="593439" imgH="198592" progId="Word.Document.12">
                  <p:embed/>
                </p:oleObj>
              </mc:Choice>
              <mc:Fallback>
                <p:oleObj name="文档" r:id="rId5" imgW="593439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9777" y="1024227"/>
                        <a:ext cx="1477962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807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与圆的位置关系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其圆心为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d=|PA|.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420916"/>
              </p:ext>
            </p:extLst>
          </p:nvPr>
        </p:nvGraphicFramePr>
        <p:xfrm>
          <a:off x="381000" y="1282916"/>
          <a:ext cx="11430000" cy="6259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文档" r:id="rId4" imgW="4520786" imgH="2475728" progId="Word.Document.12">
                  <p:embed/>
                </p:oleObj>
              </mc:Choice>
              <mc:Fallback>
                <p:oleObj name="文档" r:id="rId4" imgW="4520786" imgH="24757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282916"/>
                        <a:ext cx="11430000" cy="6259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688194" y="2341988"/>
            <a:ext cx="31478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093054" y="2341988"/>
            <a:ext cx="26014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17840" y="3873831"/>
            <a:ext cx="26014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095386" y="3873831"/>
            <a:ext cx="31478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717840" y="5416065"/>
            <a:ext cx="26014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109694" y="5406204"/>
            <a:ext cx="28616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的位置关系是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在圆外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以上都不对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的坐标代入圆的方程的左边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6710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若圆的标准方程是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则圆心为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圆心在原点的圆的标准方程是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则以线段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为直径的圆的方程为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98804" y="1853617"/>
            <a:ext cx="5865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48821" y="2965444"/>
            <a:ext cx="5865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171839" y="3450197"/>
            <a:ext cx="379879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007556" y="4575860"/>
            <a:ext cx="379879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点与圆的位置关系</a:t>
                </a: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592016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已知以线段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为直径的圆的标准方程为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试判断点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与圆的位置关系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判断点与圆的位置关系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关键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与圆心的距离与半径之间的关系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故圆心为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|HC|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|HD|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在圆上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|HE|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在圆外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3870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的位置关系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只需将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代入圆的方程的左边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在圆内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在圆外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的内部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&lt;a&lt;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求圆的标准方程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8973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求满足下列条件的圆的标准方程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且经过坐标原点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且半径等于圆心到直线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且圆心在直线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要求圆的方程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需确定圆心及半径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圆心为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设圆的半径为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则圆的标准方程是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圆过坐标原点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787" y="5093217"/>
            <a:ext cx="11430000" cy="1520741"/>
            <a:chOff x="61787" y="5093217"/>
            <a:chExt cx="11430000" cy="1520741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160326"/>
                </p:ext>
              </p:extLst>
            </p:nvPr>
          </p:nvGraphicFramePr>
          <p:xfrm>
            <a:off x="61787" y="5093217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0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1787" y="5093217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961472"/>
              <a:ext cx="653897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所求圆的标准方程为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9722" y="791822"/>
            <a:ext cx="11430000" cy="4268604"/>
            <a:chOff x="59722" y="1030815"/>
            <a:chExt cx="11430000" cy="426860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30815"/>
              <a:ext cx="835677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设所求圆的标准方程为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=r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3251556"/>
                </p:ext>
              </p:extLst>
            </p:nvPr>
          </p:nvGraphicFramePr>
          <p:xfrm>
            <a:off x="59722" y="1689011"/>
            <a:ext cx="11430000" cy="3610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name="文档" r:id="rId4" imgW="4520786" imgH="1427986" progId="Word.Document.12">
                    <p:embed/>
                  </p:oleObj>
                </mc:Choice>
                <mc:Fallback>
                  <p:oleObj name="文档" r:id="rId4" imgW="4520786" imgH="14279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722" y="1689011"/>
                          <a:ext cx="11430000" cy="36104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50164"/>
              </p:ext>
            </p:extLst>
          </p:nvPr>
        </p:nvGraphicFramePr>
        <p:xfrm>
          <a:off x="74140" y="136720"/>
          <a:ext cx="11430000" cy="6017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文档" r:id="rId4" imgW="4510061" imgH="2382160" progId="Word.Document.12">
                  <p:embed/>
                </p:oleObj>
              </mc:Choice>
              <mc:Fallback>
                <p:oleObj name="文档" r:id="rId4" imgW="4510061" imgH="23821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140" y="136720"/>
                        <a:ext cx="11430000" cy="6017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428" y="1233488"/>
            <a:ext cx="11761572" cy="3346412"/>
            <a:chOff x="49428" y="1609935"/>
            <a:chExt cx="11761572" cy="334641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0993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设圆心为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圆心在直线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可设圆心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9970480"/>
                </p:ext>
              </p:extLst>
            </p:nvPr>
          </p:nvGraphicFramePr>
          <p:xfrm>
            <a:off x="49428" y="2762302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name="文档" r:id="rId4" imgW="4520786" imgH="595054" progId="Word.Document.12">
                    <p:embed/>
                  </p:oleObj>
                </mc:Choice>
                <mc:Fallback>
                  <p:oleObj name="文档" r:id="rId4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9428" y="2762302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303861"/>
              <a:ext cx="6718506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故所求圆的标准方程为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7023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圆的标准方程的方法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几何法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由圆的几何性质求出圆心坐标和半径长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然后代入标准方程即可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待定系数法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设出圆的标准方程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通过三个独立条件得到三个方程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解方程组以得到圆的标准方程中三个参数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从而确定圆的标准方程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这种方法体现了方程的思想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是最常用的方法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一般步骤是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设所求圆的方程为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由已知条件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建立关于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的方程组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解方程组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代入所设方程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得所求圆的方程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72079" y="318647"/>
            <a:ext cx="11738921" cy="3427645"/>
            <a:chOff x="72079" y="505685"/>
            <a:chExt cx="11738921" cy="342764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05685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若圆心在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半径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位于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轴左侧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且圆心到直线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的距离等于半径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的标准方程是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0278730"/>
                </p:ext>
              </p:extLst>
            </p:nvPr>
          </p:nvGraphicFramePr>
          <p:xfrm>
            <a:off x="7030058" y="603319"/>
            <a:ext cx="6731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1" name="文档" r:id="rId4" imgW="271708" imgH="211206" progId="Word.Document.12">
                    <p:embed/>
                  </p:oleObj>
                </mc:Choice>
                <mc:Fallback>
                  <p:oleObj name="文档" r:id="rId4" imgW="271708" imgH="21120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030058" y="603319"/>
                          <a:ext cx="6731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4837207"/>
                </p:ext>
              </p:extLst>
            </p:nvPr>
          </p:nvGraphicFramePr>
          <p:xfrm>
            <a:off x="72079" y="1729460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2" name="文档" r:id="rId7" imgW="4520786" imgH="396823" progId="Word.Document.12">
                    <p:embed/>
                  </p:oleObj>
                </mc:Choice>
                <mc:Fallback>
                  <p:oleObj name="文档" r:id="rId7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2079" y="1729460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278096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经过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(6,5),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且圆心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上的圆的标准方程为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9722" y="3709221"/>
            <a:ext cx="11751278" cy="2044451"/>
            <a:chOff x="59722" y="3896259"/>
            <a:chExt cx="11751278" cy="2044451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3357994"/>
                </p:ext>
              </p:extLst>
            </p:nvPr>
          </p:nvGraphicFramePr>
          <p:xfrm>
            <a:off x="59722" y="389625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3" name="文档" r:id="rId10" imgW="4520786" imgH="396823" progId="Word.Document.12">
                    <p:embed/>
                  </p:oleObj>
                </mc:Choice>
                <mc:Fallback>
                  <p:oleObj name="文档" r:id="rId10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9722" y="389625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478834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位于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轴左侧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的标准方程为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1785" y="751465"/>
            <a:ext cx="11749215" cy="3774974"/>
            <a:chOff x="61785" y="1252789"/>
            <a:chExt cx="11749215" cy="377497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5278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直接法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由题意得线段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的垂直平分线方程为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6149855"/>
                </p:ext>
              </p:extLst>
            </p:nvPr>
          </p:nvGraphicFramePr>
          <p:xfrm>
            <a:off x="61785" y="2466941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9" name="文档" r:id="rId4" imgW="4520786" imgH="793285" progId="Word.Document.12">
                    <p:embed/>
                  </p:oleObj>
                </mc:Choice>
                <mc:Fallback>
                  <p:oleObj name="文档" r:id="rId4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1785" y="2466941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435550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故所求圆的标准方程是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65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709902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待定系数法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897699"/>
              </p:ext>
            </p:extLst>
          </p:nvPr>
        </p:nvGraphicFramePr>
        <p:xfrm>
          <a:off x="61785" y="1932515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文档" r:id="rId4" imgW="4520786" imgH="595054" progId="Word.Document.12">
                  <p:embed/>
                </p:oleObj>
              </mc:Choice>
              <mc:Fallback>
                <p:oleObj name="文档" r:id="rId4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785" y="1932515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49489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故所求圆的标准方程是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6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428" y="900532"/>
            <a:ext cx="11761572" cy="4428337"/>
            <a:chOff x="49428" y="1087570"/>
            <a:chExt cx="11761572" cy="442833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87570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对圆心位置考虑不全致误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【典例】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已知某圆的圆心在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半径为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且截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轴所得线段长为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求该圆的标准方程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错解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由题意知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|AB|=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|AC|=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363540"/>
              <a:ext cx="5819222" cy="11523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(3,0),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所求圆的方程为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7714448"/>
                </p:ext>
              </p:extLst>
            </p:nvPr>
          </p:nvGraphicFramePr>
          <p:xfrm>
            <a:off x="49428" y="3398818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5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9428" y="3398818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" name="WMX1TRAX70.eps" descr="id:2147492811;FounderCES"/>
            <p:cNvPicPr/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641095" y="2384129"/>
              <a:ext cx="2838333" cy="310706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11732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以上解题过程中都有哪些错误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可能在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轴正半轴上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也可能在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轴负半轴上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错解只考虑了在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轴正半轴上的情况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9724" y="325748"/>
            <a:ext cx="11809043" cy="5571845"/>
            <a:chOff x="59724" y="440049"/>
            <a:chExt cx="11809043" cy="557184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40049"/>
              <a:ext cx="8234947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正解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由题意知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|AC|=r=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|AB|=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|AO|=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1813320"/>
                </p:ext>
              </p:extLst>
            </p:nvPr>
          </p:nvGraphicFramePr>
          <p:xfrm>
            <a:off x="59724" y="1067821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9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724" y="1067821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058761"/>
              <a:ext cx="11430000" cy="395313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|OC|=|a|=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故圆心坐标为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所求圆的标准方程为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根据题意设所求圆的标准方程为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圆截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轴所得线段长为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圆过点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(0,4)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代入方程得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所求圆的标准方程为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pic>
          <p:nvPicPr>
            <p:cNvPr id="5" name="WMX1TRAX71.eps" descr="id:2147492818;FounderCES"/>
            <p:cNvPicPr/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745931" y="704507"/>
              <a:ext cx="2120454" cy="2356247"/>
            </a:xfrm>
            <a:prstGeom prst="rect">
              <a:avLst/>
            </a:prstGeom>
          </p:spPr>
        </p:pic>
        <p:pic>
          <p:nvPicPr>
            <p:cNvPr id="6" name="WMX1TRAX72.eps" descr="id:2147492825;FounderCES"/>
            <p:cNvPicPr/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745931" y="3424068"/>
              <a:ext cx="2122836" cy="23588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47674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借助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图形解决数学问题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只能是定性地分析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而不能定量研究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要定量研究问题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应考虑到几何图形的各种情况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本题出错就是由于考虑问题不全面所致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的圆的标准方程为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设圆心在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9550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的圆心坐标是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A.(2,1)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2,1)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根据圆的标准方程的形式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的圆心坐标为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的外部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A.(2,4)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C.(4,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D.(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已知圆的圆心坐标为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则圆的标准方程是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341164"/>
              </p:ext>
            </p:extLst>
          </p:nvPr>
        </p:nvGraphicFramePr>
        <p:xfrm>
          <a:off x="492211" y="3046430"/>
          <a:ext cx="11430000" cy="50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文档" r:id="rId4" imgW="4520786" imgH="198231" progId="Word.Document.12">
                  <p:embed/>
                </p:oleObj>
              </mc:Choice>
              <mc:Fallback>
                <p:oleObj name="文档" r:id="rId4" imgW="452078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2211" y="3046430"/>
                        <a:ext cx="11430000" cy="50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57738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且圆心在直线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上的圆的标准方程是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u="sng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由题意得线段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的垂直平分线方程为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299028"/>
              </p:ext>
            </p:extLst>
          </p:nvPr>
        </p:nvGraphicFramePr>
        <p:xfrm>
          <a:off x="469773" y="242880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9773" y="242880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44445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所求圆的标准方程为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552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5,6),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为直径端点的圆的标准方程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并判断点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(1,8),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(6,5)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在圆上、在圆内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还是在圆外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由圆的性质可知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962861"/>
              </p:ext>
            </p:extLst>
          </p:nvPr>
        </p:nvGraphicFramePr>
        <p:xfrm>
          <a:off x="482130" y="1899695"/>
          <a:ext cx="11430000" cy="451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文档" r:id="rId4" imgW="4520786" imgH="1785162" progId="Word.Document.12">
                  <p:embed/>
                </p:oleObj>
              </mc:Choice>
              <mc:Fallback>
                <p:oleObj name="文档" r:id="rId4" imgW="4520786" imgH="17851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130" y="1899695"/>
                        <a:ext cx="11430000" cy="451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261</TotalTime>
  <Words>1938</Words>
  <Application>Microsoft Office PowerPoint</Application>
  <PresentationFormat>宽屏</PresentationFormat>
  <Paragraphs>158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5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Segoe UI Symbol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32</cp:revision>
  <dcterms:created xsi:type="dcterms:W3CDTF">2021-08-30T08:30:26Z</dcterms:created>
  <dcterms:modified xsi:type="dcterms:W3CDTF">2025-08-09T09:00:06Z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