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759" r:id="rId16"/>
    <p:sldId id="696" r:id="rId17"/>
    <p:sldId id="407" r:id="rId18"/>
    <p:sldId id="394" r:id="rId19"/>
    <p:sldId id="699" r:id="rId20"/>
    <p:sldId id="760" r:id="rId21"/>
    <p:sldId id="700" r:id="rId22"/>
    <p:sldId id="701" r:id="rId23"/>
    <p:sldId id="702" r:id="rId24"/>
    <p:sldId id="402" r:id="rId25"/>
    <p:sldId id="712" r:id="rId26"/>
    <p:sldId id="713" r:id="rId27"/>
    <p:sldId id="714" r:id="rId28"/>
    <p:sldId id="761" r:id="rId29"/>
    <p:sldId id="498" r:id="rId30"/>
    <p:sldId id="730" r:id="rId31"/>
    <p:sldId id="733" r:id="rId32"/>
    <p:sldId id="741" r:id="rId33"/>
    <p:sldId id="738" r:id="rId34"/>
    <p:sldId id="751" r:id="rId35"/>
    <p:sldId id="398" r:id="rId36"/>
    <p:sldId id="395" r:id="rId37"/>
    <p:sldId id="756" r:id="rId38"/>
    <p:sldId id="757" r:id="rId39"/>
    <p:sldId id="758" r:id="rId40"/>
    <p:sldId id="490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2.xml"/><Relationship Id="rId4" Type="http://schemas.openxmlformats.org/officeDocument/2006/relationships/slide" Target="../slides/slide2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package" Target="../embeddings/Microsoft_Word___1.docx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6.docx"/><Relationship Id="rId4" Type="http://schemas.openxmlformats.org/officeDocument/2006/relationships/image" Target="../media/image2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3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3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1.emf"/><Relationship Id="rId5" Type="http://schemas.openxmlformats.org/officeDocument/2006/relationships/package" Target="../embeddings/Microsoft_Word___35.docx"/><Relationship Id="rId4" Type="http://schemas.openxmlformats.org/officeDocument/2006/relationships/image" Target="../media/image4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变化率问题、导数的概念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5.1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了解物理学和几何学中两类变化率问题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领会其中由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平均变化率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逼近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瞬时变化率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的思想方法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理解函数平均变化率的含义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会求函数在某一点附近的平均变化率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瞬时变化率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的概念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会用导数的定义求函数在某点处的导数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通过对平均变化率及导数的定义的理解与运用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提升数学运算、直观想象与数学抽象素养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438223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趋近于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中的平均速度趋近于多少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怎样理解这一速度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趋近于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趋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即平均速度趋近于物体在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时的瞬时速度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81000" y="20623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一、平均速度与瞬时速度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某物体做自由落体运动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其下落的高度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之间的关系满足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gt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试求物体在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这段时间内的平均速度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262609"/>
              </p:ext>
            </p:extLst>
          </p:nvPr>
        </p:nvGraphicFramePr>
        <p:xfrm>
          <a:off x="11276612" y="728487"/>
          <a:ext cx="479253" cy="685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76612" y="728487"/>
                        <a:ext cx="479253" cy="685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289752"/>
              </p:ext>
            </p:extLst>
          </p:nvPr>
        </p:nvGraphicFramePr>
        <p:xfrm>
          <a:off x="41564" y="2428298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文档" r:id="rId5" imgW="4510061" imgH="793212" progId="Word.Document.12">
                  <p:embed/>
                </p:oleObj>
              </mc:Choice>
              <mc:Fallback>
                <p:oleObj name="文档" r:id="rId5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4" y="2428298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244087"/>
              </p:ext>
            </p:extLst>
          </p:nvPr>
        </p:nvGraphicFramePr>
        <p:xfrm>
          <a:off x="3922136" y="5025135"/>
          <a:ext cx="4302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文档" r:id="rId7" imgW="180783" imgH="199294" progId="Word.Document.12">
                  <p:embed/>
                </p:oleObj>
              </mc:Choice>
              <mc:Fallback>
                <p:oleObj name="文档" r:id="rId7" imgW="180783" imgH="199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2136" y="5025135"/>
                        <a:ext cx="430212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70874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平均速度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88534"/>
              </p:ext>
            </p:extLst>
          </p:nvPr>
        </p:nvGraphicFramePr>
        <p:xfrm>
          <a:off x="397476" y="1594260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文档" r:id="rId3" imgW="4510061" imgH="635723" progId="Word.Document.12">
                  <p:embed/>
                </p:oleObj>
              </mc:Choice>
              <mc:Fallback>
                <p:oleObj name="文档" r:id="rId3" imgW="4510061" imgH="6357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7476" y="1594260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6576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瞬时速度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我们把物体在某一时刻的速度称为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瞬时速度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89634" y="2272630"/>
            <a:ext cx="1948621" cy="72829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801274" y="2996450"/>
            <a:ext cx="1940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075634" y="2272630"/>
            <a:ext cx="493893" cy="72829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087274" y="2996450"/>
            <a:ext cx="4918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093944" y="3681708"/>
            <a:ext cx="139790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105584" y="4129059"/>
            <a:ext cx="13920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138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沿直线运动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:s)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之间的关系为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时的瞬时速度为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)m/s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D.81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3×3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345915"/>
              </p:ext>
            </p:extLst>
          </p:nvPr>
        </p:nvGraphicFramePr>
        <p:xfrm>
          <a:off x="41190" y="3499013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499013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374874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784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的平均变化率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假设一座山的剖面图如图所示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建立平面直角坐标系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是出发点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是山的最高处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爬山路线用函数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自变量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表示某游客的水平位置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表示此时游客所在的高度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2RAX01.eps" descr="id:2147504572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7069" y="1868957"/>
            <a:ext cx="4677863" cy="26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0665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该游客从点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自变量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的变化量分别是多少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自变量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函数值的变化量为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的变化量的大小能否判断山路的陡峭程度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山路的陡峭程度也与自变量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的变化量有关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怎样用数量刻画弯曲山路的陡峭程度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318587"/>
              </p:ext>
            </p:extLst>
          </p:nvPr>
        </p:nvGraphicFramePr>
        <p:xfrm>
          <a:off x="43248" y="367734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8" y="367734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402428"/>
            <a:ext cx="11430000" cy="4744064"/>
            <a:chOff x="381000" y="703767"/>
            <a:chExt cx="11430000" cy="47440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3767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对于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设自变量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变化到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相应地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就从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变化到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这时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的变化量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的变化量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-f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0686983"/>
                </p:ext>
              </p:extLst>
            </p:nvPr>
          </p:nvGraphicFramePr>
          <p:xfrm>
            <a:off x="381000" y="1807137"/>
            <a:ext cx="11430000" cy="2608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文档" r:id="rId3" imgW="4520786" imgH="1031523" progId="Word.Document.12">
                    <p:embed/>
                  </p:oleObj>
                </mc:Choice>
                <mc:Fallback>
                  <p:oleObj name="文档" r:id="rId3" imgW="4520786" imgH="10315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807137"/>
                          <a:ext cx="11430000" cy="2608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29546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实质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函数值的变化量与自变量变化量的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比值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作用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刻画函数值在区间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上变化的快慢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5636744" y="1025668"/>
            <a:ext cx="48350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648384" y="1462628"/>
            <a:ext cx="481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216762" y="1056841"/>
            <a:ext cx="267291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228402" y="1493801"/>
            <a:ext cx="26616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320071" y="4082647"/>
            <a:ext cx="69132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7331711" y="4519607"/>
            <a:ext cx="688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56518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平均变化率的几何意义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316747"/>
              </p:ext>
            </p:extLst>
          </p:nvPr>
        </p:nvGraphicFramePr>
        <p:xfrm>
          <a:off x="381000" y="1548731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文档" r:id="rId3" imgW="4520786" imgH="634700" progId="Word.Document.12">
                  <p:embed/>
                </p:oleObj>
              </mc:Choice>
              <mc:Fallback>
                <p:oleObj name="文档" r:id="rId3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548731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41139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变化率可以是零吗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举例说明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可以为零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如常数函数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7071" y="2381354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188711" y="2828705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20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平均变化率最大的一个区间是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2RAX02.eps" descr="id:2147504579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2621" y="974716"/>
            <a:ext cx="4406759" cy="282819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3906943"/>
            <a:ext cx="11430000" cy="243425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4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由平均变化率的定义可知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上的平均变化率分别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结合图象可以发现函数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的平均变化率最大的一个区间是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4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962451"/>
              </p:ext>
            </p:extLst>
          </p:nvPr>
        </p:nvGraphicFramePr>
        <p:xfrm>
          <a:off x="3374786" y="4473938"/>
          <a:ext cx="5132479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4" imgW="2464084" imgH="397544" progId="Word.Document.12">
                  <p:embed/>
                </p:oleObj>
              </mc:Choice>
              <mc:Fallback>
                <p:oleObj name="文档" r:id="rId4" imgW="2464084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74786" y="4473938"/>
                        <a:ext cx="5132479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172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处的导数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函数在某点处的导数是一个变量还是一个定值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是一个定值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是函数在该点的函数值的变化量与自变量的变化量比值的极限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不是变量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的导数处处为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是否说明函数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414849"/>
              </p:ext>
            </p:extLst>
          </p:nvPr>
        </p:nvGraphicFramePr>
        <p:xfrm>
          <a:off x="419100" y="738188"/>
          <a:ext cx="11401425" cy="399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文档" r:id="rId3" imgW="4510061" imgH="1589308" progId="Word.Document.12">
                  <p:embed/>
                </p:oleObj>
              </mc:Choice>
              <mc:Fallback>
                <p:oleObj name="文档" r:id="rId3" imgW="4510061" imgH="1589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100" y="738188"/>
                        <a:ext cx="11401425" cy="3998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998947" y="2791078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010587" y="3207256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02275" y="2786603"/>
            <a:ext cx="174563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913952" y="3213172"/>
            <a:ext cx="17383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578610" y="2791078"/>
            <a:ext cx="80776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9590456" y="3228038"/>
            <a:ext cx="8043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42913" y="3565024"/>
            <a:ext cx="1155571" cy="55573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54160" y="4116284"/>
            <a:ext cx="11507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102296" y="3409159"/>
            <a:ext cx="4275250" cy="77017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3113992" y="4174859"/>
            <a:ext cx="42572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3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		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864221"/>
              </p:ext>
            </p:extLst>
          </p:nvPr>
        </p:nvGraphicFramePr>
        <p:xfrm>
          <a:off x="41189" y="240122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89" y="240122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30419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6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2952" y="680240"/>
            <a:ext cx="11778048" cy="4239132"/>
            <a:chOff x="32952" y="1043925"/>
            <a:chExt cx="11778048" cy="423913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4392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正确的在后面的括号里画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214754"/>
                </p:ext>
              </p:extLst>
            </p:nvPr>
          </p:nvGraphicFramePr>
          <p:xfrm>
            <a:off x="32952" y="213171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2" y="213171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010384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若物体以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 m/s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的速度匀速前进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 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时的瞬时速度也是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 m/s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indent="279400" algn="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  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处的导数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都有关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附近的平均变化率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10355812" y="198399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0924265" y="323824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7456093" y="3799511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8084248" y="4368571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028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瞬时速度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904663"/>
                <a:ext cx="11430000" cy="445256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以初速度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垂直上抛的物体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时的高度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:m)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y=h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gt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为常数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时刻的瞬时速度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)·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无限趋近于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无限趋近于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时刻的瞬时速度为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-gt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)m/s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04663"/>
                <a:ext cx="11430000" cy="4452566"/>
              </a:xfrm>
              <a:prstGeom prst="rect">
                <a:avLst/>
              </a:prstGeom>
              <a:blipFill rotWithShape="0">
                <a:blip r:embed="rId2"/>
                <a:stretch>
                  <a:fillRect l="-1120" t="-274" b="-1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911582"/>
            <a:ext cx="2016224" cy="3677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1389353"/>
                <a:ext cx="11430000" cy="275447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若把例题中的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改为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 m/s”,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s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时的瞬时速度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20(3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(20×3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×3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所以当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无限趋近于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无限趋近于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时的瞬时速度为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)m/s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89353"/>
                <a:ext cx="11430000" cy="2754472"/>
              </a:xfrm>
              <a:prstGeom prst="rect">
                <a:avLst/>
              </a:prstGeom>
              <a:blipFill rotWithShape="0">
                <a:blip r:embed="rId3"/>
                <a:stretch>
                  <a:fillRect l="-1120" t="-664" b="-5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81000" y="125035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运动物体的位移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求运动物体瞬时速度的三个步骤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第一步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求时间变化量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和位置变化量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第二步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求平均速度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第三步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求瞬时速度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无限趋近于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无限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趋近于常数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即为瞬时速度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358087"/>
              </p:ext>
            </p:extLst>
          </p:nvPr>
        </p:nvGraphicFramePr>
        <p:xfrm>
          <a:off x="6956281" y="3301281"/>
          <a:ext cx="6064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文档" r:id="rId3" imgW="251199" imgH="398949" progId="Word.Document.12">
                  <p:embed/>
                </p:oleObj>
              </mc:Choice>
              <mc:Fallback>
                <p:oleObj name="文档" r:id="rId3" imgW="251199" imgH="39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6281" y="3301281"/>
                        <a:ext cx="6064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121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671368"/>
            <a:ext cx="11430000" cy="3787335"/>
            <a:chOff x="381000" y="1241726"/>
            <a:chExt cx="11430000" cy="378733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256268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物体在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这段时间内的平均速度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物体的初速度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物体在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时的瞬时速度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381000" y="1241726"/>
              <a:ext cx="11430000" cy="1954321"/>
              <a:chOff x="381000" y="1241726"/>
              <a:chExt cx="11430000" cy="1954321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241726"/>
                <a:ext cx="11430000" cy="17727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若一物体运动的位移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:m)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与时间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:s)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之间的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函</a:t>
                </a:r>
                <a:endPara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关系是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5430635"/>
                  </p:ext>
                </p:extLst>
              </p:nvPr>
            </p:nvGraphicFramePr>
            <p:xfrm>
              <a:off x="2308654" y="2191159"/>
              <a:ext cx="3684588" cy="1004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05" name="文档" r:id="rId3" imgW="1466502" imgH="397544" progId="Word.Document.12">
                      <p:embed/>
                    </p:oleObj>
                  </mc:Choice>
                  <mc:Fallback>
                    <p:oleObj name="文档" r:id="rId3" imgW="1466502" imgH="397544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308654" y="2191159"/>
                            <a:ext cx="3684588" cy="10048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1190" y="318058"/>
            <a:ext cx="11769810" cy="5304207"/>
            <a:chOff x="41190" y="203757"/>
            <a:chExt cx="11769810" cy="5304207"/>
          </a:xfrm>
        </p:grpSpPr>
        <p:grpSp>
          <p:nvGrpSpPr>
            <p:cNvPr id="7" name="组合 6"/>
            <p:cNvGrpSpPr/>
            <p:nvPr/>
          </p:nvGrpSpPr>
          <p:grpSpPr>
            <a:xfrm>
              <a:off x="41190" y="203757"/>
              <a:ext cx="11769810" cy="5304207"/>
              <a:chOff x="41190" y="361775"/>
              <a:chExt cx="11769810" cy="5304207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361775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因为物体在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这段时间内的时间变化量为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物体在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这段时间内的位移变化量为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3×5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(3×3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3×(5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4167428"/>
                  </p:ext>
                </p:extLst>
              </p:nvPr>
            </p:nvGraphicFramePr>
            <p:xfrm>
              <a:off x="41190" y="1505636"/>
              <a:ext cx="11430000" cy="1003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8" name="文档" r:id="rId3" imgW="4520786" imgH="396823" progId="Word.Document.12">
                      <p:embed/>
                    </p:oleObj>
                  </mc:Choice>
                  <mc:Fallback>
                    <p:oleObj name="文档" r:id="rId3" imgW="4520786" imgH="396823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1190" y="1505636"/>
                            <a:ext cx="11430000" cy="100329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2367811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求物体的初速度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即求物体在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时的瞬时速度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因为物体在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附近的平均速度为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5013496"/>
                <a:ext cx="4884671" cy="6524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即物体的初速度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m/s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8200232"/>
                </p:ext>
              </p:extLst>
            </p:nvPr>
          </p:nvGraphicFramePr>
          <p:xfrm>
            <a:off x="72363" y="3403724"/>
            <a:ext cx="11430000" cy="1503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9" name="文档" r:id="rId5" imgW="4510061" imgH="593335" progId="Word.Document.12">
                    <p:embed/>
                  </p:oleObj>
                </mc:Choice>
                <mc:Fallback>
                  <p:oleObj name="文档" r:id="rId5" imgW="4510061" imgH="59333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363" y="3403724"/>
                          <a:ext cx="11430000" cy="15037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9664" y="1041488"/>
            <a:ext cx="11731336" cy="3334965"/>
            <a:chOff x="79664" y="854450"/>
            <a:chExt cx="11731336" cy="33349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5445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物体在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时的瞬时速度即为函数在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处的瞬时变化率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因为物体在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附近的平均速度为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2879030"/>
                </p:ext>
              </p:extLst>
            </p:nvPr>
          </p:nvGraphicFramePr>
          <p:xfrm>
            <a:off x="79664" y="2037990"/>
            <a:ext cx="11430000" cy="1510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name="文档" r:id="rId3" imgW="4510061" imgH="596210" progId="Word.Document.12">
                    <p:embed/>
                  </p:oleObj>
                </mc:Choice>
                <mc:Fallback>
                  <p:oleObj name="文档" r:id="rId3" imgW="4510061" imgH="5962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664" y="2037990"/>
                          <a:ext cx="11430000" cy="15109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3536929"/>
              <a:ext cx="643317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即物体在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时的瞬时速度为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m/s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平均变化率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2130825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附近的平均变化率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判断函数在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这三处中的哪一处附近的平均变化率最大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896574"/>
              </p:ext>
            </p:extLst>
          </p:nvPr>
        </p:nvGraphicFramePr>
        <p:xfrm>
          <a:off x="10680268" y="2058088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80268" y="2058088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724" y="48940"/>
            <a:ext cx="11430000" cy="6420533"/>
            <a:chOff x="59724" y="48940"/>
            <a:chExt cx="11430000" cy="642053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8940"/>
              <a:ext cx="568456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附近的平均变化率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244878"/>
                </p:ext>
              </p:extLst>
            </p:nvPr>
          </p:nvGraphicFramePr>
          <p:xfrm>
            <a:off x="59724" y="651998"/>
            <a:ext cx="11430000" cy="5817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1" name="文档" r:id="rId3" imgW="4520786" imgH="2300924" progId="Word.Document.12">
                    <p:embed/>
                  </p:oleObj>
                </mc:Choice>
                <mc:Fallback>
                  <p:oleObj name="文档" r:id="rId3" imgW="4520786" imgH="23009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724" y="651998"/>
                          <a:ext cx="11430000" cy="5817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3930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的平均变化率的三个步骤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求自变量的变化量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求函数值的变化量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031583"/>
              </p:ext>
            </p:extLst>
          </p:nvPr>
        </p:nvGraphicFramePr>
        <p:xfrm>
          <a:off x="63655" y="310158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655" y="310158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53252"/>
              </p:ext>
            </p:extLst>
          </p:nvPr>
        </p:nvGraphicFramePr>
        <p:xfrm>
          <a:off x="458424" y="1778435"/>
          <a:ext cx="11275153" cy="158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文档" r:id="rId3" imgW="4510061" imgH="634642" progId="Word.Document.12">
                  <p:embed/>
                </p:oleObj>
              </mc:Choice>
              <mc:Fallback>
                <p:oleObj name="文档" r:id="rId3" imgW="4510061" imgH="6346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778435"/>
                        <a:ext cx="11275153" cy="158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514629"/>
              </p:ext>
            </p:extLst>
          </p:nvPr>
        </p:nvGraphicFramePr>
        <p:xfrm>
          <a:off x="49333" y="209407"/>
          <a:ext cx="11275153" cy="5949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文档" r:id="rId3" imgW="4510061" imgH="2379997" progId="Word.Document.12">
                  <p:embed/>
                </p:oleObj>
              </mc:Choice>
              <mc:Fallback>
                <p:oleObj name="文档" r:id="rId3" imgW="4510061" imgH="2379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33" y="209407"/>
                        <a:ext cx="11275153" cy="5949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619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函数在某点处的导数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019340"/>
              </p:ext>
            </p:extLst>
          </p:nvPr>
        </p:nvGraphicFramePr>
        <p:xfrm>
          <a:off x="38100" y="2472792"/>
          <a:ext cx="11430000" cy="3032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文档" r:id="rId3" imgW="4510061" imgH="1196373" progId="Word.Document.12">
                  <p:embed/>
                </p:oleObj>
              </mc:Choice>
              <mc:Fallback>
                <p:oleObj name="文档" r:id="rId3" imgW="4510061" imgH="11963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" y="2472792"/>
                        <a:ext cx="11430000" cy="30320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428" y="786240"/>
            <a:ext cx="11761572" cy="3719915"/>
            <a:chOff x="49428" y="1461653"/>
            <a:chExt cx="11761572" cy="371991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6165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导数的定义求函数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处导数的三个步骤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求函数的变化量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336806"/>
                </p:ext>
              </p:extLst>
            </p:nvPr>
          </p:nvGraphicFramePr>
          <p:xfrm>
            <a:off x="49428" y="2618326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name="文档" r:id="rId3" imgW="4510061" imgH="794654" progId="Word.Document.12">
                    <p:embed/>
                  </p:oleObj>
                </mc:Choice>
                <mc:Fallback>
                  <p:oleObj name="文档" r:id="rId3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28" y="2618326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529082"/>
              <a:ext cx="451598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简记为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二比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三趋近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9997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952" y="2073119"/>
            <a:ext cx="11430000" cy="2625214"/>
            <a:chOff x="32952" y="2572830"/>
            <a:chExt cx="11430000" cy="2625214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9309304"/>
                </p:ext>
              </p:extLst>
            </p:nvPr>
          </p:nvGraphicFramePr>
          <p:xfrm>
            <a:off x="32952" y="257283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2" y="257283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545558"/>
              <a:ext cx="244490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20001" y="899291"/>
            <a:ext cx="495199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对导数的概念理解不清而致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399959"/>
              </p:ext>
            </p:extLst>
          </p:nvPr>
        </p:nvGraphicFramePr>
        <p:xfrm>
          <a:off x="43247" y="1494111"/>
          <a:ext cx="11430000" cy="3209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文档" r:id="rId3" imgW="4520786" imgH="1269401" progId="Word.Document.12">
                  <p:embed/>
                </p:oleObj>
              </mc:Choice>
              <mc:Fallback>
                <p:oleObj name="文档" r:id="rId3" imgW="4520786" imgH="1269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7" y="1494111"/>
                        <a:ext cx="11430000" cy="3209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901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平均变化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率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是在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自变量的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变化量为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时的变化量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它们是相对应的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若不一致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则会导致出错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如本例中自变量的变化量是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711316"/>
              </p:ext>
            </p:extLst>
          </p:nvPr>
        </p:nvGraphicFramePr>
        <p:xfrm>
          <a:off x="3199169" y="1255606"/>
          <a:ext cx="792438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文档" r:id="rId3" imgW="387948" imgH="397544" progId="Word.Document.12">
                  <p:embed/>
                </p:oleObj>
              </mc:Choice>
              <mc:Fallback>
                <p:oleObj name="文档" r:id="rId3" imgW="387948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99169" y="1255606"/>
                        <a:ext cx="792438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316"/>
              </p:ext>
            </p:extLst>
          </p:nvPr>
        </p:nvGraphicFramePr>
        <p:xfrm>
          <a:off x="43248" y="304655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8" y="304655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98618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分子与分母的整体形式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注意整体调配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635933"/>
              </p:ext>
            </p:extLst>
          </p:nvPr>
        </p:nvGraphicFramePr>
        <p:xfrm>
          <a:off x="41190" y="91988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91988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701696"/>
            <a:ext cx="3357971" cy="1212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849851"/>
              </p:ext>
            </p:extLst>
          </p:nvPr>
        </p:nvGraphicFramePr>
        <p:xfrm>
          <a:off x="41190" y="283930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283930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801410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9622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的平均变化率为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B.2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245627"/>
              </p:ext>
            </p:extLst>
          </p:nvPr>
        </p:nvGraphicFramePr>
        <p:xfrm>
          <a:off x="479853" y="457114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457114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46539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75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733710"/>
              </p:ext>
            </p:extLst>
          </p:nvPr>
        </p:nvGraphicFramePr>
        <p:xfrm>
          <a:off x="488091" y="1865472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091" y="1865472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2095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从而函数在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处的导数为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287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一个物体沿直线运动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:s)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之间的关系为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-t+t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则物体在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时的瞬时速度为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338727"/>
              </p:ext>
            </p:extLst>
          </p:nvPr>
        </p:nvGraphicFramePr>
        <p:xfrm>
          <a:off x="474086" y="2453766"/>
          <a:ext cx="11430000" cy="816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文档" r:id="rId3" imgW="4510061" imgH="322363" progId="Word.Document.12">
                  <p:embed/>
                </p:oleObj>
              </mc:Choice>
              <mc:Fallback>
                <p:oleObj name="文档" r:id="rId3" imgW="4510061" imgH="3223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086" y="2453766"/>
                        <a:ext cx="11430000" cy="816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24996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故物体在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时的瞬时速度为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m/s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m/s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260265"/>
              </p:ext>
            </p:extLst>
          </p:nvPr>
        </p:nvGraphicFramePr>
        <p:xfrm>
          <a:off x="484103" y="13667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13667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09135"/>
              </p:ext>
            </p:extLst>
          </p:nvPr>
        </p:nvGraphicFramePr>
        <p:xfrm>
          <a:off x="479206" y="1057463"/>
          <a:ext cx="11275153" cy="462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9" name="文档" r:id="rId5" imgW="4510061" imgH="1851162" progId="Word.Document.12">
                  <p:embed/>
                </p:oleObj>
              </mc:Choice>
              <mc:Fallback>
                <p:oleObj name="文档" r:id="rId5" imgW="4510061" imgH="1851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1057463"/>
                        <a:ext cx="11275153" cy="4627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186</TotalTime>
  <Words>1700</Words>
  <Application>Microsoft Office PowerPoint</Application>
  <PresentationFormat>宽屏</PresentationFormat>
  <Paragraphs>149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52</cp:revision>
  <dcterms:created xsi:type="dcterms:W3CDTF">2021-08-30T08:30:26Z</dcterms:created>
  <dcterms:modified xsi:type="dcterms:W3CDTF">2025-08-01T06:41:20Z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