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699" r:id="rId15"/>
    <p:sldId id="700" r:id="rId16"/>
    <p:sldId id="701" r:id="rId17"/>
    <p:sldId id="702" r:id="rId18"/>
    <p:sldId id="402" r:id="rId19"/>
    <p:sldId id="712" r:id="rId20"/>
    <p:sldId id="713" r:id="rId21"/>
    <p:sldId id="714" r:id="rId22"/>
    <p:sldId id="498" r:id="rId23"/>
    <p:sldId id="730" r:id="rId24"/>
    <p:sldId id="733" r:id="rId25"/>
    <p:sldId id="743" r:id="rId26"/>
    <p:sldId id="744" r:id="rId27"/>
    <p:sldId id="741" r:id="rId28"/>
    <p:sldId id="738" r:id="rId29"/>
    <p:sldId id="751" r:id="rId30"/>
    <p:sldId id="398" r:id="rId31"/>
    <p:sldId id="395" r:id="rId32"/>
    <p:sldId id="756" r:id="rId33"/>
    <p:sldId id="757" r:id="rId34"/>
    <p:sldId id="758" r:id="rId35"/>
    <p:sldId id="4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7.xml"/><Relationship Id="rId4" Type="http://schemas.openxmlformats.org/officeDocument/2006/relationships/slide" Target="../slides/slide2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4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等差数列的通项公式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4.2.1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84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理解等差数列的概念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掌握等差数列的通项公式及运用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掌握等差数列的判定方法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体会数学抽象的过程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提升逻辑推理能力与数学运算能力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9562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一、等差数列的概念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观察下面几组数列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0,5,10,15,20,25,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9,6,3,0,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2,2,2,2,2,2,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每个数列从第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每一项与前一项的差分别是几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每一项与前一项的差分别是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每个数列中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相邻两项的递推关系分别是什么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这几个数列都有什么共同特点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每一项与前一项的差都是同一个常数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0141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如果一个数列从第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每一项与它的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前一项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的差都等于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同一个常数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那么这个数列就叫做等差数列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叫做等差数列的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公差通常用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字母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符号语言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16121" y="1753368"/>
            <a:ext cx="18689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017358" y="2200719"/>
            <a:ext cx="1861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117689" y="1763759"/>
            <a:ext cx="107318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8129340" y="2211110"/>
            <a:ext cx="10686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990347" y="1763759"/>
            <a:ext cx="72020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1001998" y="2211110"/>
            <a:ext cx="7171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26639" y="2324867"/>
            <a:ext cx="110670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448749" y="2761827"/>
            <a:ext cx="11020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054646" y="2320392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066286" y="2757352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0244656" y="2320392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10256296" y="2757352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628121" y="2881501"/>
            <a:ext cx="30211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639760" y="3318461"/>
            <a:ext cx="3008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280551" y="2902283"/>
            <a:ext cx="154352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5292223" y="3360025"/>
            <a:ext cx="15370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  <p:bldP spid="17" grpId="0" animBg="1"/>
      <p:bldP spid="19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二、等差中项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如果三个数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那么它们之间有怎样的数量关系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A-a=b-A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由三个数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组成的等差数列可以看成是最简单的等差数列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等差中项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根据等差数列的定义可以知道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668644"/>
              </p:ext>
            </p:extLst>
          </p:nvPr>
        </p:nvGraphicFramePr>
        <p:xfrm>
          <a:off x="41190" y="346557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0" y="346557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907337" y="3015805"/>
            <a:ext cx="14118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919007" y="3442374"/>
            <a:ext cx="14059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806901" y="3015805"/>
            <a:ext cx="68791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808180" y="3431983"/>
            <a:ext cx="6850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的两根的等差中项为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设方程的两根为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789106"/>
              </p:ext>
            </p:extLst>
          </p:nvPr>
        </p:nvGraphicFramePr>
        <p:xfrm>
          <a:off x="41190" y="296001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0" y="296001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796256"/>
            <a:ext cx="163378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68141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三、等差数列的通项公式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1,3,5,7,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你能归纳出它的通项公式吗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能不能用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移项可得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的首项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则通项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57926" y="3499031"/>
            <a:ext cx="152259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869566" y="3925600"/>
            <a:ext cx="1516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3503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四、从函数角度认识等差数列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观察等差数列的通项公式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你认为它与我们熟悉的哪一类函数有关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因为对于公差为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=dn+a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=dx+a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是常数函数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是一次函数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落在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y=dx+a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这些点的横坐标每增加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其函数值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递增数列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递减数列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76771" y="3634109"/>
            <a:ext cx="167845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788411" y="4071069"/>
            <a:ext cx="16714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122644" y="4174436"/>
            <a:ext cx="32763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144675" y="4590614"/>
            <a:ext cx="3262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65143" y="4738083"/>
            <a:ext cx="141868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276783" y="5164652"/>
            <a:ext cx="14127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889801" y="4738083"/>
            <a:ext cx="141868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8901441" y="5164652"/>
            <a:ext cx="14127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446788" y="5279679"/>
            <a:ext cx="105757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458405" y="5716639"/>
            <a:ext cx="10531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4272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数列不是等差数列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若数列的每一项与它的前一项的差都等于常数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则这个数列是等差数列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等差数列的定义用符号语言表示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若一个无穷数列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项分别是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则它一定是等差数列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6517299" y="1869217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1212131" y="2982814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8428477" y="352263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10889438" y="463641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等差数列的判断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78009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则此数列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的递增等差数列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的递增等差数列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的递减等差数列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的递减等差数列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的递增等差数列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3056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判断下列数列是不是等差数列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并给出证明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给出了数列的通项公式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要判断是否为等差数列可以用定义法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也可以直接看通项公式是不是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kn+b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若符合此形式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否则不是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定义是判断一个数列是不是等差数列的重要依据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要证明一个数列为等差数列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或它的等价命题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但若要说明一个数列不是等差数列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则只需举出反例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1579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已知下列数列的通项公式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其中是等差数列的是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由等差数列的定义可知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项中的数列是公差为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项中的数列是公差为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项中的数列是公差为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项中的数列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由通项公式知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所以该数列不是等差数列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判断下列数列是不是等差数列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5,8,11,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1,1,1,1,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1,1,2,3,4,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根据等差数列的定义可知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该数列是首项为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根据等差数列的定义可知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该数列是首项为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1)≠2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故该数列不是等差数列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等差数列的基本运算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15695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D.6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679097"/>
              </p:ext>
            </p:extLst>
          </p:nvPr>
        </p:nvGraphicFramePr>
        <p:xfrm>
          <a:off x="41192" y="369319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2" y="369319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66195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2325"/>
            <a:ext cx="940994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求首项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71337"/>
              </p:ext>
            </p:extLst>
          </p:nvPr>
        </p:nvGraphicFramePr>
        <p:xfrm>
          <a:off x="43248" y="74185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8" y="74185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70549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故这个等差数列的首项是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一般列出关于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</a:t>
            </a:r>
            <a:endParaRPr lang="en-US" altLang="zh-CN" sz="2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程组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从而确定该数列的通项公式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中有四个量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求解过程中反映了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知三求一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的方程思想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338827"/>
              </p:ext>
            </p:extLst>
          </p:nvPr>
        </p:nvGraphicFramePr>
        <p:xfrm>
          <a:off x="1278924" y="4052273"/>
          <a:ext cx="26336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文档" r:id="rId7" imgW="1073516" imgH="397544" progId="Word.Document.12">
                  <p:embed/>
                </p:oleObj>
              </mc:Choice>
              <mc:Fallback>
                <p:oleObj name="文档" r:id="rId7" imgW="1073516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8924" y="4052273"/>
                        <a:ext cx="2633663" cy="100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7112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在本例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中将条件改为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根据等差数列的通项公式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1249688"/>
            <a:ext cx="2016224" cy="3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933498"/>
              </p:ext>
            </p:extLst>
          </p:nvPr>
        </p:nvGraphicFramePr>
        <p:xfrm>
          <a:off x="43248" y="287102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8" y="287102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1917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等差中项及其应用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842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的前三项依次是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则其通项公式为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前三项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已知三个数成等差数列并且数列是递增的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且它们的和为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求这三个数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解法一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设这三个数为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a&lt;b&lt;c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190" y="1691066"/>
            <a:ext cx="11769810" cy="4837440"/>
            <a:chOff x="41190" y="1699304"/>
            <a:chExt cx="11769810" cy="483744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6060311"/>
                </p:ext>
              </p:extLst>
            </p:nvPr>
          </p:nvGraphicFramePr>
          <p:xfrm>
            <a:off x="41190" y="1699304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" name="文档" r:id="rId4" imgW="4520786" imgH="595054" progId="Word.Document.12">
                    <p:embed/>
                  </p:oleObj>
                </mc:Choice>
                <mc:Fallback>
                  <p:oleObj name="文档" r:id="rId4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190" y="1699304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08450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故这三个数是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4,6,8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解法二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设这三个数为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a-d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2172781"/>
                </p:ext>
              </p:extLst>
            </p:nvPr>
          </p:nvGraphicFramePr>
          <p:xfrm>
            <a:off x="41190" y="4081688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" name="文档" r:id="rId7" imgW="4520786" imgH="595054" progId="Word.Document.12">
                    <p:embed/>
                  </p:oleObj>
                </mc:Choice>
                <mc:Fallback>
                  <p:oleObj name="文档" r:id="rId7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190" y="4081688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538437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代入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因为该数列是递增的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舍去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这三个数为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4,6,8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243879"/>
            <a:ext cx="11430000" cy="2893100"/>
            <a:chOff x="381000" y="1867560"/>
            <a:chExt cx="11430000" cy="289310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867560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等差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中项的应用策略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求两个数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的等差中项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即根据等差中项的定义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当三个数或四个数成等差数列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且和为定值时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可设出首项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和公差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列方程组求解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也可采用对称的设法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三个数时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a-d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四个数时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利用和为定值先求出其中某个未知量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再进一步解题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3469491"/>
                </p:ext>
              </p:extLst>
            </p:nvPr>
          </p:nvGraphicFramePr>
          <p:xfrm>
            <a:off x="9449150" y="2352338"/>
            <a:ext cx="985180" cy="75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文档" r:id="rId4" imgW="527581" imgH="397544" progId="Word.Document.12">
                    <p:embed/>
                  </p:oleObj>
                </mc:Choice>
                <mc:Fallback>
                  <p:oleObj name="文档" r:id="rId4" imgW="527581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449150" y="2352338"/>
                          <a:ext cx="985180" cy="7549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193558"/>
              </p:ext>
            </p:extLst>
          </p:nvPr>
        </p:nvGraphicFramePr>
        <p:xfrm>
          <a:off x="43248" y="438457"/>
          <a:ext cx="11430000" cy="481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4" imgW="4520786" imgH="1904101" progId="Word.Document.12">
                  <p:embed/>
                </p:oleObj>
              </mc:Choice>
              <mc:Fallback>
                <p:oleObj name="文档" r:id="rId4" imgW="4520786" imgH="19041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8" y="438457"/>
                        <a:ext cx="11430000" cy="481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385948"/>
              </p:ext>
            </p:extLst>
          </p:nvPr>
        </p:nvGraphicFramePr>
        <p:xfrm>
          <a:off x="35011" y="1243153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11" y="1243153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17076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=ac.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940387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对等差数列的定义理解不透致错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2lg 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3lg 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003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不能满足等差数列的定义中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每一项与它的前一项的差等于同一个常数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的要求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是判断一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是不是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等差数列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的重要依据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要证明一个数列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即证对任意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都有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2580"/>
            <a:ext cx="11430000" cy="56335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4 022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A.4 020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B.4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022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C.4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038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99049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A.14	B.15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D.17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联立解得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的等差中项为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的等差中项为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的等差中项是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的等差中项为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的等差中项为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两式相加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化简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045410"/>
              </p:ext>
            </p:extLst>
          </p:nvPr>
        </p:nvGraphicFramePr>
        <p:xfrm>
          <a:off x="484103" y="339316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03" y="339316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189035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0540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1000" y="2111835"/>
            <a:ext cx="11533103" cy="3242474"/>
            <a:chOff x="381000" y="2288482"/>
            <a:chExt cx="11533103" cy="3242474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8280677"/>
                </p:ext>
              </p:extLst>
            </p:nvPr>
          </p:nvGraphicFramePr>
          <p:xfrm>
            <a:off x="484103" y="2288482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103" y="2288482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258283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5×80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396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245</TotalTime>
  <Words>2019</Words>
  <Application>Microsoft Office PowerPoint</Application>
  <PresentationFormat>宽屏</PresentationFormat>
  <Paragraphs>203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40</cp:revision>
  <dcterms:created xsi:type="dcterms:W3CDTF">2021-08-30T08:30:26Z</dcterms:created>
  <dcterms:modified xsi:type="dcterms:W3CDTF">2025-08-01T05:35:21Z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