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av" ContentType="audio/x-wav"/>
  <Default Extension="docx" ContentType="application/vnd.openxmlformats-officedocument.wordprocessingml.document"/>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1"/>
  </p:notesMasterIdLst>
  <p:sldIdLst>
    <p:sldId id="731" r:id="rId2"/>
    <p:sldId id="753" r:id="rId3"/>
    <p:sldId id="744" r:id="rId4"/>
    <p:sldId id="737" r:id="rId5"/>
    <p:sldId id="750" r:id="rId6"/>
    <p:sldId id="754" r:id="rId7"/>
    <p:sldId id="756" r:id="rId8"/>
    <p:sldId id="757" r:id="rId9"/>
    <p:sldId id="758" r:id="rId10"/>
    <p:sldId id="759" r:id="rId11"/>
    <p:sldId id="760" r:id="rId12"/>
    <p:sldId id="761" r:id="rId13"/>
    <p:sldId id="747" r:id="rId14"/>
    <p:sldId id="751" r:id="rId15"/>
    <p:sldId id="762" r:id="rId16"/>
    <p:sldId id="763" r:id="rId17"/>
    <p:sldId id="764" r:id="rId18"/>
    <p:sldId id="755" r:id="rId19"/>
    <p:sldId id="765" r:id="rId20"/>
    <p:sldId id="766" r:id="rId21"/>
    <p:sldId id="767" r:id="rId22"/>
    <p:sldId id="768" r:id="rId23"/>
    <p:sldId id="769" r:id="rId24"/>
    <p:sldId id="770" r:id="rId25"/>
    <p:sldId id="771" r:id="rId26"/>
    <p:sldId id="773" r:id="rId27"/>
    <p:sldId id="774" r:id="rId28"/>
    <p:sldId id="775" r:id="rId29"/>
    <p:sldId id="776" r:id="rId30"/>
    <p:sldId id="777" r:id="rId31"/>
    <p:sldId id="778" r:id="rId32"/>
    <p:sldId id="779" r:id="rId33"/>
    <p:sldId id="780" r:id="rId34"/>
    <p:sldId id="772" r:id="rId35"/>
    <p:sldId id="782" r:id="rId36"/>
    <p:sldId id="783" r:id="rId37"/>
    <p:sldId id="784" r:id="rId38"/>
    <p:sldId id="785" r:id="rId39"/>
    <p:sldId id="786" r:id="rId40"/>
    <p:sldId id="787" r:id="rId41"/>
    <p:sldId id="781" r:id="rId42"/>
    <p:sldId id="810" r:id="rId43"/>
    <p:sldId id="822" r:id="rId44"/>
    <p:sldId id="823" r:id="rId45"/>
    <p:sldId id="789" r:id="rId46"/>
    <p:sldId id="792" r:id="rId47"/>
    <p:sldId id="793" r:id="rId48"/>
    <p:sldId id="794" r:id="rId49"/>
    <p:sldId id="795" r:id="rId50"/>
    <p:sldId id="829" r:id="rId51"/>
    <p:sldId id="828" r:id="rId52"/>
    <p:sldId id="790" r:id="rId53"/>
    <p:sldId id="824" r:id="rId54"/>
    <p:sldId id="812" r:id="rId55"/>
    <p:sldId id="826" r:id="rId56"/>
    <p:sldId id="798" r:id="rId57"/>
    <p:sldId id="799" r:id="rId58"/>
    <p:sldId id="813" r:id="rId59"/>
    <p:sldId id="827" r:id="rId60"/>
    <p:sldId id="815" r:id="rId61"/>
    <p:sldId id="814" r:id="rId62"/>
    <p:sldId id="816" r:id="rId63"/>
    <p:sldId id="817" r:id="rId64"/>
    <p:sldId id="818" r:id="rId65"/>
    <p:sldId id="819" r:id="rId66"/>
    <p:sldId id="825" r:id="rId67"/>
    <p:sldId id="820" r:id="rId68"/>
    <p:sldId id="830" r:id="rId69"/>
    <p:sldId id="735" r:id="rId70"/>
  </p:sldIdLst>
  <p:sldSz cx="11522075" cy="6480175"/>
  <p:notesSz cx="6858000" cy="9144000"/>
  <p:defaultTextStyle>
    <a:defPPr>
      <a:defRPr lang="zh-CN"/>
    </a:defPPr>
    <a:lvl1pPr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1pPr>
    <a:lvl2pPr marL="4572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2pPr>
    <a:lvl3pPr marL="9144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3pPr>
    <a:lvl4pPr marL="13716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4pPr>
    <a:lvl5pPr marL="18288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5pPr>
    <a:lvl6pPr marL="22860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6pPr>
    <a:lvl7pPr marL="27432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7pPr>
    <a:lvl8pPr marL="32004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8pPr>
    <a:lvl9pPr marL="36576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059">
          <p15:clr>
            <a:srgbClr val="A4A3A4"/>
          </p15:clr>
        </p15:guide>
        <p15:guide id="2" pos="362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FF9933"/>
    <a:srgbClr val="FF3399"/>
    <a:srgbClr val="FF7C80"/>
    <a:srgbClr val="FFFFFF"/>
    <a:srgbClr val="C6A7DD"/>
    <a:srgbClr val="9E5ECE"/>
    <a:srgbClr val="D60093"/>
    <a:srgbClr val="934BC9"/>
    <a:srgbClr val="33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591" autoAdjust="0"/>
  </p:normalViewPr>
  <p:slideViewPr>
    <p:cSldViewPr>
      <p:cViewPr varScale="1">
        <p:scale>
          <a:sx n="97" d="100"/>
          <a:sy n="97" d="100"/>
        </p:scale>
        <p:origin x="504" y="180"/>
      </p:cViewPr>
      <p:guideLst>
        <p:guide orient="horz" pos="2059"/>
        <p:guide pos="3629"/>
      </p:guideLst>
    </p:cSldViewPr>
  </p:slideViewPr>
  <p:outlineViewPr>
    <p:cViewPr>
      <p:scale>
        <a:sx n="33" d="100"/>
        <a:sy n="33" d="100"/>
      </p:scale>
      <p:origin x="0" y="0"/>
    </p:cViewPr>
  </p:outlineViewPr>
  <p:notesTextViewPr>
    <p:cViewPr>
      <p:scale>
        <a:sx n="3" d="2"/>
        <a:sy n="3" d="2"/>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image" Target="../media/image10.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image" Target="../media/image17.e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image" Target="../media/image19.e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image" Target="../media/image21.e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image" Target="../media/image23.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image" Target="../media/image27.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image" Target="../media/image31.e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image" Target="../media/image34.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6.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37.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38.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39.e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image" Target="../media/image40.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42.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43.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44.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46.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47.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48.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49.e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50.e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51.emf"/></Relationships>
</file>

<file path=ppt/drawings/_rels/vmlDrawing33.vml.rels><?xml version="1.0" encoding="UTF-8" standalone="yes"?>
<Relationships xmlns="http://schemas.openxmlformats.org/package/2006/relationships"><Relationship Id="rId2" Type="http://schemas.openxmlformats.org/officeDocument/2006/relationships/image" Target="../media/image53.emf"/><Relationship Id="rId1" Type="http://schemas.openxmlformats.org/officeDocument/2006/relationships/image" Target="../media/image52.emf"/></Relationships>
</file>

<file path=ppt/drawings/_rels/vmlDrawing34.vml.rels><?xml version="1.0" encoding="UTF-8" standalone="yes"?>
<Relationships xmlns="http://schemas.openxmlformats.org/package/2006/relationships"><Relationship Id="rId2" Type="http://schemas.openxmlformats.org/officeDocument/2006/relationships/image" Target="../media/image55.emf"/><Relationship Id="rId1" Type="http://schemas.openxmlformats.org/officeDocument/2006/relationships/image" Target="../media/image54.e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image" Target="../media/image57.emf"/><Relationship Id="rId1" Type="http://schemas.openxmlformats.org/officeDocument/2006/relationships/image" Target="../media/image56.emf"/><Relationship Id="rId4" Type="http://schemas.openxmlformats.org/officeDocument/2006/relationships/image" Target="../media/image59.e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63.e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65.e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66.e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69.emf"/><Relationship Id="rId2" Type="http://schemas.openxmlformats.org/officeDocument/2006/relationships/image" Target="../media/image68.emf"/><Relationship Id="rId1" Type="http://schemas.openxmlformats.org/officeDocument/2006/relationships/image" Target="../media/image67.e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70.e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72.e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73.e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74.e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7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5124" name="幻灯片图像占位符 3"/>
          <p:cNvSpPr>
            <a:spLocks noGrp="1" noRot="1" noChangeAspect="1" noChangeArrowheads="1"/>
          </p:cNvSpPr>
          <p:nvPr>
            <p:ph type="sldImg" idx="4294967295"/>
          </p:nvPr>
        </p:nvSpPr>
        <p:spPr bwMode="auto">
          <a:xfrm>
            <a:off x="381000" y="685800"/>
            <a:ext cx="6096000" cy="3429000"/>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noProof="1" dirty="0">
                <a:ea typeface="黑体" panose="02010609060101010101" pitchFamily="49" charset="-122"/>
              </a:defRPr>
            </a:lvl1pPr>
          </a:lstStyle>
          <a:p>
            <a:fld id="{A64CA497-71E0-4184-919F-D45F39379D11}" type="slidenum">
              <a:rPr lang="zh-CN" altLang="en-US"/>
              <a:pPr/>
              <a:t>‹#›</a:t>
            </a:fld>
            <a:endParaRPr lang="zh-CN" altLang="en-US">
              <a:ea typeface="黑体" panose="02010609060101010101" pitchFamily="49" charset="-122"/>
            </a:endParaRPr>
          </a:p>
        </p:txBody>
      </p:sp>
    </p:spTree>
    <p:extLst>
      <p:ext uri="{BB962C8B-B14F-4D97-AF65-F5344CB8AC3E}">
        <p14:creationId xmlns:p14="http://schemas.microsoft.com/office/powerpoint/2010/main" val="1747822530"/>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4CA497-71E0-4184-919F-D45F39379D11}" type="slidenum">
              <a:rPr lang="zh-CN" altLang="en-US" smtClean="0"/>
              <a:pPr/>
              <a:t>69</a:t>
            </a:fld>
            <a:endParaRPr lang="zh-CN" altLang="en-US">
              <a:ea typeface="黑体" panose="02010609060101010101" pitchFamily="49" charset="-122"/>
            </a:endParaRPr>
          </a:p>
        </p:txBody>
      </p:sp>
    </p:spTree>
    <p:extLst>
      <p:ext uri="{BB962C8B-B14F-4D97-AF65-F5344CB8AC3E}">
        <p14:creationId xmlns:p14="http://schemas.microsoft.com/office/powerpoint/2010/main" val="8581476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1196167"/>
      </p:ext>
    </p:extLst>
  </p:cSld>
  <p:clrMapOvr>
    <a:masterClrMapping/>
  </p:clrMapOvr>
  <p:transition>
    <p:fad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pattFill prst="lgGrid">
          <a:fgClr>
            <a:schemeClr val="bg2">
              <a:lumMod val="90000"/>
            </a:schemeClr>
          </a:fgClr>
          <a:bgClr>
            <a:schemeClr val="bg1"/>
          </a:bgClr>
        </a:pattFill>
        <a:effectLst/>
      </p:bgPr>
    </p:bg>
    <p:spTree>
      <p:nvGrpSpPr>
        <p:cNvPr id="1" name=""/>
        <p:cNvGrpSpPr/>
        <p:nvPr/>
      </p:nvGrpSpPr>
      <p:grpSpPr>
        <a:xfrm>
          <a:off x="0" y="0"/>
          <a:ext cx="0" cy="0"/>
          <a:chOff x="0" y="0"/>
          <a:chExt cx="0" cy="0"/>
        </a:xfrm>
      </p:grpSpPr>
      <p:sp>
        <p:nvSpPr>
          <p:cNvPr id="8" name="云形标注 7"/>
          <p:cNvSpPr/>
          <p:nvPr userDrawn="1"/>
        </p:nvSpPr>
        <p:spPr>
          <a:xfrm>
            <a:off x="8868398" y="132726"/>
            <a:ext cx="2460413" cy="1360458"/>
          </a:xfrm>
          <a:prstGeom prst="cloud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6600" dirty="0" smtClean="0">
                <a:solidFill>
                  <a:srgbClr val="FF0000"/>
                </a:solidFill>
              </a:rPr>
              <a:t>   </a:t>
            </a:r>
            <a:r>
              <a:rPr lang="zh-CN" altLang="en-US" sz="8800"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33927165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1" nodeType="afterEffect">
                                  <p:stCondLst>
                                    <p:cond delay="0"/>
                                  </p:stCondLst>
                                  <p:childTnLst>
                                    <p:set>
                                      <p:cBhvr>
                                        <p:cTn id="6" dur="1" fill="hold">
                                          <p:stCondLst>
                                            <p:cond delay="0"/>
                                          </p:stCondLst>
                                        </p:cTn>
                                        <p:tgtEl>
                                          <p:spTgt spid="8"/>
                                        </p:tgtEl>
                                        <p:attrNameLst>
                                          <p:attrName>style.visibility</p:attrName>
                                        </p:attrNameLst>
                                      </p:cBhvr>
                                      <p:to>
                                        <p:strVal val="visible"/>
                                      </p:to>
                                    </p:set>
                                    <p:animScale>
                                      <p:cBhvr>
                                        <p:cTn id="7" dur="1000" decel="50000" fill="hold">
                                          <p:stCondLst>
                                            <p:cond delay="0"/>
                                          </p:stCondLst>
                                        </p:cTn>
                                        <p:tgtEl>
                                          <p:spTgt spid="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8"/>
                                        </p:tgtEl>
                                        <p:attrNameLst>
                                          <p:attrName>ppt_x</p:attrName>
                                          <p:attrName>ppt_y</p:attrName>
                                        </p:attrNameLst>
                                      </p:cBhvr>
                                    </p:animMotion>
                                    <p:animEffect transition="in" filter="fade">
                                      <p:cBhvr>
                                        <p:cTn id="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1"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pattFill prst="pct5">
          <a:fgClr>
            <a:schemeClr val="bg2">
              <a:lumMod val="75000"/>
            </a:schemeClr>
          </a:fgClr>
          <a:bgClr>
            <a:schemeClr val="bg1"/>
          </a:bgClr>
        </a:patt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5108201"/>
      </p:ext>
    </p:extLst>
  </p:cSld>
  <p:clrMapOvr>
    <a:masterClrMapping/>
  </p:clrMapOvr>
  <p:transition>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2469556"/>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1037021"/>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28942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gradFill>
          <a:gsLst>
            <a:gs pos="61000">
              <a:schemeClr val="bg2">
                <a:lumMod val="90000"/>
              </a:schemeClr>
            </a:gs>
            <a:gs pos="100000">
              <a:schemeClr val="bg2">
                <a:lumMod val="50000"/>
              </a:schemeClr>
            </a:gs>
            <a:gs pos="0">
              <a:schemeClr val="bg2">
                <a:lumMod val="50000"/>
              </a:schemeClr>
            </a:gs>
            <a:gs pos="40000">
              <a:schemeClr val="bg2">
                <a:lumMod val="90000"/>
              </a:schemeClr>
            </a:gs>
          </a:gsLst>
          <a:lin ang="5400000" scaled="1"/>
        </a:gradFill>
        <a:effectLst/>
      </p:bgPr>
    </p:bg>
    <p:spTree>
      <p:nvGrpSpPr>
        <p:cNvPr id="1" name=""/>
        <p:cNvGrpSpPr/>
        <p:nvPr/>
      </p:nvGrpSpPr>
      <p:grpSpPr>
        <a:xfrm>
          <a:off x="0" y="0"/>
          <a:ext cx="0" cy="0"/>
          <a:chOff x="0" y="0"/>
          <a:chExt cx="0" cy="0"/>
        </a:xfrm>
      </p:grpSpPr>
      <p:sp>
        <p:nvSpPr>
          <p:cNvPr id="2" name="矩形 1"/>
          <p:cNvSpPr/>
          <p:nvPr userDrawn="1"/>
        </p:nvSpPr>
        <p:spPr>
          <a:xfrm>
            <a:off x="801617" y="1129203"/>
            <a:ext cx="10071988" cy="3046988"/>
          </a:xfrm>
          <a:prstGeom prst="rect">
            <a:avLst/>
          </a:prstGeom>
          <a:noFill/>
        </p:spPr>
        <p:txBody>
          <a:bodyPr wrap="none" lIns="91440" tIns="45720" rIns="91440" bIns="45720">
            <a:spAutoFit/>
          </a:bodyPr>
          <a:lstStyle/>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十年寒窗磨利剑，</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一朝折桂展宏图！</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34260790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audio" Target="../media/audio1.wav"/><Relationship Id="rId5" Type="http://schemas.openxmlformats.org/officeDocument/2006/relationships/slideLayout" Target="../slideLayouts/slideLayout5.xml"/><Relationship Id="rId10" Type="http://schemas.openxmlformats.org/officeDocument/2006/relationships/slide" Target="../slides/slide3.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4" name="组合 3"/>
          <p:cNvGrpSpPr/>
          <p:nvPr userDrawn="1"/>
        </p:nvGrpSpPr>
        <p:grpSpPr>
          <a:xfrm>
            <a:off x="-1" y="36116"/>
            <a:ext cx="11522075" cy="611683"/>
            <a:chOff x="-1" y="36116"/>
            <a:chExt cx="11522075" cy="611683"/>
          </a:xfrm>
        </p:grpSpPr>
        <p:sp>
          <p:nvSpPr>
            <p:cNvPr id="7" name="矩形 6"/>
            <p:cNvSpPr/>
            <p:nvPr userDrawn="1"/>
          </p:nvSpPr>
          <p:spPr>
            <a:xfrm>
              <a:off x="-1" y="359767"/>
              <a:ext cx="11522075" cy="288032"/>
            </a:xfrm>
            <a:prstGeom prst="rect">
              <a:avLst/>
            </a:prstGeom>
            <a:gradFill flip="none" rotWithShape="1">
              <a:gsLst>
                <a:gs pos="65000">
                  <a:schemeClr val="bg2">
                    <a:lumMod val="90000"/>
                  </a:schemeClr>
                </a:gs>
                <a:gs pos="38000">
                  <a:schemeClr val="bg2">
                    <a:lumMod val="75000"/>
                  </a:schemeClr>
                </a:gs>
                <a:gs pos="1000">
                  <a:srgbClr val="0070C0"/>
                </a:gs>
                <a:gs pos="100000">
                  <a:schemeClr val="bg1"/>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288429" y="36116"/>
              <a:ext cx="576064" cy="576064"/>
            </a:xfrm>
            <a:prstGeom prst="rect">
              <a:avLst/>
            </a:prstGeom>
          </p:spPr>
        </p:pic>
      </p:grpSp>
      <p:sp>
        <p:nvSpPr>
          <p:cNvPr id="9" name="矩形 8"/>
          <p:cNvSpPr/>
          <p:nvPr userDrawn="1"/>
        </p:nvSpPr>
        <p:spPr>
          <a:xfrm>
            <a:off x="-9728" y="6404527"/>
            <a:ext cx="11522074" cy="72008"/>
          </a:xfrm>
          <a:prstGeom prst="rect">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2">
                    <a:lumMod val="50000"/>
                  </a:schemeClr>
                </a:solidFill>
              </a:ln>
              <a:solidFill>
                <a:schemeClr val="bg2">
                  <a:lumMod val="50000"/>
                </a:schemeClr>
              </a:solidFill>
            </a:endParaRPr>
          </a:p>
        </p:txBody>
      </p:sp>
      <p:sp>
        <p:nvSpPr>
          <p:cNvPr id="10" name="云形标注 9">
            <a:hlinkClick r:id="rId10" action="ppaction://hlinksldjump">
              <a:snd r:embed="rId11" name="camera.wav"/>
            </a:hlinkClick>
          </p:cNvPr>
          <p:cNvSpPr/>
          <p:nvPr userDrawn="1"/>
        </p:nvSpPr>
        <p:spPr>
          <a:xfrm>
            <a:off x="10441557" y="42551"/>
            <a:ext cx="864096" cy="432048"/>
          </a:xfrm>
          <a:prstGeom prst="cloud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dirty="0" smtClean="0"/>
              <a:t>  </a:t>
            </a:r>
            <a:r>
              <a:rPr lang="zh-CN" altLang="en-US"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1345586147"/>
      </p:ext>
    </p:extLst>
  </p:cSld>
  <p:clrMap bg1="lt1" tx1="dk1" bg2="lt2" tx2="dk2" accent1="accent1" accent2="accent2" accent3="accent3" accent4="accent4" accent5="accent5" accent6="accent6" hlink="hlink" folHlink="folHlink"/>
  <p:sldLayoutIdLst>
    <p:sldLayoutId id="2147483661" r:id="rId1"/>
    <p:sldLayoutId id="2147483695" r:id="rId2"/>
    <p:sldLayoutId id="2147483697" r:id="rId3"/>
    <p:sldLayoutId id="2147483690" r:id="rId4"/>
    <p:sldLayoutId id="2147483691" r:id="rId5"/>
    <p:sldLayoutId id="2147483692" r:id="rId6"/>
    <p:sldLayoutId id="2147483694" r:id="rId7"/>
  </p:sldLayoutIdLst>
  <p:timing>
    <p:tnLst>
      <p:par>
        <p:cTn id="1" dur="indefinite" restart="never" nodeType="tmRoot"/>
      </p:par>
    </p:tnLst>
  </p:timing>
  <p:txStyles>
    <p:titleStyle>
      <a:lvl1pPr algn="ctr" rtl="0" eaLnBrk="1" fontAlgn="base" hangingPunct="1">
        <a:spcBef>
          <a:spcPct val="0"/>
        </a:spcBef>
        <a:spcAft>
          <a:spcPct val="0"/>
        </a:spcAft>
        <a:defRPr sz="4158" kern="1200">
          <a:solidFill>
            <a:schemeClr val="tx1"/>
          </a:solidFill>
          <a:latin typeface="+mj-lt"/>
          <a:ea typeface="+mj-ea"/>
          <a:cs typeface="+mj-cs"/>
        </a:defRPr>
      </a:lvl1pPr>
      <a:lvl2pPr algn="ctr" rtl="0" eaLnBrk="1" fontAlgn="base" hangingPunct="1">
        <a:spcBef>
          <a:spcPct val="0"/>
        </a:spcBef>
        <a:spcAft>
          <a:spcPct val="0"/>
        </a:spcAft>
        <a:defRPr sz="4158">
          <a:solidFill>
            <a:schemeClr val="tx1"/>
          </a:solidFill>
          <a:latin typeface="Arial" charset="0"/>
          <a:ea typeface="黑体" pitchFamily="2" charset="-122"/>
        </a:defRPr>
      </a:lvl2pPr>
      <a:lvl3pPr algn="ctr" rtl="0" eaLnBrk="1" fontAlgn="base" hangingPunct="1">
        <a:spcBef>
          <a:spcPct val="0"/>
        </a:spcBef>
        <a:spcAft>
          <a:spcPct val="0"/>
        </a:spcAft>
        <a:defRPr sz="4158">
          <a:solidFill>
            <a:schemeClr val="tx1"/>
          </a:solidFill>
          <a:latin typeface="Arial" charset="0"/>
          <a:ea typeface="黑体" pitchFamily="2" charset="-122"/>
        </a:defRPr>
      </a:lvl3pPr>
      <a:lvl4pPr algn="ctr" rtl="0" eaLnBrk="1" fontAlgn="base" hangingPunct="1">
        <a:spcBef>
          <a:spcPct val="0"/>
        </a:spcBef>
        <a:spcAft>
          <a:spcPct val="0"/>
        </a:spcAft>
        <a:defRPr sz="4158">
          <a:solidFill>
            <a:schemeClr val="tx1"/>
          </a:solidFill>
          <a:latin typeface="Arial" charset="0"/>
          <a:ea typeface="黑体" pitchFamily="2" charset="-122"/>
        </a:defRPr>
      </a:lvl4pPr>
      <a:lvl5pPr algn="ctr" rtl="0" eaLnBrk="1" fontAlgn="base" hangingPunct="1">
        <a:spcBef>
          <a:spcPct val="0"/>
        </a:spcBef>
        <a:spcAft>
          <a:spcPct val="0"/>
        </a:spcAft>
        <a:defRPr sz="4158">
          <a:solidFill>
            <a:schemeClr val="tx1"/>
          </a:solidFill>
          <a:latin typeface="Arial" charset="0"/>
          <a:ea typeface="黑体" pitchFamily="2" charset="-122"/>
        </a:defRPr>
      </a:lvl5pPr>
      <a:lvl6pPr marL="432008" algn="ctr" rtl="0" eaLnBrk="1" fontAlgn="base" hangingPunct="1">
        <a:spcBef>
          <a:spcPct val="0"/>
        </a:spcBef>
        <a:spcAft>
          <a:spcPct val="0"/>
        </a:spcAft>
        <a:defRPr sz="4158">
          <a:solidFill>
            <a:schemeClr val="tx1"/>
          </a:solidFill>
          <a:latin typeface="Arial" charset="0"/>
          <a:ea typeface="黑体" pitchFamily="2" charset="-122"/>
        </a:defRPr>
      </a:lvl6pPr>
      <a:lvl7pPr marL="864017" algn="ctr" rtl="0" eaLnBrk="1" fontAlgn="base" hangingPunct="1">
        <a:spcBef>
          <a:spcPct val="0"/>
        </a:spcBef>
        <a:spcAft>
          <a:spcPct val="0"/>
        </a:spcAft>
        <a:defRPr sz="4158">
          <a:solidFill>
            <a:schemeClr val="tx1"/>
          </a:solidFill>
          <a:latin typeface="Arial" charset="0"/>
          <a:ea typeface="黑体" pitchFamily="2" charset="-122"/>
        </a:defRPr>
      </a:lvl7pPr>
      <a:lvl8pPr marL="1296025" algn="ctr" rtl="0" eaLnBrk="1" fontAlgn="base" hangingPunct="1">
        <a:spcBef>
          <a:spcPct val="0"/>
        </a:spcBef>
        <a:spcAft>
          <a:spcPct val="0"/>
        </a:spcAft>
        <a:defRPr sz="4158">
          <a:solidFill>
            <a:schemeClr val="tx1"/>
          </a:solidFill>
          <a:latin typeface="Arial" charset="0"/>
          <a:ea typeface="黑体" pitchFamily="2" charset="-122"/>
        </a:defRPr>
      </a:lvl8pPr>
      <a:lvl9pPr marL="1728033" algn="ctr" rtl="0" eaLnBrk="1" fontAlgn="base" hangingPunct="1">
        <a:spcBef>
          <a:spcPct val="0"/>
        </a:spcBef>
        <a:spcAft>
          <a:spcPct val="0"/>
        </a:spcAft>
        <a:defRPr sz="4158">
          <a:solidFill>
            <a:schemeClr val="tx1"/>
          </a:solidFill>
          <a:latin typeface="Arial" charset="0"/>
          <a:ea typeface="黑体" pitchFamily="2" charset="-122"/>
        </a:defRPr>
      </a:lvl9pPr>
    </p:titleStyle>
    <p:bodyStyle>
      <a:lvl1pPr marL="324006" indent="-324006" algn="l" rtl="0" eaLnBrk="1" fontAlgn="base" hangingPunct="1">
        <a:spcBef>
          <a:spcPct val="20000"/>
        </a:spcBef>
        <a:spcAft>
          <a:spcPct val="0"/>
        </a:spcAft>
        <a:buFont typeface="Arial" charset="0"/>
        <a:buChar char="•"/>
        <a:defRPr sz="3024" kern="1200">
          <a:solidFill>
            <a:schemeClr val="tx1"/>
          </a:solidFill>
          <a:latin typeface="+mn-lt"/>
          <a:ea typeface="+mn-ea"/>
          <a:cs typeface="+mn-cs"/>
        </a:defRPr>
      </a:lvl1pPr>
      <a:lvl2pPr marL="702013" indent="-270005" algn="l" rtl="0" eaLnBrk="1" fontAlgn="base" hangingPunct="1">
        <a:spcBef>
          <a:spcPct val="20000"/>
        </a:spcBef>
        <a:spcAft>
          <a:spcPct val="0"/>
        </a:spcAft>
        <a:buFont typeface="Arial" charset="0"/>
        <a:buChar char="–"/>
        <a:defRPr sz="2646" kern="1200">
          <a:solidFill>
            <a:schemeClr val="tx1"/>
          </a:solidFill>
          <a:latin typeface="+mn-lt"/>
          <a:ea typeface="+mn-ea"/>
          <a:cs typeface="+mn-cs"/>
        </a:defRPr>
      </a:lvl2pPr>
      <a:lvl3pPr marL="1080021" indent="-216004" algn="l" rtl="0" eaLnBrk="1" fontAlgn="base" hangingPunct="1">
        <a:spcBef>
          <a:spcPct val="20000"/>
        </a:spcBef>
        <a:spcAft>
          <a:spcPct val="0"/>
        </a:spcAft>
        <a:buFont typeface="Arial" charset="0"/>
        <a:buChar char="•"/>
        <a:defRPr sz="2268" kern="1200">
          <a:solidFill>
            <a:schemeClr val="tx1"/>
          </a:solidFill>
          <a:latin typeface="+mn-lt"/>
          <a:ea typeface="+mn-ea"/>
          <a:cs typeface="+mn-cs"/>
        </a:defRPr>
      </a:lvl3pPr>
      <a:lvl4pPr marL="1512029"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4pPr>
      <a:lvl5pPr marL="1944037"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5pPr>
      <a:lvl6pPr marL="2376046"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6pPr>
      <a:lvl7pPr marL="2808054"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7pPr>
      <a:lvl8pPr marL="3240062"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8pPr>
      <a:lvl9pPr marL="3672070"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9pPr>
    </p:bodyStyle>
    <p:otherStyle>
      <a:defPPr>
        <a:defRPr lang="zh-CN"/>
      </a:defPPr>
      <a:lvl1pPr marL="0" algn="l" defTabSz="864017" rtl="0" eaLnBrk="1" latinLnBrk="0" hangingPunct="1">
        <a:defRPr sz="1701" kern="1200">
          <a:solidFill>
            <a:schemeClr val="tx1"/>
          </a:solidFill>
          <a:latin typeface="+mn-lt"/>
          <a:ea typeface="+mn-ea"/>
          <a:cs typeface="+mn-cs"/>
        </a:defRPr>
      </a:lvl1pPr>
      <a:lvl2pPr marL="432008" algn="l" defTabSz="864017" rtl="0" eaLnBrk="1" latinLnBrk="0" hangingPunct="1">
        <a:defRPr sz="1701" kern="1200">
          <a:solidFill>
            <a:schemeClr val="tx1"/>
          </a:solidFill>
          <a:latin typeface="+mn-lt"/>
          <a:ea typeface="+mn-ea"/>
          <a:cs typeface="+mn-cs"/>
        </a:defRPr>
      </a:lvl2pPr>
      <a:lvl3pPr marL="864017" algn="l" defTabSz="864017" rtl="0" eaLnBrk="1" latinLnBrk="0" hangingPunct="1">
        <a:defRPr sz="1701" kern="1200">
          <a:solidFill>
            <a:schemeClr val="tx1"/>
          </a:solidFill>
          <a:latin typeface="+mn-lt"/>
          <a:ea typeface="+mn-ea"/>
          <a:cs typeface="+mn-cs"/>
        </a:defRPr>
      </a:lvl3pPr>
      <a:lvl4pPr marL="1296025" algn="l" defTabSz="864017" rtl="0" eaLnBrk="1" latinLnBrk="0" hangingPunct="1">
        <a:defRPr sz="1701" kern="1200">
          <a:solidFill>
            <a:schemeClr val="tx1"/>
          </a:solidFill>
          <a:latin typeface="+mn-lt"/>
          <a:ea typeface="+mn-ea"/>
          <a:cs typeface="+mn-cs"/>
        </a:defRPr>
      </a:lvl4pPr>
      <a:lvl5pPr marL="1728033" algn="l" defTabSz="864017" rtl="0" eaLnBrk="1" latinLnBrk="0" hangingPunct="1">
        <a:defRPr sz="1701" kern="1200">
          <a:solidFill>
            <a:schemeClr val="tx1"/>
          </a:solidFill>
          <a:latin typeface="+mn-lt"/>
          <a:ea typeface="+mn-ea"/>
          <a:cs typeface="+mn-cs"/>
        </a:defRPr>
      </a:lvl5pPr>
      <a:lvl6pPr marL="2160041" algn="l" defTabSz="864017" rtl="0" eaLnBrk="1" latinLnBrk="0" hangingPunct="1">
        <a:defRPr sz="1701" kern="1200">
          <a:solidFill>
            <a:schemeClr val="tx1"/>
          </a:solidFill>
          <a:latin typeface="+mn-lt"/>
          <a:ea typeface="+mn-ea"/>
          <a:cs typeface="+mn-cs"/>
        </a:defRPr>
      </a:lvl6pPr>
      <a:lvl7pPr marL="2592050" algn="l" defTabSz="864017" rtl="0" eaLnBrk="1" latinLnBrk="0" hangingPunct="1">
        <a:defRPr sz="1701" kern="1200">
          <a:solidFill>
            <a:schemeClr val="tx1"/>
          </a:solidFill>
          <a:latin typeface="+mn-lt"/>
          <a:ea typeface="+mn-ea"/>
          <a:cs typeface="+mn-cs"/>
        </a:defRPr>
      </a:lvl7pPr>
      <a:lvl8pPr marL="3024058" algn="l" defTabSz="864017" rtl="0" eaLnBrk="1" latinLnBrk="0" hangingPunct="1">
        <a:defRPr sz="1701" kern="1200">
          <a:solidFill>
            <a:schemeClr val="tx1"/>
          </a:solidFill>
          <a:latin typeface="+mn-lt"/>
          <a:ea typeface="+mn-ea"/>
          <a:cs typeface="+mn-cs"/>
        </a:defRPr>
      </a:lvl8pPr>
      <a:lvl9pPr marL="3456066" algn="l" defTabSz="864017" rtl="0" eaLnBrk="1" latinLnBrk="0" hangingPunct="1">
        <a:defRPr sz="17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slide" Target="slide4.xml"/><Relationship Id="rId1" Type="http://schemas.openxmlformats.org/officeDocument/2006/relationships/slideLayout" Target="../slideLayouts/slideLayout3.xml"/><Relationship Id="rId4" Type="http://schemas.openxmlformats.org/officeDocument/2006/relationships/slide" Target="slide13.xml"/></Relationships>
</file>

<file path=ppt/slides/_rels/slide4.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slide" Target="slide5.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4.xml"/><Relationship Id="rId1" Type="http://schemas.openxmlformats.org/officeDocument/2006/relationships/vmlDrawing" Target="../drawings/vmlDrawing1.vml"/><Relationship Id="rId5" Type="http://schemas.openxmlformats.org/officeDocument/2006/relationships/image" Target="../media/image4.emf"/><Relationship Id="rId4" Type="http://schemas.openxmlformats.org/officeDocument/2006/relationships/package" Target="../embeddings/Microsoft_Word___1.docx"/></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4.xml"/><Relationship Id="rId1" Type="http://schemas.openxmlformats.org/officeDocument/2006/relationships/vmlDrawing" Target="../drawings/vmlDrawing2.vml"/><Relationship Id="rId5" Type="http://schemas.openxmlformats.org/officeDocument/2006/relationships/image" Target="../media/image5.emf"/><Relationship Id="rId4" Type="http://schemas.openxmlformats.org/officeDocument/2006/relationships/package" Target="../embeddings/Microsoft_Word___2.docx"/></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4.xml"/><Relationship Id="rId1" Type="http://schemas.openxmlformats.org/officeDocument/2006/relationships/vmlDrawing" Target="../drawings/vmlDrawing3.vml"/><Relationship Id="rId5" Type="http://schemas.openxmlformats.org/officeDocument/2006/relationships/image" Target="../media/image6.emf"/><Relationship Id="rId4" Type="http://schemas.openxmlformats.org/officeDocument/2006/relationships/package" Target="../embeddings/Microsoft_Word___3.docx"/></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4.xml"/><Relationship Id="rId1" Type="http://schemas.openxmlformats.org/officeDocument/2006/relationships/vmlDrawing" Target="../drawings/vmlDrawing4.vml"/><Relationship Id="rId5" Type="http://schemas.openxmlformats.org/officeDocument/2006/relationships/image" Target="../media/image7.emf"/><Relationship Id="rId4" Type="http://schemas.openxmlformats.org/officeDocument/2006/relationships/package" Target="../embeddings/Microsoft_Word___4.docx"/></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4.xml"/><Relationship Id="rId1" Type="http://schemas.openxmlformats.org/officeDocument/2006/relationships/vmlDrawing" Target="../drawings/vmlDrawing5.vml"/><Relationship Id="rId5" Type="http://schemas.openxmlformats.org/officeDocument/2006/relationships/image" Target="../media/image8.emf"/><Relationship Id="rId4" Type="http://schemas.openxmlformats.org/officeDocument/2006/relationships/package" Target="../embeddings/Microsoft_Word___5.docx"/></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4.xml"/><Relationship Id="rId1" Type="http://schemas.openxmlformats.org/officeDocument/2006/relationships/vmlDrawing" Target="../drawings/vmlDrawing6.vml"/><Relationship Id="rId5" Type="http://schemas.openxmlformats.org/officeDocument/2006/relationships/image" Target="../media/image9.emf"/><Relationship Id="rId4" Type="http://schemas.openxmlformats.org/officeDocument/2006/relationships/package" Target="../embeddings/Microsoft_Word___6.docx"/></Relationships>
</file>

<file path=ppt/slides/_rels/slide13.xml.rels><?xml version="1.0" encoding="UTF-8" standalone="yes"?>
<Relationships xmlns="http://schemas.openxmlformats.org/package/2006/relationships"><Relationship Id="rId3" Type="http://schemas.openxmlformats.org/officeDocument/2006/relationships/slide" Target="slide41.xml"/><Relationship Id="rId2" Type="http://schemas.openxmlformats.org/officeDocument/2006/relationships/slide" Target="slide14.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oleObject" Target="../embeddings/oleObject7.bin"/><Relationship Id="rId7" Type="http://schemas.openxmlformats.org/officeDocument/2006/relationships/package" Target="../embeddings/Microsoft_Word___8.docx"/><Relationship Id="rId12" Type="http://schemas.openxmlformats.org/officeDocument/2006/relationships/image" Target="../media/image12.emf"/><Relationship Id="rId2" Type="http://schemas.openxmlformats.org/officeDocument/2006/relationships/slideLayout" Target="../slideLayouts/slideLayout4.xml"/><Relationship Id="rId1" Type="http://schemas.openxmlformats.org/officeDocument/2006/relationships/vmlDrawing" Target="../drawings/vmlDrawing7.vml"/><Relationship Id="rId6" Type="http://schemas.openxmlformats.org/officeDocument/2006/relationships/oleObject" Target="../embeddings/oleObject8.bin"/><Relationship Id="rId11" Type="http://schemas.openxmlformats.org/officeDocument/2006/relationships/package" Target="../embeddings/Microsoft_Word___9.docx"/><Relationship Id="rId5" Type="http://schemas.openxmlformats.org/officeDocument/2006/relationships/image" Target="../media/image10.emf"/><Relationship Id="rId10" Type="http://schemas.openxmlformats.org/officeDocument/2006/relationships/oleObject" Target="../embeddings/oleObject9.bin"/><Relationship Id="rId4" Type="http://schemas.openxmlformats.org/officeDocument/2006/relationships/package" Target="../embeddings/Microsoft_Word___7.docx"/><Relationship Id="rId9" Type="http://schemas.openxmlformats.org/officeDocument/2006/relationships/image" Target="../media/image13.jpeg"/></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slideLayout" Target="../slideLayouts/slideLayout4.xml"/><Relationship Id="rId1" Type="http://schemas.openxmlformats.org/officeDocument/2006/relationships/vmlDrawing" Target="../drawings/vmlDrawing8.vml"/><Relationship Id="rId6" Type="http://schemas.openxmlformats.org/officeDocument/2006/relationships/image" Target="../media/image15.emf"/><Relationship Id="rId5" Type="http://schemas.openxmlformats.org/officeDocument/2006/relationships/package" Target="../embeddings/Microsoft_Word___10.docx"/><Relationship Id="rId4" Type="http://schemas.openxmlformats.org/officeDocument/2006/relationships/oleObject" Target="../embeddings/oleObject10.bin"/></Relationships>
</file>

<file path=ppt/slides/_rels/slide17.xml.rels><?xml version="1.0" encoding="UTF-8" standalone="yes"?>
<Relationships xmlns="http://schemas.openxmlformats.org/package/2006/relationships"><Relationship Id="rId8" Type="http://schemas.openxmlformats.org/officeDocument/2006/relationships/image" Target="../media/image18.emf"/><Relationship Id="rId3" Type="http://schemas.openxmlformats.org/officeDocument/2006/relationships/oleObject" Target="../embeddings/oleObject11.bin"/><Relationship Id="rId7" Type="http://schemas.openxmlformats.org/officeDocument/2006/relationships/package" Target="../embeddings/Microsoft_Word___12.docx"/><Relationship Id="rId2" Type="http://schemas.openxmlformats.org/officeDocument/2006/relationships/slideLayout" Target="../slideLayouts/slideLayout4.xml"/><Relationship Id="rId1" Type="http://schemas.openxmlformats.org/officeDocument/2006/relationships/vmlDrawing" Target="../drawings/vmlDrawing9.vml"/><Relationship Id="rId6" Type="http://schemas.openxmlformats.org/officeDocument/2006/relationships/oleObject" Target="../embeddings/oleObject12.bin"/><Relationship Id="rId5" Type="http://schemas.openxmlformats.org/officeDocument/2006/relationships/image" Target="../media/image17.emf"/><Relationship Id="rId4" Type="http://schemas.openxmlformats.org/officeDocument/2006/relationships/package" Target="../embeddings/Microsoft_Word___11.docx"/></Relationships>
</file>

<file path=ppt/slides/_rels/slide18.xml.rels><?xml version="1.0" encoding="UTF-8" standalone="yes"?>
<Relationships xmlns="http://schemas.openxmlformats.org/package/2006/relationships"><Relationship Id="rId8" Type="http://schemas.openxmlformats.org/officeDocument/2006/relationships/image" Target="../media/image20.emf"/><Relationship Id="rId3" Type="http://schemas.openxmlformats.org/officeDocument/2006/relationships/oleObject" Target="../embeddings/oleObject13.bin"/><Relationship Id="rId7" Type="http://schemas.openxmlformats.org/officeDocument/2006/relationships/package" Target="../embeddings/Microsoft_Word___14.docx"/><Relationship Id="rId2" Type="http://schemas.openxmlformats.org/officeDocument/2006/relationships/slideLayout" Target="../slideLayouts/slideLayout4.xml"/><Relationship Id="rId1" Type="http://schemas.openxmlformats.org/officeDocument/2006/relationships/vmlDrawing" Target="../drawings/vmlDrawing10.vml"/><Relationship Id="rId6" Type="http://schemas.openxmlformats.org/officeDocument/2006/relationships/oleObject" Target="../embeddings/oleObject14.bin"/><Relationship Id="rId5" Type="http://schemas.openxmlformats.org/officeDocument/2006/relationships/image" Target="../media/image19.emf"/><Relationship Id="rId4" Type="http://schemas.openxmlformats.org/officeDocument/2006/relationships/package" Target="../embeddings/Microsoft_Word___13.docx"/></Relationships>
</file>

<file path=ppt/slides/_rels/slide19.xml.rels><?xml version="1.0" encoding="UTF-8" standalone="yes"?>
<Relationships xmlns="http://schemas.openxmlformats.org/package/2006/relationships"><Relationship Id="rId8" Type="http://schemas.openxmlformats.org/officeDocument/2006/relationships/image" Target="../media/image22.emf"/><Relationship Id="rId3" Type="http://schemas.openxmlformats.org/officeDocument/2006/relationships/oleObject" Target="../embeddings/oleObject15.bin"/><Relationship Id="rId7" Type="http://schemas.openxmlformats.org/officeDocument/2006/relationships/package" Target="../embeddings/Microsoft_Word___16.docx"/><Relationship Id="rId2" Type="http://schemas.openxmlformats.org/officeDocument/2006/relationships/slideLayout" Target="../slideLayouts/slideLayout4.xml"/><Relationship Id="rId1" Type="http://schemas.openxmlformats.org/officeDocument/2006/relationships/vmlDrawing" Target="../drawings/vmlDrawing11.vml"/><Relationship Id="rId6" Type="http://schemas.openxmlformats.org/officeDocument/2006/relationships/oleObject" Target="../embeddings/oleObject16.bin"/><Relationship Id="rId5" Type="http://schemas.openxmlformats.org/officeDocument/2006/relationships/image" Target="../media/image21.emf"/><Relationship Id="rId4" Type="http://schemas.openxmlformats.org/officeDocument/2006/relationships/package" Target="../embeddings/Microsoft_Word___15.docx"/></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8" Type="http://schemas.openxmlformats.org/officeDocument/2006/relationships/package" Target="../embeddings/Microsoft_Word___18.docx"/><Relationship Id="rId3" Type="http://schemas.openxmlformats.org/officeDocument/2006/relationships/image" Target="../media/image25.jpeg"/><Relationship Id="rId7" Type="http://schemas.openxmlformats.org/officeDocument/2006/relationships/oleObject" Target="../embeddings/oleObject18.bin"/><Relationship Id="rId2" Type="http://schemas.openxmlformats.org/officeDocument/2006/relationships/slideLayout" Target="../slideLayouts/slideLayout4.xml"/><Relationship Id="rId1" Type="http://schemas.openxmlformats.org/officeDocument/2006/relationships/vmlDrawing" Target="../drawings/vmlDrawing12.vml"/><Relationship Id="rId6" Type="http://schemas.openxmlformats.org/officeDocument/2006/relationships/image" Target="../media/image23.emf"/><Relationship Id="rId5" Type="http://schemas.openxmlformats.org/officeDocument/2006/relationships/package" Target="../embeddings/Microsoft_Word___17.docx"/><Relationship Id="rId4" Type="http://schemas.openxmlformats.org/officeDocument/2006/relationships/oleObject" Target="../embeddings/oleObject17.bin"/><Relationship Id="rId9" Type="http://schemas.openxmlformats.org/officeDocument/2006/relationships/image" Target="../media/image24.emf"/></Relationships>
</file>

<file path=ppt/slides/_rels/slide2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4.xml"/><Relationship Id="rId1" Type="http://schemas.openxmlformats.org/officeDocument/2006/relationships/vmlDrawing" Target="../drawings/vmlDrawing13.vml"/><Relationship Id="rId5" Type="http://schemas.openxmlformats.org/officeDocument/2006/relationships/image" Target="../media/image26.emf"/><Relationship Id="rId4" Type="http://schemas.openxmlformats.org/officeDocument/2006/relationships/package" Target="../embeddings/Microsoft_Word___19.docx"/></Relationships>
</file>

<file path=ppt/slides/_rels/slide24.xml.rels><?xml version="1.0" encoding="UTF-8" standalone="yes"?>
<Relationships xmlns="http://schemas.openxmlformats.org/package/2006/relationships"><Relationship Id="rId8" Type="http://schemas.openxmlformats.org/officeDocument/2006/relationships/image" Target="../media/image28.emf"/><Relationship Id="rId3" Type="http://schemas.openxmlformats.org/officeDocument/2006/relationships/oleObject" Target="../embeddings/oleObject20.bin"/><Relationship Id="rId7" Type="http://schemas.openxmlformats.org/officeDocument/2006/relationships/package" Target="../embeddings/Microsoft_Word___21.docx"/><Relationship Id="rId2" Type="http://schemas.openxmlformats.org/officeDocument/2006/relationships/slideLayout" Target="../slideLayouts/slideLayout4.xml"/><Relationship Id="rId1" Type="http://schemas.openxmlformats.org/officeDocument/2006/relationships/vmlDrawing" Target="../drawings/vmlDrawing14.vml"/><Relationship Id="rId6" Type="http://schemas.openxmlformats.org/officeDocument/2006/relationships/oleObject" Target="../embeddings/oleObject21.bin"/><Relationship Id="rId5" Type="http://schemas.openxmlformats.org/officeDocument/2006/relationships/image" Target="../media/image27.emf"/><Relationship Id="rId4" Type="http://schemas.openxmlformats.org/officeDocument/2006/relationships/package" Target="../embeddings/Microsoft_Word___20.docx"/></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4.xml"/><Relationship Id="rId1" Type="http://schemas.openxmlformats.org/officeDocument/2006/relationships/vmlDrawing" Target="../drawings/vmlDrawing15.vml"/><Relationship Id="rId5" Type="http://schemas.openxmlformats.org/officeDocument/2006/relationships/image" Target="../media/image29.emf"/><Relationship Id="rId4" Type="http://schemas.openxmlformats.org/officeDocument/2006/relationships/package" Target="../embeddings/Microsoft_Word___22.docx"/></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4.xml"/><Relationship Id="rId1" Type="http://schemas.openxmlformats.org/officeDocument/2006/relationships/vmlDrawing" Target="../drawings/vmlDrawing16.vml"/><Relationship Id="rId5" Type="http://schemas.openxmlformats.org/officeDocument/2006/relationships/image" Target="../media/image30.emf"/><Relationship Id="rId4" Type="http://schemas.openxmlformats.org/officeDocument/2006/relationships/package" Target="../embeddings/Microsoft_Word___23.docx"/></Relationships>
</file>

<file path=ppt/slides/_rels/slide27.xml.rels><?xml version="1.0" encoding="UTF-8" standalone="yes"?>
<Relationships xmlns="http://schemas.openxmlformats.org/package/2006/relationships"><Relationship Id="rId8" Type="http://schemas.openxmlformats.org/officeDocument/2006/relationships/image" Target="../media/image32.emf"/><Relationship Id="rId3" Type="http://schemas.openxmlformats.org/officeDocument/2006/relationships/oleObject" Target="../embeddings/oleObject24.bin"/><Relationship Id="rId7" Type="http://schemas.openxmlformats.org/officeDocument/2006/relationships/package" Target="../embeddings/Microsoft_Word___25.docx"/><Relationship Id="rId2" Type="http://schemas.openxmlformats.org/officeDocument/2006/relationships/slideLayout" Target="../slideLayouts/slideLayout4.xml"/><Relationship Id="rId1" Type="http://schemas.openxmlformats.org/officeDocument/2006/relationships/vmlDrawing" Target="../drawings/vmlDrawing17.vml"/><Relationship Id="rId6" Type="http://schemas.openxmlformats.org/officeDocument/2006/relationships/oleObject" Target="../embeddings/oleObject25.bin"/><Relationship Id="rId5" Type="http://schemas.openxmlformats.org/officeDocument/2006/relationships/image" Target="../media/image31.emf"/><Relationship Id="rId4" Type="http://schemas.openxmlformats.org/officeDocument/2006/relationships/package" Target="../embeddings/Microsoft_Word___24.docx"/><Relationship Id="rId9" Type="http://schemas.openxmlformats.org/officeDocument/2006/relationships/image" Target="../media/image33.jpeg"/></Relationships>
</file>

<file path=ppt/slides/_rels/slide28.xml.rels><?xml version="1.0" encoding="UTF-8" standalone="yes"?>
<Relationships xmlns="http://schemas.openxmlformats.org/package/2006/relationships"><Relationship Id="rId8" Type="http://schemas.openxmlformats.org/officeDocument/2006/relationships/image" Target="../media/image35.emf"/><Relationship Id="rId3" Type="http://schemas.openxmlformats.org/officeDocument/2006/relationships/oleObject" Target="../embeddings/oleObject26.bin"/><Relationship Id="rId7" Type="http://schemas.openxmlformats.org/officeDocument/2006/relationships/package" Target="../embeddings/Microsoft_Word___27.docx"/><Relationship Id="rId2" Type="http://schemas.openxmlformats.org/officeDocument/2006/relationships/slideLayout" Target="../slideLayouts/slideLayout4.xml"/><Relationship Id="rId1" Type="http://schemas.openxmlformats.org/officeDocument/2006/relationships/vmlDrawing" Target="../drawings/vmlDrawing18.vml"/><Relationship Id="rId6" Type="http://schemas.openxmlformats.org/officeDocument/2006/relationships/oleObject" Target="../embeddings/oleObject27.bin"/><Relationship Id="rId5" Type="http://schemas.openxmlformats.org/officeDocument/2006/relationships/image" Target="../media/image34.emf"/><Relationship Id="rId4" Type="http://schemas.openxmlformats.org/officeDocument/2006/relationships/package" Target="../embeddings/Microsoft_Word___26.docx"/></Relationships>
</file>

<file path=ppt/slides/_rels/slide2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slideLayout" Target="../slideLayouts/slideLayout4.xml"/><Relationship Id="rId1" Type="http://schemas.openxmlformats.org/officeDocument/2006/relationships/vmlDrawing" Target="../drawings/vmlDrawing19.vml"/><Relationship Id="rId6" Type="http://schemas.openxmlformats.org/officeDocument/2006/relationships/image" Target="../media/image36.emf"/><Relationship Id="rId5" Type="http://schemas.openxmlformats.org/officeDocument/2006/relationships/package" Target="../embeddings/Microsoft_Word___28.docx"/><Relationship Id="rId4" Type="http://schemas.openxmlformats.org/officeDocument/2006/relationships/oleObject" Target="../embeddings/oleObject28.bin"/></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4.xml"/><Relationship Id="rId1" Type="http://schemas.openxmlformats.org/officeDocument/2006/relationships/vmlDrawing" Target="../drawings/vmlDrawing20.vml"/><Relationship Id="rId5" Type="http://schemas.openxmlformats.org/officeDocument/2006/relationships/image" Target="../media/image37.emf"/><Relationship Id="rId4" Type="http://schemas.openxmlformats.org/officeDocument/2006/relationships/package" Target="../embeddings/Microsoft_Word___29.docx"/></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4.xml"/><Relationship Id="rId1" Type="http://schemas.openxmlformats.org/officeDocument/2006/relationships/vmlDrawing" Target="../drawings/vmlDrawing21.vml"/><Relationship Id="rId5" Type="http://schemas.openxmlformats.org/officeDocument/2006/relationships/image" Target="../media/image38.emf"/><Relationship Id="rId4" Type="http://schemas.openxmlformats.org/officeDocument/2006/relationships/package" Target="../embeddings/Microsoft_Word___30.docx"/></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4.xml"/><Relationship Id="rId1" Type="http://schemas.openxmlformats.org/officeDocument/2006/relationships/vmlDrawing" Target="../drawings/vmlDrawing22.vml"/><Relationship Id="rId5" Type="http://schemas.openxmlformats.org/officeDocument/2006/relationships/image" Target="../media/image39.emf"/><Relationship Id="rId4" Type="http://schemas.openxmlformats.org/officeDocument/2006/relationships/package" Target="../embeddings/Microsoft_Word___31.docx"/></Relationships>
</file>

<file path=ppt/slides/_rels/slide33.xml.rels><?xml version="1.0" encoding="UTF-8" standalone="yes"?>
<Relationships xmlns="http://schemas.openxmlformats.org/package/2006/relationships"><Relationship Id="rId8" Type="http://schemas.openxmlformats.org/officeDocument/2006/relationships/image" Target="../media/image41.emf"/><Relationship Id="rId3" Type="http://schemas.openxmlformats.org/officeDocument/2006/relationships/oleObject" Target="../embeddings/oleObject32.bin"/><Relationship Id="rId7" Type="http://schemas.openxmlformats.org/officeDocument/2006/relationships/package" Target="../embeddings/Microsoft_Word___33.docx"/><Relationship Id="rId2" Type="http://schemas.openxmlformats.org/officeDocument/2006/relationships/slideLayout" Target="../slideLayouts/slideLayout4.xml"/><Relationship Id="rId1" Type="http://schemas.openxmlformats.org/officeDocument/2006/relationships/vmlDrawing" Target="../drawings/vmlDrawing23.vml"/><Relationship Id="rId6" Type="http://schemas.openxmlformats.org/officeDocument/2006/relationships/oleObject" Target="../embeddings/oleObject33.bin"/><Relationship Id="rId5" Type="http://schemas.openxmlformats.org/officeDocument/2006/relationships/image" Target="../media/image40.emf"/><Relationship Id="rId4" Type="http://schemas.openxmlformats.org/officeDocument/2006/relationships/package" Target="../embeddings/Microsoft_Word___32.docx"/></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4.xml"/><Relationship Id="rId1" Type="http://schemas.openxmlformats.org/officeDocument/2006/relationships/vmlDrawing" Target="../drawings/vmlDrawing24.vml"/><Relationship Id="rId5" Type="http://schemas.openxmlformats.org/officeDocument/2006/relationships/image" Target="../media/image42.emf"/><Relationship Id="rId4" Type="http://schemas.openxmlformats.org/officeDocument/2006/relationships/package" Target="../embeddings/Microsoft_Word___34.docx"/></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Layout" Target="../slideLayouts/slideLayout4.xml"/><Relationship Id="rId1" Type="http://schemas.openxmlformats.org/officeDocument/2006/relationships/vmlDrawing" Target="../drawings/vmlDrawing25.vml"/><Relationship Id="rId5" Type="http://schemas.openxmlformats.org/officeDocument/2006/relationships/image" Target="../media/image43.emf"/><Relationship Id="rId4" Type="http://schemas.openxmlformats.org/officeDocument/2006/relationships/package" Target="../embeddings/Microsoft_Word___35.docx"/></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4.xml"/><Relationship Id="rId1" Type="http://schemas.openxmlformats.org/officeDocument/2006/relationships/vmlDrawing" Target="../drawings/vmlDrawing26.vml"/><Relationship Id="rId6" Type="http://schemas.openxmlformats.org/officeDocument/2006/relationships/image" Target="../media/image45.jpeg"/><Relationship Id="rId5" Type="http://schemas.openxmlformats.org/officeDocument/2006/relationships/image" Target="../media/image44.emf"/><Relationship Id="rId4" Type="http://schemas.openxmlformats.org/officeDocument/2006/relationships/package" Target="../embeddings/Microsoft_Word___36.docx"/></Relationships>
</file>

<file path=ppt/slides/_rels/slide3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Layout" Target="../slideLayouts/slideLayout4.xml"/><Relationship Id="rId1" Type="http://schemas.openxmlformats.org/officeDocument/2006/relationships/vmlDrawing" Target="../drawings/vmlDrawing27.vml"/><Relationship Id="rId5" Type="http://schemas.openxmlformats.org/officeDocument/2006/relationships/image" Target="../media/image46.emf"/><Relationship Id="rId4" Type="http://schemas.openxmlformats.org/officeDocument/2006/relationships/package" Target="../embeddings/Microsoft_Word___37.docx"/></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4.xml"/><Relationship Id="rId1" Type="http://schemas.openxmlformats.org/officeDocument/2006/relationships/vmlDrawing" Target="../drawings/vmlDrawing28.vml"/><Relationship Id="rId5" Type="http://schemas.openxmlformats.org/officeDocument/2006/relationships/image" Target="../media/image47.emf"/><Relationship Id="rId4" Type="http://schemas.openxmlformats.org/officeDocument/2006/relationships/package" Target="../embeddings/Microsoft_Word___38.docx"/></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4.xml"/><Relationship Id="rId1" Type="http://schemas.openxmlformats.org/officeDocument/2006/relationships/vmlDrawing" Target="../drawings/vmlDrawing29.vml"/><Relationship Id="rId5" Type="http://schemas.openxmlformats.org/officeDocument/2006/relationships/image" Target="../media/image48.emf"/><Relationship Id="rId4" Type="http://schemas.openxmlformats.org/officeDocument/2006/relationships/package" Target="../embeddings/Microsoft_Word___39.docx"/></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4.xml"/><Relationship Id="rId1" Type="http://schemas.openxmlformats.org/officeDocument/2006/relationships/vmlDrawing" Target="../drawings/vmlDrawing30.vml"/><Relationship Id="rId5" Type="http://schemas.openxmlformats.org/officeDocument/2006/relationships/image" Target="../media/image49.emf"/><Relationship Id="rId4" Type="http://schemas.openxmlformats.org/officeDocument/2006/relationships/package" Target="../embeddings/Microsoft_Word___40.docx"/></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Layout" Target="../slideLayouts/slideLayout4.xml"/><Relationship Id="rId1" Type="http://schemas.openxmlformats.org/officeDocument/2006/relationships/vmlDrawing" Target="../drawings/vmlDrawing31.vml"/><Relationship Id="rId5" Type="http://schemas.openxmlformats.org/officeDocument/2006/relationships/image" Target="../media/image50.emf"/><Relationship Id="rId4" Type="http://schemas.openxmlformats.org/officeDocument/2006/relationships/package" Target="../embeddings/Microsoft_Word___41.docx"/></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Layout" Target="../slideLayouts/slideLayout4.xml"/><Relationship Id="rId1" Type="http://schemas.openxmlformats.org/officeDocument/2006/relationships/vmlDrawing" Target="../drawings/vmlDrawing32.vml"/><Relationship Id="rId5" Type="http://schemas.openxmlformats.org/officeDocument/2006/relationships/image" Target="../media/image51.emf"/><Relationship Id="rId4" Type="http://schemas.openxmlformats.org/officeDocument/2006/relationships/package" Target="../embeddings/Microsoft_Word___42.docx"/></Relationships>
</file>

<file path=ppt/slides/_rels/slide4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8" Type="http://schemas.openxmlformats.org/officeDocument/2006/relationships/image" Target="../media/image53.emf"/><Relationship Id="rId3" Type="http://schemas.openxmlformats.org/officeDocument/2006/relationships/oleObject" Target="../embeddings/oleObject43.bin"/><Relationship Id="rId7" Type="http://schemas.openxmlformats.org/officeDocument/2006/relationships/package" Target="../embeddings/Microsoft_Word___44.docx"/><Relationship Id="rId2" Type="http://schemas.openxmlformats.org/officeDocument/2006/relationships/slideLayout" Target="../slideLayouts/slideLayout4.xml"/><Relationship Id="rId1" Type="http://schemas.openxmlformats.org/officeDocument/2006/relationships/vmlDrawing" Target="../drawings/vmlDrawing33.vml"/><Relationship Id="rId6" Type="http://schemas.openxmlformats.org/officeDocument/2006/relationships/oleObject" Target="../embeddings/oleObject44.bin"/><Relationship Id="rId5" Type="http://schemas.openxmlformats.org/officeDocument/2006/relationships/image" Target="../media/image52.emf"/><Relationship Id="rId4" Type="http://schemas.openxmlformats.org/officeDocument/2006/relationships/package" Target="../embeddings/Microsoft_Word___43.docx"/></Relationships>
</file>

<file path=ppt/slides/_rels/slide47.xml.rels><?xml version="1.0" encoding="UTF-8" standalone="yes"?>
<Relationships xmlns="http://schemas.openxmlformats.org/package/2006/relationships"><Relationship Id="rId8" Type="http://schemas.openxmlformats.org/officeDocument/2006/relationships/image" Target="../media/image55.emf"/><Relationship Id="rId3" Type="http://schemas.openxmlformats.org/officeDocument/2006/relationships/oleObject" Target="../embeddings/oleObject45.bin"/><Relationship Id="rId7" Type="http://schemas.openxmlformats.org/officeDocument/2006/relationships/package" Target="../embeddings/Microsoft_Word___46.docx"/><Relationship Id="rId2" Type="http://schemas.openxmlformats.org/officeDocument/2006/relationships/slideLayout" Target="../slideLayouts/slideLayout4.xml"/><Relationship Id="rId1" Type="http://schemas.openxmlformats.org/officeDocument/2006/relationships/vmlDrawing" Target="../drawings/vmlDrawing34.vml"/><Relationship Id="rId6" Type="http://schemas.openxmlformats.org/officeDocument/2006/relationships/oleObject" Target="../embeddings/oleObject46.bin"/><Relationship Id="rId5" Type="http://schemas.openxmlformats.org/officeDocument/2006/relationships/image" Target="../media/image54.emf"/><Relationship Id="rId4" Type="http://schemas.openxmlformats.org/officeDocument/2006/relationships/package" Target="../embeddings/Microsoft_Word___45.docx"/></Relationships>
</file>

<file path=ppt/slides/_rels/slide48.xml.rels><?xml version="1.0" encoding="UTF-8" standalone="yes"?>
<Relationships xmlns="http://schemas.openxmlformats.org/package/2006/relationships"><Relationship Id="rId8" Type="http://schemas.openxmlformats.org/officeDocument/2006/relationships/image" Target="../media/image57.emf"/><Relationship Id="rId13" Type="http://schemas.openxmlformats.org/officeDocument/2006/relationships/package" Target="../embeddings/Microsoft_Word___50.docx"/><Relationship Id="rId3" Type="http://schemas.openxmlformats.org/officeDocument/2006/relationships/oleObject" Target="../embeddings/oleObject47.bin"/><Relationship Id="rId7" Type="http://schemas.openxmlformats.org/officeDocument/2006/relationships/package" Target="../embeddings/Microsoft_Word___48.docx"/><Relationship Id="rId12" Type="http://schemas.openxmlformats.org/officeDocument/2006/relationships/oleObject" Target="../embeddings/oleObject50.bin"/><Relationship Id="rId2" Type="http://schemas.openxmlformats.org/officeDocument/2006/relationships/slideLayout" Target="../slideLayouts/slideLayout4.xml"/><Relationship Id="rId1" Type="http://schemas.openxmlformats.org/officeDocument/2006/relationships/vmlDrawing" Target="../drawings/vmlDrawing35.vml"/><Relationship Id="rId6" Type="http://schemas.openxmlformats.org/officeDocument/2006/relationships/oleObject" Target="../embeddings/oleObject48.bin"/><Relationship Id="rId11" Type="http://schemas.openxmlformats.org/officeDocument/2006/relationships/image" Target="../media/image58.emf"/><Relationship Id="rId5" Type="http://schemas.openxmlformats.org/officeDocument/2006/relationships/image" Target="../media/image56.emf"/><Relationship Id="rId10" Type="http://schemas.openxmlformats.org/officeDocument/2006/relationships/package" Target="../embeddings/Microsoft_Word___49.docx"/><Relationship Id="rId4" Type="http://schemas.openxmlformats.org/officeDocument/2006/relationships/package" Target="../embeddings/Microsoft_Word___47.docx"/><Relationship Id="rId9" Type="http://schemas.openxmlformats.org/officeDocument/2006/relationships/oleObject" Target="../embeddings/oleObject49.bin"/><Relationship Id="rId14" Type="http://schemas.openxmlformats.org/officeDocument/2006/relationships/image" Target="../media/image59.emf"/></Relationships>
</file>

<file path=ppt/slides/_rels/slide4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image" Target="../media/image61.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slideLayout" Target="../slideLayouts/slideLayout4.xml"/><Relationship Id="rId1" Type="http://schemas.openxmlformats.org/officeDocument/2006/relationships/vmlDrawing" Target="../drawings/vmlDrawing36.vml"/><Relationship Id="rId6" Type="http://schemas.openxmlformats.org/officeDocument/2006/relationships/image" Target="../media/image63.emf"/><Relationship Id="rId5" Type="http://schemas.openxmlformats.org/officeDocument/2006/relationships/package" Target="../embeddings/Microsoft_Word___51.docx"/><Relationship Id="rId4" Type="http://schemas.openxmlformats.org/officeDocument/2006/relationships/oleObject" Target="../embeddings/oleObject51.bin"/></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Layout" Target="../slideLayouts/slideLayout4.xml"/><Relationship Id="rId1" Type="http://schemas.openxmlformats.org/officeDocument/2006/relationships/vmlDrawing" Target="../drawings/vmlDrawing37.vml"/><Relationship Id="rId5" Type="http://schemas.openxmlformats.org/officeDocument/2006/relationships/image" Target="../media/image65.emf"/><Relationship Id="rId4" Type="http://schemas.openxmlformats.org/officeDocument/2006/relationships/package" Target="../embeddings/Microsoft_Word___52.docx"/></Relationships>
</file>

<file path=ppt/slides/_rels/slide54.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Layout" Target="../slideLayouts/slideLayout4.xml"/><Relationship Id="rId1" Type="http://schemas.openxmlformats.org/officeDocument/2006/relationships/vmlDrawing" Target="../drawings/vmlDrawing38.vml"/><Relationship Id="rId5" Type="http://schemas.openxmlformats.org/officeDocument/2006/relationships/image" Target="../media/image66.emf"/><Relationship Id="rId4" Type="http://schemas.openxmlformats.org/officeDocument/2006/relationships/package" Target="../embeddings/Microsoft_Word___53.docx"/></Relationships>
</file>

<file path=ppt/slides/_rels/slide56.xml.rels><?xml version="1.0" encoding="UTF-8" standalone="yes"?>
<Relationships xmlns="http://schemas.openxmlformats.org/package/2006/relationships"><Relationship Id="rId8" Type="http://schemas.openxmlformats.org/officeDocument/2006/relationships/image" Target="../media/image68.emf"/><Relationship Id="rId3" Type="http://schemas.openxmlformats.org/officeDocument/2006/relationships/oleObject" Target="../embeddings/oleObject54.bin"/><Relationship Id="rId7" Type="http://schemas.openxmlformats.org/officeDocument/2006/relationships/package" Target="../embeddings/Microsoft_Word___55.docx"/><Relationship Id="rId2" Type="http://schemas.openxmlformats.org/officeDocument/2006/relationships/slideLayout" Target="../slideLayouts/slideLayout4.xml"/><Relationship Id="rId1" Type="http://schemas.openxmlformats.org/officeDocument/2006/relationships/vmlDrawing" Target="../drawings/vmlDrawing39.vml"/><Relationship Id="rId6" Type="http://schemas.openxmlformats.org/officeDocument/2006/relationships/oleObject" Target="../embeddings/oleObject55.bin"/><Relationship Id="rId11" Type="http://schemas.openxmlformats.org/officeDocument/2006/relationships/image" Target="../media/image69.emf"/><Relationship Id="rId5" Type="http://schemas.openxmlformats.org/officeDocument/2006/relationships/image" Target="../media/image67.emf"/><Relationship Id="rId10" Type="http://schemas.openxmlformats.org/officeDocument/2006/relationships/package" Target="../embeddings/Microsoft_Word___56.docx"/><Relationship Id="rId4" Type="http://schemas.openxmlformats.org/officeDocument/2006/relationships/package" Target="../embeddings/Microsoft_Word___54.docx"/><Relationship Id="rId9" Type="http://schemas.openxmlformats.org/officeDocument/2006/relationships/oleObject" Target="../embeddings/oleObject56.bin"/></Relationships>
</file>

<file path=ppt/slides/_rels/slide57.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slideLayout" Target="../slideLayouts/slideLayout4.xml"/><Relationship Id="rId1" Type="http://schemas.openxmlformats.org/officeDocument/2006/relationships/vmlDrawing" Target="../drawings/vmlDrawing40.vml"/><Relationship Id="rId6" Type="http://schemas.openxmlformats.org/officeDocument/2006/relationships/image" Target="../media/image71.jpeg"/><Relationship Id="rId5" Type="http://schemas.openxmlformats.org/officeDocument/2006/relationships/image" Target="../media/image70.emf"/><Relationship Id="rId4" Type="http://schemas.openxmlformats.org/officeDocument/2006/relationships/package" Target="../embeddings/Microsoft_Word___57.docx"/></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slideLayout" Target="../slideLayouts/slideLayout4.xml"/><Relationship Id="rId1" Type="http://schemas.openxmlformats.org/officeDocument/2006/relationships/vmlDrawing" Target="../drawings/vmlDrawing41.vml"/><Relationship Id="rId5" Type="http://schemas.openxmlformats.org/officeDocument/2006/relationships/image" Target="../media/image72.emf"/><Relationship Id="rId4" Type="http://schemas.openxmlformats.org/officeDocument/2006/relationships/package" Target="../embeddings/Microsoft_Word___58.docx"/></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slideLayout" Target="../slideLayouts/slideLayout4.xml"/><Relationship Id="rId1" Type="http://schemas.openxmlformats.org/officeDocument/2006/relationships/vmlDrawing" Target="../drawings/vmlDrawing42.vml"/><Relationship Id="rId5" Type="http://schemas.openxmlformats.org/officeDocument/2006/relationships/image" Target="../media/image73.emf"/><Relationship Id="rId4" Type="http://schemas.openxmlformats.org/officeDocument/2006/relationships/package" Target="../embeddings/Microsoft_Word___59.docx"/></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slideLayout" Target="../slideLayouts/slideLayout4.xml"/><Relationship Id="rId1" Type="http://schemas.openxmlformats.org/officeDocument/2006/relationships/vmlDrawing" Target="../drawings/vmlDrawing43.vml"/><Relationship Id="rId5" Type="http://schemas.openxmlformats.org/officeDocument/2006/relationships/image" Target="../media/image74.emf"/><Relationship Id="rId4" Type="http://schemas.openxmlformats.org/officeDocument/2006/relationships/package" Target="../embeddings/Microsoft_Word___60.docx"/></Relationships>
</file>

<file path=ppt/slides/_rels/slide6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slideLayout" Target="../slideLayouts/slideLayout4.xml"/><Relationship Id="rId1" Type="http://schemas.openxmlformats.org/officeDocument/2006/relationships/vmlDrawing" Target="../drawings/vmlDrawing44.vml"/><Relationship Id="rId5" Type="http://schemas.openxmlformats.org/officeDocument/2006/relationships/image" Target="../media/image75.emf"/><Relationship Id="rId4" Type="http://schemas.openxmlformats.org/officeDocument/2006/relationships/package" Target="../embeddings/Microsoft_Word___61.docx"/></Relationships>
</file>

<file path=ppt/slides/_rels/slide64.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51336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sp>
        <p:nvSpPr>
          <p:cNvPr id="10" name="矩形 9"/>
          <p:cNvSpPr>
            <a:spLocks noChangeAspect="1"/>
          </p:cNvSpPr>
          <p:nvPr/>
        </p:nvSpPr>
        <p:spPr>
          <a:xfrm>
            <a:off x="361950" y="2447999"/>
            <a:ext cx="10807700" cy="1094339"/>
          </a:xfrm>
          <a:prstGeom prst="rect">
            <a:avLst/>
          </a:prstGeom>
        </p:spPr>
        <p:txBody>
          <a:bodyPr>
            <a:spAutoFit/>
          </a:bodyPr>
          <a:lstStyle/>
          <a:p>
            <a:pPr algn="ctr">
              <a:lnSpc>
                <a:spcPct val="120000"/>
              </a:lnSpc>
              <a:spcAft>
                <a:spcPts val="0"/>
              </a:spcAft>
              <a:tabLst>
                <a:tab pos="1029335" algn="l"/>
                <a:tab pos="1850390" algn="l"/>
                <a:tab pos="2538095" algn="l"/>
                <a:tab pos="3221990" algn="l"/>
              </a:tabLst>
            </a:pPr>
            <a:r>
              <a:rPr lang="zh-CN" altLang="zh-CN" sz="6000" dirty="0">
                <a:solidFill>
                  <a:srgbClr val="002060"/>
                </a:solidFill>
                <a:latin typeface="Arial" panose="020B0604020202020204" pitchFamily="34" charset="0"/>
                <a:cs typeface="Times New Roman" panose="02020603050405020304" pitchFamily="18" charset="0"/>
              </a:rPr>
              <a:t>第</a:t>
            </a:r>
            <a:r>
              <a:rPr lang="en-US" altLang="zh-CN" sz="6000" dirty="0">
                <a:solidFill>
                  <a:srgbClr val="002060"/>
                </a:solidFill>
                <a:ea typeface="宋体" panose="02010600030101010101" pitchFamily="2" charset="-122"/>
                <a:cs typeface="Times New Roman" panose="02020603050405020304" pitchFamily="18" charset="0"/>
              </a:rPr>
              <a:t>1</a:t>
            </a:r>
            <a:r>
              <a:rPr lang="zh-CN" altLang="zh-CN" sz="6000" dirty="0">
                <a:solidFill>
                  <a:srgbClr val="002060"/>
                </a:solidFill>
                <a:latin typeface="Arial" panose="020B0604020202020204" pitchFamily="34" charset="0"/>
                <a:cs typeface="Times New Roman" panose="02020603050405020304" pitchFamily="18" charset="0"/>
              </a:rPr>
              <a:t>课时</a:t>
            </a:r>
            <a:r>
              <a:rPr lang="zh-CN" altLang="zh-CN" sz="6000" dirty="0">
                <a:solidFill>
                  <a:srgbClr val="002060"/>
                </a:solidFill>
                <a:ea typeface="宋体" panose="02010600030101010101" pitchFamily="2" charset="-122"/>
                <a:cs typeface="Times New Roman" panose="02020603050405020304" pitchFamily="18" charset="0"/>
              </a:rPr>
              <a:t>　</a:t>
            </a:r>
            <a:r>
              <a:rPr lang="zh-CN" altLang="zh-CN" sz="6000" dirty="0">
                <a:solidFill>
                  <a:srgbClr val="002060"/>
                </a:solidFill>
                <a:latin typeface="Arial" panose="020B0604020202020204" pitchFamily="34" charset="0"/>
                <a:cs typeface="Times New Roman" panose="02020603050405020304" pitchFamily="18" charset="0"/>
              </a:rPr>
              <a:t>平面向量及其应用</a:t>
            </a:r>
            <a:endParaRPr lang="zh-CN" altLang="zh-CN" sz="6000" dirty="0">
              <a:solidFill>
                <a:srgbClr val="00206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75423352"/>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80">
                                          <p:stCondLst>
                                            <p:cond delay="0"/>
                                          </p:stCondLst>
                                        </p:cTn>
                                        <p:tgtEl>
                                          <p:spTgt spid="10"/>
                                        </p:tgtEl>
                                      </p:cBhvr>
                                    </p:animEffect>
                                    <p:anim calcmode="lin" valueType="num">
                                      <p:cBhvr>
                                        <p:cTn id="8"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13" dur="26">
                                          <p:stCondLst>
                                            <p:cond delay="650"/>
                                          </p:stCondLst>
                                        </p:cTn>
                                        <p:tgtEl>
                                          <p:spTgt spid="10"/>
                                        </p:tgtEl>
                                      </p:cBhvr>
                                      <p:to x="100000" y="60000"/>
                                    </p:animScale>
                                    <p:animScale>
                                      <p:cBhvr>
                                        <p:cTn id="14" dur="166" decel="50000">
                                          <p:stCondLst>
                                            <p:cond delay="676"/>
                                          </p:stCondLst>
                                        </p:cTn>
                                        <p:tgtEl>
                                          <p:spTgt spid="10"/>
                                        </p:tgtEl>
                                      </p:cBhvr>
                                      <p:to x="100000" y="100000"/>
                                    </p:animScale>
                                    <p:animScale>
                                      <p:cBhvr>
                                        <p:cTn id="15" dur="26">
                                          <p:stCondLst>
                                            <p:cond delay="1312"/>
                                          </p:stCondLst>
                                        </p:cTn>
                                        <p:tgtEl>
                                          <p:spTgt spid="10"/>
                                        </p:tgtEl>
                                      </p:cBhvr>
                                      <p:to x="100000" y="80000"/>
                                    </p:animScale>
                                    <p:animScale>
                                      <p:cBhvr>
                                        <p:cTn id="16" dur="166" decel="50000">
                                          <p:stCondLst>
                                            <p:cond delay="1338"/>
                                          </p:stCondLst>
                                        </p:cTn>
                                        <p:tgtEl>
                                          <p:spTgt spid="10"/>
                                        </p:tgtEl>
                                      </p:cBhvr>
                                      <p:to x="100000" y="100000"/>
                                    </p:animScale>
                                    <p:animScale>
                                      <p:cBhvr>
                                        <p:cTn id="17" dur="26">
                                          <p:stCondLst>
                                            <p:cond delay="1642"/>
                                          </p:stCondLst>
                                        </p:cTn>
                                        <p:tgtEl>
                                          <p:spTgt spid="10"/>
                                        </p:tgtEl>
                                      </p:cBhvr>
                                      <p:to x="100000" y="90000"/>
                                    </p:animScale>
                                    <p:animScale>
                                      <p:cBhvr>
                                        <p:cTn id="18" dur="166" decel="50000">
                                          <p:stCondLst>
                                            <p:cond delay="1668"/>
                                          </p:stCondLst>
                                        </p:cTn>
                                        <p:tgtEl>
                                          <p:spTgt spid="10"/>
                                        </p:tgtEl>
                                      </p:cBhvr>
                                      <p:to x="100000" y="100000"/>
                                    </p:animScale>
                                    <p:animScale>
                                      <p:cBhvr>
                                        <p:cTn id="19" dur="26">
                                          <p:stCondLst>
                                            <p:cond delay="1808"/>
                                          </p:stCondLst>
                                        </p:cTn>
                                        <p:tgtEl>
                                          <p:spTgt spid="10"/>
                                        </p:tgtEl>
                                      </p:cBhvr>
                                      <p:to x="100000" y="95000"/>
                                    </p:animScale>
                                    <p:animScale>
                                      <p:cBhvr>
                                        <p:cTn id="20" dur="166" decel="50000">
                                          <p:stCondLst>
                                            <p:cond delay="1834"/>
                                          </p:stCondLst>
                                        </p:cTn>
                                        <p:tgtEl>
                                          <p:spTgt spid="1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图文框 3">
            <a:hlinkClick r:id="rId2" action="ppaction://hlinksldjump">
              <a:snd r:embed="rId3" name="chimes.wav"/>
            </a:hlinkClick>
          </p:cNvPr>
          <p:cNvSpPr/>
          <p:nvPr/>
        </p:nvSpPr>
        <p:spPr>
          <a:xfrm>
            <a:off x="1728589" y="1439887"/>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4400" dirty="0" smtClean="0">
                <a:solidFill>
                  <a:srgbClr val="0070C0"/>
                </a:solidFill>
                <a:latin typeface="华文新魏" panose="02010800040101010101" pitchFamily="2" charset="-122"/>
                <a:ea typeface="华文新魏" panose="02010800040101010101" pitchFamily="2" charset="-122"/>
              </a:rPr>
              <a:t>知识梳理</a:t>
            </a:r>
            <a:r>
              <a:rPr lang="en-US" altLang="zh-CN" sz="4400" dirty="0" smtClean="0">
                <a:solidFill>
                  <a:srgbClr val="0070C0"/>
                </a:solidFill>
                <a:latin typeface="华文新魏" panose="02010800040101010101" pitchFamily="2" charset="-122"/>
                <a:ea typeface="华文新魏" panose="02010800040101010101" pitchFamily="2" charset="-122"/>
              </a:rPr>
              <a:t>·</a:t>
            </a:r>
            <a:r>
              <a:rPr lang="zh-CN" altLang="en-US" sz="4400" dirty="0" smtClean="0">
                <a:solidFill>
                  <a:srgbClr val="0070C0"/>
                </a:solidFill>
                <a:latin typeface="华文新魏" panose="02010800040101010101" pitchFamily="2" charset="-122"/>
                <a:ea typeface="华文新魏" panose="02010800040101010101" pitchFamily="2" charset="-122"/>
              </a:rPr>
              <a:t>构建体系</a:t>
            </a:r>
            <a:endParaRPr lang="zh-CN" altLang="zh-CN" sz="4400" dirty="0">
              <a:solidFill>
                <a:srgbClr val="0070C0"/>
              </a:solidFill>
              <a:latin typeface="华文新魏" panose="02010800040101010101" pitchFamily="2" charset="-122"/>
              <a:ea typeface="华文新魏" panose="02010800040101010101" pitchFamily="2" charset="-122"/>
            </a:endParaRPr>
          </a:p>
        </p:txBody>
      </p:sp>
      <p:sp>
        <p:nvSpPr>
          <p:cNvPr id="7" name="图文框 6">
            <a:hlinkClick r:id="rId4" action="ppaction://hlinksldjump">
              <a:snd r:embed="rId3" name="chimes.wav"/>
            </a:hlinkClick>
          </p:cNvPr>
          <p:cNvSpPr/>
          <p:nvPr/>
        </p:nvSpPr>
        <p:spPr>
          <a:xfrm>
            <a:off x="1728589" y="3240087"/>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4400" dirty="0" smtClean="0">
                <a:solidFill>
                  <a:srgbClr val="0070C0"/>
                </a:solidFill>
                <a:latin typeface="华文新魏" panose="02010800040101010101" pitchFamily="2" charset="-122"/>
                <a:ea typeface="华文新魏" panose="02010800040101010101" pitchFamily="2" charset="-122"/>
              </a:rPr>
              <a:t>专题归纳</a:t>
            </a:r>
            <a:r>
              <a:rPr lang="en-US" altLang="zh-CN" sz="4400" dirty="0" smtClean="0">
                <a:solidFill>
                  <a:srgbClr val="0070C0"/>
                </a:solidFill>
                <a:latin typeface="华文新魏" panose="02010800040101010101" pitchFamily="2" charset="-122"/>
                <a:ea typeface="华文新魏" panose="02010800040101010101" pitchFamily="2" charset="-122"/>
              </a:rPr>
              <a:t>·</a:t>
            </a:r>
            <a:r>
              <a:rPr lang="zh-CN" altLang="en-US" sz="4400" dirty="0" smtClean="0">
                <a:solidFill>
                  <a:srgbClr val="0070C0"/>
                </a:solidFill>
                <a:latin typeface="华文新魏" panose="02010800040101010101" pitchFamily="2" charset="-122"/>
                <a:ea typeface="华文新魏" panose="02010800040101010101" pitchFamily="2" charset="-122"/>
              </a:rPr>
              <a:t>核心突破</a:t>
            </a:r>
            <a:endParaRPr lang="zh-CN" altLang="zh-CN" sz="4400" dirty="0">
              <a:solidFill>
                <a:srgbClr val="0070C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621409961"/>
      </p:ext>
    </p:extLst>
  </p:cSld>
  <p:clrMapOvr>
    <a:masterClrMapping/>
  </p:clrMapOvr>
  <p:transition spd="med">
    <p:pull/>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007839"/>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6600" dirty="0" smtClean="0">
                <a:solidFill>
                  <a:srgbClr val="0070C0"/>
                </a:solidFill>
                <a:latin typeface="华文新魏" panose="02010800040101010101" pitchFamily="2" charset="-122"/>
                <a:ea typeface="华文新魏" panose="02010800040101010101" pitchFamily="2" charset="-122"/>
              </a:rPr>
              <a:t>  </a:t>
            </a:r>
            <a:r>
              <a:rPr lang="zh-CN" altLang="en-US" sz="6600" dirty="0" smtClean="0">
                <a:solidFill>
                  <a:srgbClr val="0070C0"/>
                </a:solidFill>
                <a:latin typeface="华文新魏" panose="02010800040101010101" pitchFamily="2" charset="-122"/>
                <a:ea typeface="华文新魏" panose="02010800040101010101" pitchFamily="2" charset="-122"/>
              </a:rPr>
              <a:t>知识梳理</a:t>
            </a:r>
            <a:r>
              <a:rPr lang="en-US" altLang="zh-CN" sz="6600" dirty="0" smtClean="0">
                <a:solidFill>
                  <a:srgbClr val="0070C0"/>
                </a:solidFill>
                <a:latin typeface="华文新魏" panose="02010800040101010101" pitchFamily="2" charset="-122"/>
                <a:ea typeface="华文新魏" panose="02010800040101010101" pitchFamily="2" charset="-122"/>
              </a:rPr>
              <a:t>·</a:t>
            </a:r>
            <a:r>
              <a:rPr lang="zh-CN" altLang="en-US" sz="6600" dirty="0" smtClean="0">
                <a:solidFill>
                  <a:srgbClr val="0070C0"/>
                </a:solidFill>
                <a:latin typeface="华文新魏" panose="02010800040101010101" pitchFamily="2" charset="-122"/>
                <a:ea typeface="华文新魏" panose="02010800040101010101" pitchFamily="2" charset="-122"/>
              </a:rPr>
              <a:t>构建体系</a:t>
            </a:r>
            <a:endParaRPr lang="zh-CN" altLang="zh-CN" sz="6600" dirty="0">
              <a:solidFill>
                <a:srgbClr val="0070C0"/>
              </a:solidFill>
              <a:latin typeface="华文新魏" panose="02010800040101010101" pitchFamily="2" charset="-122"/>
              <a:ea typeface="华文新魏" panose="02010800040101010101" pitchFamily="2" charset="-122"/>
            </a:endParaRPr>
          </a:p>
        </p:txBody>
      </p:sp>
      <p:sp>
        <p:nvSpPr>
          <p:cNvPr id="3" name="圆角矩形 2">
            <a:hlinkClick r:id="rId2" action="ppaction://hlinksldjump"/>
          </p:cNvPr>
          <p:cNvSpPr/>
          <p:nvPr/>
        </p:nvSpPr>
        <p:spPr>
          <a:xfrm>
            <a:off x="2592685" y="4392215"/>
            <a:ext cx="1584176" cy="432048"/>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en-US" sz="2400" dirty="0" smtClean="0"/>
              <a:t>知识网络</a:t>
            </a:r>
            <a:endParaRPr lang="zh-CN" altLang="en-US" sz="2400" dirty="0"/>
          </a:p>
        </p:txBody>
      </p:sp>
      <p:sp>
        <p:nvSpPr>
          <p:cNvPr id="4" name="圆角矩形 3">
            <a:hlinkClick r:id="rId3" action="ppaction://hlinksldjump"/>
          </p:cNvPr>
          <p:cNvSpPr/>
          <p:nvPr/>
        </p:nvSpPr>
        <p:spPr>
          <a:xfrm>
            <a:off x="5112965" y="4392215"/>
            <a:ext cx="1584176" cy="432048"/>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en-US" sz="2400" dirty="0" smtClean="0"/>
              <a:t>要点梳理</a:t>
            </a:r>
            <a:endParaRPr lang="zh-CN" altLang="en-US" sz="2400" dirty="0"/>
          </a:p>
        </p:txBody>
      </p:sp>
    </p:spTree>
    <p:extLst>
      <p:ext uri="{BB962C8B-B14F-4D97-AF65-F5344CB8AC3E}">
        <p14:creationId xmlns:p14="http://schemas.microsoft.com/office/powerpoint/2010/main" val="91696046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par>
                          <p:cTn id="15" fill="hold">
                            <p:stCondLst>
                              <p:cond delay="1000"/>
                            </p:stCondLst>
                            <p:childTnLst>
                              <p:par>
                                <p:cTn id="16" presetID="2" presetClass="entr" presetSubtype="8"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fill="hold"/>
                                        <p:tgtEl>
                                          <p:spTgt spid="3"/>
                                        </p:tgtEl>
                                        <p:attrNameLst>
                                          <p:attrName>ppt_x</p:attrName>
                                        </p:attrNameLst>
                                      </p:cBhvr>
                                      <p:tavLst>
                                        <p:tav tm="0">
                                          <p:val>
                                            <p:strVal val="0-#ppt_w/2"/>
                                          </p:val>
                                        </p:tav>
                                        <p:tav tm="100000">
                                          <p:val>
                                            <p:strVal val="#ppt_x"/>
                                          </p:val>
                                        </p:tav>
                                      </p:tavLst>
                                    </p:anim>
                                    <p:anim calcmode="lin" valueType="num">
                                      <p:cBhvr additive="base">
                                        <p:cTn id="19" dur="500" fill="hold"/>
                                        <p:tgtEl>
                                          <p:spTgt spid="3"/>
                                        </p:tgtEl>
                                        <p:attrNameLst>
                                          <p:attrName>ppt_y</p:attrName>
                                        </p:attrNameLst>
                                      </p:cBhvr>
                                      <p:tavLst>
                                        <p:tav tm="0">
                                          <p:val>
                                            <p:strVal val="#ppt_y"/>
                                          </p:val>
                                        </p:tav>
                                        <p:tav tm="100000">
                                          <p:val>
                                            <p:strVal val="#ppt_y"/>
                                          </p:val>
                                        </p:tav>
                                      </p:tavLst>
                                    </p:anim>
                                  </p:childTnLst>
                                </p:cTn>
                              </p:par>
                            </p:childTnLst>
                          </p:cTn>
                        </p:par>
                        <p:par>
                          <p:cTn id="20" fill="hold">
                            <p:stCondLst>
                              <p:cond delay="1500"/>
                            </p:stCondLst>
                            <p:childTnLst>
                              <p:par>
                                <p:cTn id="21" presetID="2" presetClass="entr" presetSubtype="8" fill="hold" grpId="0" nodeType="after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0-#ppt_w/2"/>
                                          </p:val>
                                        </p:tav>
                                        <p:tav tm="100000">
                                          <p:val>
                                            <p:strVal val="#ppt_x"/>
                                          </p:val>
                                        </p:tav>
                                      </p:tavLst>
                                    </p:anim>
                                    <p:anim calcmode="lin" valueType="num">
                                      <p:cBhvr additive="base">
                                        <p:cTn id="24"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97" y="503783"/>
            <a:ext cx="1584176" cy="432048"/>
          </a:xfrm>
          <a:prstGeom prst="roundRect">
            <a:avLst/>
          </a:prstGeom>
          <a:ln w="34925">
            <a:solidFill>
              <a:srgbClr val="FFFFFF"/>
            </a:solidFill>
          </a:ln>
          <a:effectLst>
            <a:outerShdw blurRad="317500" dir="2700000" algn="ctr">
              <a:srgbClr val="000000">
                <a:alpha val="43000"/>
              </a:srgbClr>
            </a:outerShdw>
          </a:effectLst>
          <a:scene3d>
            <a:camera prst="perspectiveFront" fov="2700000">
              <a:rot lat="19086000" lon="19067999" rev="3108000"/>
            </a:camera>
            <a:lightRig rig="threePt" dir="t">
              <a:rot lat="0" lon="0" rev="0"/>
            </a:lightRig>
          </a:scene3d>
          <a:sp3d extrusionH="38100" prstMaterial="clear">
            <a:bevelT w="260350" h="50800" prst="softRound"/>
            <a:bevelB prst="softRound"/>
          </a:sp3d>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en-US" sz="2400" dirty="0" smtClean="0"/>
              <a:t>知识网络</a:t>
            </a:r>
            <a:endParaRPr lang="zh-CN" altLang="en-US" sz="2400" dirty="0"/>
          </a:p>
        </p:txBody>
      </p:sp>
      <p:pic>
        <p:nvPicPr>
          <p:cNvPr id="4" name="21N64.eps" descr="id:2147490497;FounderCES"/>
          <p:cNvPicPr/>
          <p:nvPr/>
        </p:nvPicPr>
        <p:blipFill>
          <a:blip r:embed="rId2"/>
          <a:stretch>
            <a:fillRect/>
          </a:stretch>
        </p:blipFill>
        <p:spPr>
          <a:xfrm>
            <a:off x="3744813" y="700143"/>
            <a:ext cx="3528392" cy="5643689"/>
          </a:xfrm>
          <a:prstGeom prst="rect">
            <a:avLst/>
          </a:prstGeom>
        </p:spPr>
      </p:pic>
    </p:spTree>
    <p:extLst>
      <p:ext uri="{BB962C8B-B14F-4D97-AF65-F5344CB8AC3E}">
        <p14:creationId xmlns:p14="http://schemas.microsoft.com/office/powerpoint/2010/main" val="202641299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397" y="503783"/>
            <a:ext cx="1584176" cy="432048"/>
          </a:xfrm>
          <a:prstGeom prst="roundRect">
            <a:avLst/>
          </a:prstGeom>
          <a:ln w="34925">
            <a:solidFill>
              <a:srgbClr val="FFFFFF"/>
            </a:solidFill>
          </a:ln>
          <a:effectLst>
            <a:outerShdw blurRad="317500" dir="2700000" algn="ctr">
              <a:srgbClr val="000000">
                <a:alpha val="43000"/>
              </a:srgbClr>
            </a:outerShdw>
          </a:effectLst>
          <a:scene3d>
            <a:camera prst="perspectiveFront" fov="2700000">
              <a:rot lat="19086000" lon="19067999" rev="3108000"/>
            </a:camera>
            <a:lightRig rig="threePt" dir="t">
              <a:rot lat="0" lon="0" rev="0"/>
            </a:lightRig>
          </a:scene3d>
          <a:sp3d extrusionH="38100" prstMaterial="clear">
            <a:bevelT w="260350" h="50800" prst="softRound"/>
            <a:bevelB prst="softRound"/>
          </a:sp3d>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en-US" sz="2400" dirty="0"/>
              <a:t>要点梳理</a:t>
            </a:r>
          </a:p>
        </p:txBody>
      </p:sp>
      <p:sp>
        <p:nvSpPr>
          <p:cNvPr id="2" name="矩形 1"/>
          <p:cNvSpPr>
            <a:spLocks noChangeAspect="1"/>
          </p:cNvSpPr>
          <p:nvPr/>
        </p:nvSpPr>
        <p:spPr>
          <a:xfrm>
            <a:off x="361950" y="798442"/>
            <a:ext cx="10807700" cy="1235275"/>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向量的线性运算有哪些</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设</a:t>
            </a:r>
            <a:r>
              <a:rPr lang="en-US" altLang="zh-CN" dirty="0" err="1">
                <a:solidFill>
                  <a:srgbClr val="000000"/>
                </a:solidFill>
                <a:ea typeface="宋体" panose="02010600030101010101" pitchFamily="2" charset="-122"/>
                <a:cs typeface="Times New Roman" panose="02020603050405020304" pitchFamily="18" charset="0"/>
              </a:rPr>
              <a:t>a,b</a:t>
            </a:r>
            <a:r>
              <a:rPr lang="zh-CN" altLang="zh-CN" dirty="0">
                <a:solidFill>
                  <a:srgbClr val="000000"/>
                </a:solidFill>
                <a:ea typeface="宋体" panose="02010600030101010101" pitchFamily="2" charset="-122"/>
                <a:cs typeface="Times New Roman" panose="02020603050405020304" pitchFamily="18" charset="0"/>
              </a:rPr>
              <a:t>是非零向量</a:t>
            </a:r>
            <a:r>
              <a:rPr lang="en-US" altLang="zh-CN" dirty="0" smtClean="0">
                <a:solidFill>
                  <a:srgbClr val="000000"/>
                </a:solidFill>
                <a:ea typeface="宋体" panose="02010600030101010101" pitchFamily="2" charset="-122"/>
                <a:cs typeface="Times New Roman" panose="02020603050405020304" pitchFamily="18" charset="0"/>
              </a:rPr>
              <a:t>,a</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dirty="0" smtClean="0">
                <a:solidFill>
                  <a:srgbClr val="000000"/>
                </a:solidFill>
                <a:ea typeface="宋体" panose="02010600030101010101" pitchFamily="2" charset="-122"/>
                <a:cs typeface="Times New Roman" panose="02020603050405020304" pitchFamily="18" charset="0"/>
              </a:rPr>
              <a:t>), b</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请完成下表</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1970001971"/>
              </p:ext>
            </p:extLst>
          </p:nvPr>
        </p:nvGraphicFramePr>
        <p:xfrm>
          <a:off x="274952" y="2009435"/>
          <a:ext cx="10885522" cy="5138748"/>
        </p:xfrm>
        <a:graphic>
          <a:graphicData uri="http://schemas.openxmlformats.org/presentationml/2006/ole">
            <mc:AlternateContent xmlns:mc="http://schemas.openxmlformats.org/markup-compatibility/2006">
              <mc:Choice xmlns:v="urn:schemas-microsoft-com:vml" Requires="v">
                <p:oleObj spid="_x0000_s1052" name="文档" r:id="rId4" imgW="3932380" imgH="1855515" progId="Word.Document.12">
                  <p:embed/>
                </p:oleObj>
              </mc:Choice>
              <mc:Fallback>
                <p:oleObj name="文档" r:id="rId4" imgW="3932380" imgH="1855515" progId="Word.Document.12">
                  <p:embed/>
                  <p:pic>
                    <p:nvPicPr>
                      <p:cNvPr id="0" name=""/>
                      <p:cNvPicPr/>
                      <p:nvPr/>
                    </p:nvPicPr>
                    <p:blipFill>
                      <a:blip r:embed="rId5"/>
                      <a:stretch>
                        <a:fillRect/>
                      </a:stretch>
                    </p:blipFill>
                    <p:spPr>
                      <a:xfrm>
                        <a:off x="274952" y="2009435"/>
                        <a:ext cx="10885522" cy="5138748"/>
                      </a:xfrm>
                      <a:prstGeom prst="rect">
                        <a:avLst/>
                      </a:prstGeom>
                    </p:spPr>
                  </p:pic>
                </p:oleObj>
              </mc:Fallback>
            </mc:AlternateContent>
          </a:graphicData>
        </a:graphic>
      </p:graphicFrame>
      <p:sp>
        <p:nvSpPr>
          <p:cNvPr id="6" name="矩形 5"/>
          <p:cNvSpPr/>
          <p:nvPr/>
        </p:nvSpPr>
        <p:spPr>
          <a:xfrm>
            <a:off x="1628853" y="5272939"/>
            <a:ext cx="159493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1624307" y="5737037"/>
            <a:ext cx="1593130" cy="0"/>
          </a:xfrm>
          <a:prstGeom prst="line">
            <a:avLst/>
          </a:prstGeom>
        </p:spPr>
        <p:style>
          <a:lnRef idx="2">
            <a:schemeClr val="dk1"/>
          </a:lnRef>
          <a:fillRef idx="0">
            <a:schemeClr val="dk1"/>
          </a:fillRef>
          <a:effectRef idx="1">
            <a:schemeClr val="dk1"/>
          </a:effectRef>
          <a:fontRef idx="minor">
            <a:schemeClr val="tx1"/>
          </a:fontRef>
        </p:style>
      </p:cxnSp>
      <p:sp>
        <p:nvSpPr>
          <p:cNvPr id="10" name="矩形 9"/>
          <p:cNvSpPr/>
          <p:nvPr/>
        </p:nvSpPr>
        <p:spPr>
          <a:xfrm>
            <a:off x="3826244" y="3141899"/>
            <a:ext cx="1198297"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p:cNvCxnSpPr/>
          <p:nvPr/>
        </p:nvCxnSpPr>
        <p:spPr>
          <a:xfrm>
            <a:off x="3821473" y="3605997"/>
            <a:ext cx="1196942" cy="0"/>
          </a:xfrm>
          <a:prstGeom prst="line">
            <a:avLst/>
          </a:prstGeom>
        </p:spPr>
        <p:style>
          <a:lnRef idx="2">
            <a:schemeClr val="dk1"/>
          </a:lnRef>
          <a:fillRef idx="0">
            <a:schemeClr val="dk1"/>
          </a:fillRef>
          <a:effectRef idx="1">
            <a:schemeClr val="dk1"/>
          </a:effectRef>
          <a:fontRef idx="minor">
            <a:schemeClr val="tx1"/>
          </a:fontRef>
        </p:style>
      </p:cxnSp>
      <p:sp>
        <p:nvSpPr>
          <p:cNvPr id="12" name="矩形 11"/>
          <p:cNvSpPr/>
          <p:nvPr/>
        </p:nvSpPr>
        <p:spPr>
          <a:xfrm>
            <a:off x="3821473" y="4150011"/>
            <a:ext cx="1953459"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连接符 12"/>
          <p:cNvCxnSpPr/>
          <p:nvPr/>
        </p:nvCxnSpPr>
        <p:spPr>
          <a:xfrm>
            <a:off x="3817556" y="4614109"/>
            <a:ext cx="1951250" cy="0"/>
          </a:xfrm>
          <a:prstGeom prst="line">
            <a:avLst/>
          </a:prstGeom>
        </p:spPr>
        <p:style>
          <a:lnRef idx="2">
            <a:schemeClr val="dk1"/>
          </a:lnRef>
          <a:fillRef idx="0">
            <a:schemeClr val="dk1"/>
          </a:fillRef>
          <a:effectRef idx="1">
            <a:schemeClr val="dk1"/>
          </a:effectRef>
          <a:fontRef idx="minor">
            <a:schemeClr val="tx1"/>
          </a:fontRef>
        </p:style>
      </p:cxnSp>
      <p:sp>
        <p:nvSpPr>
          <p:cNvPr id="14" name="矩形 13"/>
          <p:cNvSpPr/>
          <p:nvPr/>
        </p:nvSpPr>
        <p:spPr>
          <a:xfrm>
            <a:off x="8606449" y="4488311"/>
            <a:ext cx="214880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p:cNvCxnSpPr/>
          <p:nvPr/>
        </p:nvCxnSpPr>
        <p:spPr>
          <a:xfrm>
            <a:off x="8602643" y="4952409"/>
            <a:ext cx="2146375"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58499489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xit" presetSubtype="10" fill="hold" grpId="0" nodeType="clickEffect">
                                  <p:stCondLst>
                                    <p:cond delay="0"/>
                                  </p:stCondLst>
                                  <p:childTnLst>
                                    <p:animEffect transition="out" filter="randombar(horizontal)">
                                      <p:cBhvr>
                                        <p:cTn id="12" dur="500"/>
                                        <p:tgtEl>
                                          <p:spTgt spid="6"/>
                                        </p:tgtEl>
                                      </p:cBhvr>
                                    </p:animEffect>
                                    <p:set>
                                      <p:cBhvr>
                                        <p:cTn id="13" dur="1" fill="hold">
                                          <p:stCondLst>
                                            <p:cond delay="499"/>
                                          </p:stCondLst>
                                        </p:cTn>
                                        <p:tgtEl>
                                          <p:spTgt spid="6"/>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14" presetClass="exit" presetSubtype="10" fill="hold" grpId="0" nodeType="clickEffect">
                                  <p:stCondLst>
                                    <p:cond delay="0"/>
                                  </p:stCondLst>
                                  <p:childTnLst>
                                    <p:animEffect transition="out" filter="randombar(horizontal)">
                                      <p:cBhvr>
                                        <p:cTn id="17" dur="500"/>
                                        <p:tgtEl>
                                          <p:spTgt spid="10"/>
                                        </p:tgtEl>
                                      </p:cBhvr>
                                    </p:animEffect>
                                    <p:set>
                                      <p:cBhvr>
                                        <p:cTn id="18" dur="1" fill="hold">
                                          <p:stCondLst>
                                            <p:cond delay="499"/>
                                          </p:stCondLst>
                                        </p:cTn>
                                        <p:tgtEl>
                                          <p:spTgt spid="10"/>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4" presetClass="exit" presetSubtype="10" fill="hold" grpId="0" nodeType="clickEffect">
                                  <p:stCondLst>
                                    <p:cond delay="0"/>
                                  </p:stCondLst>
                                  <p:childTnLst>
                                    <p:animEffect transition="out" filter="randombar(horizontal)">
                                      <p:cBhvr>
                                        <p:cTn id="22" dur="500"/>
                                        <p:tgtEl>
                                          <p:spTgt spid="12"/>
                                        </p:tgtEl>
                                      </p:cBhvr>
                                    </p:animEffect>
                                    <p:set>
                                      <p:cBhvr>
                                        <p:cTn id="23" dur="1" fill="hold">
                                          <p:stCondLst>
                                            <p:cond delay="499"/>
                                          </p:stCondLst>
                                        </p:cTn>
                                        <p:tgtEl>
                                          <p:spTgt spid="12"/>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4" presetClass="exit" presetSubtype="10" fill="hold" grpId="0" nodeType="clickEffect">
                                  <p:stCondLst>
                                    <p:cond delay="0"/>
                                  </p:stCondLst>
                                  <p:childTnLst>
                                    <p:animEffect transition="out" filter="randombar(horizontal)">
                                      <p:cBhvr>
                                        <p:cTn id="27" dur="500"/>
                                        <p:tgtEl>
                                          <p:spTgt spid="14"/>
                                        </p:tgtEl>
                                      </p:cBhvr>
                                    </p:animEffect>
                                    <p:set>
                                      <p:cBhvr>
                                        <p:cTn id="28"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10" grpId="0" animBg="1"/>
      <p:bldP spid="12" grpId="0" animBg="1"/>
      <p:bldP spid="1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2568408622"/>
              </p:ext>
            </p:extLst>
          </p:nvPr>
        </p:nvGraphicFramePr>
        <p:xfrm>
          <a:off x="236085" y="709975"/>
          <a:ext cx="10853738" cy="6207126"/>
        </p:xfrm>
        <a:graphic>
          <a:graphicData uri="http://schemas.openxmlformats.org/presentationml/2006/ole">
            <mc:AlternateContent xmlns:mc="http://schemas.openxmlformats.org/markup-compatibility/2006">
              <mc:Choice xmlns:v="urn:schemas-microsoft-com:vml" Requires="v">
                <p:oleObj spid="_x0000_s2076" name="文档" r:id="rId4" imgW="4331161" imgH="2475702" progId="Word.Document.12">
                  <p:embed/>
                </p:oleObj>
              </mc:Choice>
              <mc:Fallback>
                <p:oleObj name="文档" r:id="rId4" imgW="4331161" imgH="2475702" progId="Word.Document.12">
                  <p:embed/>
                  <p:pic>
                    <p:nvPicPr>
                      <p:cNvPr id="0" name=""/>
                      <p:cNvPicPr/>
                      <p:nvPr/>
                    </p:nvPicPr>
                    <p:blipFill>
                      <a:blip r:embed="rId5"/>
                      <a:stretch>
                        <a:fillRect/>
                      </a:stretch>
                    </p:blipFill>
                    <p:spPr>
                      <a:xfrm>
                        <a:off x="236085" y="709975"/>
                        <a:ext cx="10853738" cy="6207126"/>
                      </a:xfrm>
                      <a:prstGeom prst="rect">
                        <a:avLst/>
                      </a:prstGeom>
                    </p:spPr>
                  </p:pic>
                </p:oleObj>
              </mc:Fallback>
            </mc:AlternateContent>
          </a:graphicData>
        </a:graphic>
      </p:graphicFrame>
      <p:sp>
        <p:nvSpPr>
          <p:cNvPr id="20" name="矩形 19"/>
          <p:cNvSpPr/>
          <p:nvPr/>
        </p:nvSpPr>
        <p:spPr>
          <a:xfrm>
            <a:off x="9087207" y="2159967"/>
            <a:ext cx="1802011" cy="347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连接符 20"/>
          <p:cNvCxnSpPr/>
          <p:nvPr/>
        </p:nvCxnSpPr>
        <p:spPr>
          <a:xfrm>
            <a:off x="9062955" y="2529839"/>
            <a:ext cx="1799973" cy="0"/>
          </a:xfrm>
          <a:prstGeom prst="line">
            <a:avLst/>
          </a:prstGeom>
        </p:spPr>
        <p:style>
          <a:lnRef idx="2">
            <a:schemeClr val="dk1"/>
          </a:lnRef>
          <a:fillRef idx="0">
            <a:schemeClr val="dk1"/>
          </a:fillRef>
          <a:effectRef idx="1">
            <a:schemeClr val="dk1"/>
          </a:effectRef>
          <a:fontRef idx="minor">
            <a:schemeClr val="tx1"/>
          </a:fontRef>
        </p:style>
      </p:cxnSp>
      <p:sp>
        <p:nvSpPr>
          <p:cNvPr id="23" name="矩形 22"/>
          <p:cNvSpPr/>
          <p:nvPr/>
        </p:nvSpPr>
        <p:spPr>
          <a:xfrm>
            <a:off x="2513906" y="3423252"/>
            <a:ext cx="482545" cy="347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 name="直接连接符 23"/>
          <p:cNvCxnSpPr/>
          <p:nvPr/>
        </p:nvCxnSpPr>
        <p:spPr>
          <a:xfrm>
            <a:off x="2509149" y="3786749"/>
            <a:ext cx="481999" cy="0"/>
          </a:xfrm>
          <a:prstGeom prst="line">
            <a:avLst/>
          </a:prstGeom>
        </p:spPr>
        <p:style>
          <a:lnRef idx="2">
            <a:schemeClr val="dk1"/>
          </a:lnRef>
          <a:fillRef idx="0">
            <a:schemeClr val="dk1"/>
          </a:fillRef>
          <a:effectRef idx="1">
            <a:schemeClr val="dk1"/>
          </a:effectRef>
          <a:fontRef idx="minor">
            <a:schemeClr val="tx1"/>
          </a:fontRef>
        </p:style>
      </p:cxnSp>
      <p:sp>
        <p:nvSpPr>
          <p:cNvPr id="25" name="矩形 24"/>
          <p:cNvSpPr/>
          <p:nvPr/>
        </p:nvSpPr>
        <p:spPr>
          <a:xfrm>
            <a:off x="2771391" y="3866946"/>
            <a:ext cx="903266" cy="347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6" name="直接连接符 25"/>
          <p:cNvCxnSpPr/>
          <p:nvPr/>
        </p:nvCxnSpPr>
        <p:spPr>
          <a:xfrm>
            <a:off x="2766634" y="4230443"/>
            <a:ext cx="902244" cy="0"/>
          </a:xfrm>
          <a:prstGeom prst="line">
            <a:avLst/>
          </a:prstGeom>
        </p:spPr>
        <p:style>
          <a:lnRef idx="2">
            <a:schemeClr val="dk1"/>
          </a:lnRef>
          <a:fillRef idx="0">
            <a:schemeClr val="dk1"/>
          </a:fillRef>
          <a:effectRef idx="1">
            <a:schemeClr val="dk1"/>
          </a:effectRef>
          <a:fontRef idx="minor">
            <a:schemeClr val="tx1"/>
          </a:fontRef>
        </p:style>
      </p:cxnSp>
      <p:sp>
        <p:nvSpPr>
          <p:cNvPr id="27" name="矩形 26"/>
          <p:cNvSpPr/>
          <p:nvPr/>
        </p:nvSpPr>
        <p:spPr>
          <a:xfrm>
            <a:off x="2792907" y="4272403"/>
            <a:ext cx="903266" cy="347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8" name="直接连接符 27"/>
          <p:cNvCxnSpPr/>
          <p:nvPr/>
        </p:nvCxnSpPr>
        <p:spPr>
          <a:xfrm>
            <a:off x="2788150" y="4635900"/>
            <a:ext cx="902244" cy="0"/>
          </a:xfrm>
          <a:prstGeom prst="line">
            <a:avLst/>
          </a:prstGeom>
        </p:spPr>
        <p:style>
          <a:lnRef idx="2">
            <a:schemeClr val="dk1"/>
          </a:lnRef>
          <a:fillRef idx="0">
            <a:schemeClr val="dk1"/>
          </a:fillRef>
          <a:effectRef idx="1">
            <a:schemeClr val="dk1"/>
          </a:effectRef>
          <a:fontRef idx="minor">
            <a:schemeClr val="tx1"/>
          </a:fontRef>
        </p:style>
      </p:cxnSp>
      <p:sp>
        <p:nvSpPr>
          <p:cNvPr id="29" name="矩形 28"/>
          <p:cNvSpPr/>
          <p:nvPr/>
        </p:nvSpPr>
        <p:spPr>
          <a:xfrm>
            <a:off x="6581457" y="3572887"/>
            <a:ext cx="678637" cy="347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0" name="直接连接符 29"/>
          <p:cNvCxnSpPr/>
          <p:nvPr/>
        </p:nvCxnSpPr>
        <p:spPr>
          <a:xfrm>
            <a:off x="6576573" y="3936384"/>
            <a:ext cx="677869" cy="0"/>
          </a:xfrm>
          <a:prstGeom prst="line">
            <a:avLst/>
          </a:prstGeom>
        </p:spPr>
        <p:style>
          <a:lnRef idx="2">
            <a:schemeClr val="dk1"/>
          </a:lnRef>
          <a:fillRef idx="0">
            <a:schemeClr val="dk1"/>
          </a:fillRef>
          <a:effectRef idx="1">
            <a:schemeClr val="dk1"/>
          </a:effectRef>
          <a:fontRef idx="minor">
            <a:schemeClr val="tx1"/>
          </a:fontRef>
        </p:style>
      </p:cxnSp>
      <p:sp>
        <p:nvSpPr>
          <p:cNvPr id="31" name="矩形 30"/>
          <p:cNvSpPr/>
          <p:nvPr/>
        </p:nvSpPr>
        <p:spPr>
          <a:xfrm>
            <a:off x="6333914" y="4543330"/>
            <a:ext cx="678637" cy="347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2" name="直接连接符 31"/>
          <p:cNvCxnSpPr/>
          <p:nvPr/>
        </p:nvCxnSpPr>
        <p:spPr>
          <a:xfrm>
            <a:off x="6329030" y="4906827"/>
            <a:ext cx="677869" cy="0"/>
          </a:xfrm>
          <a:prstGeom prst="line">
            <a:avLst/>
          </a:prstGeom>
        </p:spPr>
        <p:style>
          <a:lnRef idx="2">
            <a:schemeClr val="dk1"/>
          </a:lnRef>
          <a:fillRef idx="0">
            <a:schemeClr val="dk1"/>
          </a:fillRef>
          <a:effectRef idx="1">
            <a:schemeClr val="dk1"/>
          </a:effectRef>
          <a:fontRef idx="minor">
            <a:schemeClr val="tx1"/>
          </a:fontRef>
        </p:style>
      </p:cxnSp>
      <p:sp>
        <p:nvSpPr>
          <p:cNvPr id="33" name="矩形 32"/>
          <p:cNvSpPr/>
          <p:nvPr/>
        </p:nvSpPr>
        <p:spPr>
          <a:xfrm>
            <a:off x="7327258" y="5040343"/>
            <a:ext cx="678637" cy="347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4" name="直接连接符 33"/>
          <p:cNvCxnSpPr/>
          <p:nvPr/>
        </p:nvCxnSpPr>
        <p:spPr>
          <a:xfrm>
            <a:off x="7322374" y="5403840"/>
            <a:ext cx="677869" cy="0"/>
          </a:xfrm>
          <a:prstGeom prst="line">
            <a:avLst/>
          </a:prstGeom>
        </p:spPr>
        <p:style>
          <a:lnRef idx="2">
            <a:schemeClr val="dk1"/>
          </a:lnRef>
          <a:fillRef idx="0">
            <a:schemeClr val="dk1"/>
          </a:fillRef>
          <a:effectRef idx="1">
            <a:schemeClr val="dk1"/>
          </a:effectRef>
          <a:fontRef idx="minor">
            <a:schemeClr val="tx1"/>
          </a:fontRef>
        </p:style>
      </p:cxnSp>
      <p:sp>
        <p:nvSpPr>
          <p:cNvPr id="35" name="矩形 34"/>
          <p:cNvSpPr/>
          <p:nvPr/>
        </p:nvSpPr>
        <p:spPr>
          <a:xfrm>
            <a:off x="6237254" y="5508882"/>
            <a:ext cx="678637" cy="347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6" name="直接连接符 35"/>
          <p:cNvCxnSpPr/>
          <p:nvPr/>
        </p:nvCxnSpPr>
        <p:spPr>
          <a:xfrm>
            <a:off x="6232370" y="5872379"/>
            <a:ext cx="677869" cy="0"/>
          </a:xfrm>
          <a:prstGeom prst="line">
            <a:avLst/>
          </a:prstGeom>
        </p:spPr>
        <p:style>
          <a:lnRef idx="2">
            <a:schemeClr val="dk1"/>
          </a:lnRef>
          <a:fillRef idx="0">
            <a:schemeClr val="dk1"/>
          </a:fillRef>
          <a:effectRef idx="1">
            <a:schemeClr val="dk1"/>
          </a:effectRef>
          <a:fontRef idx="minor">
            <a:schemeClr val="tx1"/>
          </a:fontRef>
        </p:style>
      </p:cxnSp>
      <p:sp>
        <p:nvSpPr>
          <p:cNvPr id="37" name="矩形 36"/>
          <p:cNvSpPr/>
          <p:nvPr/>
        </p:nvSpPr>
        <p:spPr>
          <a:xfrm>
            <a:off x="9684013" y="4334725"/>
            <a:ext cx="1202247" cy="347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8" name="直接连接符 37"/>
          <p:cNvCxnSpPr/>
          <p:nvPr/>
        </p:nvCxnSpPr>
        <p:spPr>
          <a:xfrm>
            <a:off x="9679425" y="4698222"/>
            <a:ext cx="1200887"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78159500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20"/>
                                        </p:tgtEl>
                                      </p:cBhvr>
                                    </p:animEffect>
                                    <p:set>
                                      <p:cBhvr>
                                        <p:cTn id="7" dur="1" fill="hold">
                                          <p:stCondLst>
                                            <p:cond delay="499"/>
                                          </p:stCondLst>
                                        </p:cTn>
                                        <p:tgtEl>
                                          <p:spTgt spid="20"/>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23"/>
                                        </p:tgtEl>
                                      </p:cBhvr>
                                    </p:animEffect>
                                    <p:set>
                                      <p:cBhvr>
                                        <p:cTn id="12" dur="1" fill="hold">
                                          <p:stCondLst>
                                            <p:cond delay="499"/>
                                          </p:stCondLst>
                                        </p:cTn>
                                        <p:tgtEl>
                                          <p:spTgt spid="23"/>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25"/>
                                        </p:tgtEl>
                                      </p:cBhvr>
                                    </p:animEffect>
                                    <p:set>
                                      <p:cBhvr>
                                        <p:cTn id="17" dur="1" fill="hold">
                                          <p:stCondLst>
                                            <p:cond delay="499"/>
                                          </p:stCondLst>
                                        </p:cTn>
                                        <p:tgtEl>
                                          <p:spTgt spid="25"/>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27"/>
                                        </p:tgtEl>
                                      </p:cBhvr>
                                    </p:animEffect>
                                    <p:set>
                                      <p:cBhvr>
                                        <p:cTn id="22" dur="1" fill="hold">
                                          <p:stCondLst>
                                            <p:cond delay="499"/>
                                          </p:stCondLst>
                                        </p:cTn>
                                        <p:tgtEl>
                                          <p:spTgt spid="27"/>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xit" presetSubtype="10" fill="hold" grpId="0" nodeType="clickEffect">
                                  <p:stCondLst>
                                    <p:cond delay="0"/>
                                  </p:stCondLst>
                                  <p:childTnLst>
                                    <p:animEffect transition="out" filter="randombar(horizontal)">
                                      <p:cBhvr>
                                        <p:cTn id="26" dur="500"/>
                                        <p:tgtEl>
                                          <p:spTgt spid="29"/>
                                        </p:tgtEl>
                                      </p:cBhvr>
                                    </p:animEffect>
                                    <p:set>
                                      <p:cBhvr>
                                        <p:cTn id="27" dur="1" fill="hold">
                                          <p:stCondLst>
                                            <p:cond delay="499"/>
                                          </p:stCondLst>
                                        </p:cTn>
                                        <p:tgtEl>
                                          <p:spTgt spid="29"/>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4" presetClass="exit" presetSubtype="10" fill="hold" grpId="0" nodeType="clickEffect">
                                  <p:stCondLst>
                                    <p:cond delay="0"/>
                                  </p:stCondLst>
                                  <p:childTnLst>
                                    <p:animEffect transition="out" filter="randombar(horizontal)">
                                      <p:cBhvr>
                                        <p:cTn id="31" dur="500"/>
                                        <p:tgtEl>
                                          <p:spTgt spid="31"/>
                                        </p:tgtEl>
                                      </p:cBhvr>
                                    </p:animEffect>
                                    <p:set>
                                      <p:cBhvr>
                                        <p:cTn id="32" dur="1" fill="hold">
                                          <p:stCondLst>
                                            <p:cond delay="499"/>
                                          </p:stCondLst>
                                        </p:cTn>
                                        <p:tgtEl>
                                          <p:spTgt spid="31"/>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4" presetClass="exit" presetSubtype="10" fill="hold" grpId="0" nodeType="clickEffect">
                                  <p:stCondLst>
                                    <p:cond delay="0"/>
                                  </p:stCondLst>
                                  <p:childTnLst>
                                    <p:animEffect transition="out" filter="randombar(horizontal)">
                                      <p:cBhvr>
                                        <p:cTn id="36" dur="500"/>
                                        <p:tgtEl>
                                          <p:spTgt spid="33"/>
                                        </p:tgtEl>
                                      </p:cBhvr>
                                    </p:animEffect>
                                    <p:set>
                                      <p:cBhvr>
                                        <p:cTn id="37" dur="1" fill="hold">
                                          <p:stCondLst>
                                            <p:cond delay="499"/>
                                          </p:stCondLst>
                                        </p:cTn>
                                        <p:tgtEl>
                                          <p:spTgt spid="33"/>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4" presetClass="exit" presetSubtype="10" fill="hold" grpId="0" nodeType="clickEffect">
                                  <p:stCondLst>
                                    <p:cond delay="0"/>
                                  </p:stCondLst>
                                  <p:childTnLst>
                                    <p:animEffect transition="out" filter="randombar(horizontal)">
                                      <p:cBhvr>
                                        <p:cTn id="41" dur="500"/>
                                        <p:tgtEl>
                                          <p:spTgt spid="35"/>
                                        </p:tgtEl>
                                      </p:cBhvr>
                                    </p:animEffect>
                                    <p:set>
                                      <p:cBhvr>
                                        <p:cTn id="42" dur="1" fill="hold">
                                          <p:stCondLst>
                                            <p:cond delay="499"/>
                                          </p:stCondLst>
                                        </p:cTn>
                                        <p:tgtEl>
                                          <p:spTgt spid="35"/>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4" presetClass="exit" presetSubtype="10" fill="hold" grpId="0" nodeType="clickEffect">
                                  <p:stCondLst>
                                    <p:cond delay="0"/>
                                  </p:stCondLst>
                                  <p:childTnLst>
                                    <p:animEffect transition="out" filter="randombar(horizontal)">
                                      <p:cBhvr>
                                        <p:cTn id="46" dur="500"/>
                                        <p:tgtEl>
                                          <p:spTgt spid="37"/>
                                        </p:tgtEl>
                                      </p:cBhvr>
                                    </p:animEffect>
                                    <p:set>
                                      <p:cBhvr>
                                        <p:cTn id="47" dur="1" fill="hold">
                                          <p:stCondLst>
                                            <p:cond delay="499"/>
                                          </p:stCondLst>
                                        </p:cTn>
                                        <p:tgtEl>
                                          <p:spTgt spid="3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3" grpId="0" animBg="1"/>
      <p:bldP spid="25" grpId="0" animBg="1"/>
      <p:bldP spid="27" grpId="0" animBg="1"/>
      <p:bldP spid="29" grpId="0" animBg="1"/>
      <p:bldP spid="31" grpId="0" animBg="1"/>
      <p:bldP spid="33" grpId="0" animBg="1"/>
      <p:bldP spid="35" grpId="0" animBg="1"/>
      <p:bldP spid="3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605287"/>
            <a:ext cx="10807700" cy="1217641"/>
          </a:xfrm>
          <a:prstGeom prst="rect">
            <a:avLst/>
          </a:prstGeom>
        </p:spPr>
        <p:txBody>
          <a:bodyPr>
            <a:spAutoFit/>
          </a:bodyPr>
          <a:lstStyle/>
          <a:p>
            <a:pPr>
              <a:lnSpc>
                <a:spcPct val="120000"/>
              </a:lnSpc>
            </a:pPr>
            <a:r>
              <a:rPr lang="en-US" altLang="zh-CN" dirty="0">
                <a:solidFill>
                  <a:srgbClr val="000000"/>
                </a:solidFill>
                <a:ea typeface="宋体" panose="02010600030101010101" pitchFamily="2" charset="-122"/>
              </a:rPr>
              <a:t>2</a:t>
            </a:r>
            <a:r>
              <a:rPr lang="en-US" altLang="zh-CN" i="1"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设两个非零向量</a:t>
            </a:r>
            <a:r>
              <a:rPr lang="en-US" altLang="zh-CN" dirty="0">
                <a:solidFill>
                  <a:srgbClr val="000000"/>
                </a:solidFill>
                <a:ea typeface="宋体" panose="02010600030101010101" pitchFamily="2" charset="-122"/>
              </a:rPr>
              <a:t>a</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x</a:t>
            </a:r>
            <a:r>
              <a:rPr lang="en-US" altLang="zh-CN" baseline="-25000" dirty="0">
                <a:solidFill>
                  <a:srgbClr val="000000"/>
                </a:solidFill>
                <a:ea typeface="宋体" panose="02010600030101010101" pitchFamily="2" charset="-122"/>
              </a:rPr>
              <a:t>1</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y</a:t>
            </a:r>
            <a:r>
              <a:rPr lang="en-US" altLang="zh-CN" baseline="-25000" dirty="0">
                <a:solidFill>
                  <a:srgbClr val="000000"/>
                </a:solidFill>
                <a:ea typeface="宋体" panose="02010600030101010101" pitchFamily="2" charset="-122"/>
              </a:rPr>
              <a:t>1</a:t>
            </a:r>
            <a:r>
              <a:rPr lang="en-US" altLang="zh-CN" dirty="0">
                <a:solidFill>
                  <a:srgbClr val="000000"/>
                </a:solidFill>
                <a:ea typeface="宋体" panose="02010600030101010101" pitchFamily="2" charset="-122"/>
              </a:rPr>
              <a:t>),b</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x</a:t>
            </a:r>
            <a:r>
              <a:rPr lang="en-US" altLang="zh-CN" baseline="-25000" dirty="0">
                <a:solidFill>
                  <a:srgbClr val="000000"/>
                </a:solidFill>
                <a:ea typeface="宋体" panose="02010600030101010101" pitchFamily="2" charset="-122"/>
              </a:rPr>
              <a:t>2</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y</a:t>
            </a:r>
            <a:r>
              <a:rPr lang="en-US" altLang="zh-CN" baseline="-25000" dirty="0">
                <a:solidFill>
                  <a:srgbClr val="000000"/>
                </a:solidFill>
                <a:ea typeface="宋体" panose="02010600030101010101" pitchFamily="2" charset="-122"/>
              </a:rPr>
              <a:t>2</a:t>
            </a:r>
            <a:r>
              <a:rPr lang="en-US" altLang="zh-CN" dirty="0">
                <a:solidFill>
                  <a:srgbClr val="000000"/>
                </a:solidFill>
                <a:ea typeface="宋体" panose="02010600030101010101" pitchFamily="2" charset="-122"/>
              </a:rPr>
              <a:t>),a</a:t>
            </a:r>
            <a:r>
              <a:rPr lang="zh-CN" altLang="zh-CN" dirty="0">
                <a:solidFill>
                  <a:srgbClr val="000000"/>
                </a:solidFill>
                <a:ea typeface="宋体" panose="02010600030101010101" pitchFamily="2" charset="-122"/>
                <a:cs typeface="Times New Roman" panose="02020603050405020304" pitchFamily="18" charset="0"/>
              </a:rPr>
              <a:t>与</a:t>
            </a:r>
            <a:r>
              <a:rPr lang="en-US" altLang="zh-CN" dirty="0">
                <a:solidFill>
                  <a:srgbClr val="000000"/>
                </a:solidFill>
                <a:ea typeface="宋体" panose="02010600030101010101" pitchFamily="2" charset="-122"/>
              </a:rPr>
              <a:t>b</a:t>
            </a:r>
            <a:r>
              <a:rPr lang="zh-CN" altLang="zh-CN" dirty="0">
                <a:solidFill>
                  <a:srgbClr val="000000"/>
                </a:solidFill>
                <a:ea typeface="宋体" panose="02010600030101010101" pitchFamily="2" charset="-122"/>
                <a:cs typeface="Times New Roman" panose="02020603050405020304" pitchFamily="18" charset="0"/>
              </a:rPr>
              <a:t>的夹角为</a:t>
            </a:r>
            <a:r>
              <a:rPr lang="en-US" altLang="zh-CN" i="1" dirty="0">
                <a:solidFill>
                  <a:srgbClr val="000000"/>
                </a:solidFill>
                <a:ea typeface="Microsoft Yi Baiti" panose="03000500000000000000" pitchFamily="66" charset="0"/>
              </a:rPr>
              <a:t>θ</a:t>
            </a:r>
            <a:r>
              <a:rPr lang="en-US" altLang="zh-CN" i="1"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请完成下表</a:t>
            </a:r>
            <a:r>
              <a:rPr lang="en-US" altLang="zh-CN" dirty="0">
                <a:solidFill>
                  <a:srgbClr val="000000"/>
                </a:solidFill>
                <a:ea typeface="宋体" panose="02010600030101010101" pitchFamily="2" charset="-122"/>
              </a:rPr>
              <a:t>:</a:t>
            </a:r>
            <a:endParaRPr lang="zh-CN" altLang="en-US" dirty="0"/>
          </a:p>
        </p:txBody>
      </p:sp>
      <p:graphicFrame>
        <p:nvGraphicFramePr>
          <p:cNvPr id="3" name="对象 2"/>
          <p:cNvGraphicFramePr>
            <a:graphicFrameLocks noChangeAspect="1"/>
          </p:cNvGraphicFramePr>
          <p:nvPr>
            <p:extLst>
              <p:ext uri="{D42A27DB-BD31-4B8C-83A1-F6EECF244321}">
                <p14:modId xmlns:p14="http://schemas.microsoft.com/office/powerpoint/2010/main" val="786429278"/>
              </p:ext>
            </p:extLst>
          </p:nvPr>
        </p:nvGraphicFramePr>
        <p:xfrm>
          <a:off x="369312" y="1783576"/>
          <a:ext cx="10792976" cy="5230423"/>
        </p:xfrm>
        <a:graphic>
          <a:graphicData uri="http://schemas.openxmlformats.org/presentationml/2006/ole">
            <mc:AlternateContent xmlns:mc="http://schemas.openxmlformats.org/markup-compatibility/2006">
              <mc:Choice xmlns:v="urn:schemas-microsoft-com:vml" Requires="v">
                <p:oleObj spid="_x0000_s3100" name="文档" r:id="rId4" imgW="3892549" imgH="1886382" progId="Word.Document.12">
                  <p:embed/>
                </p:oleObj>
              </mc:Choice>
              <mc:Fallback>
                <p:oleObj name="文档" r:id="rId4" imgW="3892549" imgH="1886382" progId="Word.Document.12">
                  <p:embed/>
                  <p:pic>
                    <p:nvPicPr>
                      <p:cNvPr id="0" name=""/>
                      <p:cNvPicPr/>
                      <p:nvPr/>
                    </p:nvPicPr>
                    <p:blipFill>
                      <a:blip r:embed="rId5"/>
                      <a:stretch>
                        <a:fillRect/>
                      </a:stretch>
                    </p:blipFill>
                    <p:spPr>
                      <a:xfrm>
                        <a:off x="369312" y="1783576"/>
                        <a:ext cx="10792976" cy="5230423"/>
                      </a:xfrm>
                      <a:prstGeom prst="rect">
                        <a:avLst/>
                      </a:prstGeom>
                    </p:spPr>
                  </p:pic>
                </p:oleObj>
              </mc:Fallback>
            </mc:AlternateContent>
          </a:graphicData>
        </a:graphic>
      </p:graphicFrame>
      <p:sp>
        <p:nvSpPr>
          <p:cNvPr id="4" name="矩形 3"/>
          <p:cNvSpPr/>
          <p:nvPr/>
        </p:nvSpPr>
        <p:spPr>
          <a:xfrm>
            <a:off x="1912339" y="2901563"/>
            <a:ext cx="1198297"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1907568" y="3365661"/>
            <a:ext cx="1196942" cy="0"/>
          </a:xfrm>
          <a:prstGeom prst="line">
            <a:avLst/>
          </a:prstGeom>
        </p:spPr>
        <p:style>
          <a:lnRef idx="2">
            <a:schemeClr val="dk1"/>
          </a:lnRef>
          <a:fillRef idx="0">
            <a:schemeClr val="dk1"/>
          </a:fillRef>
          <a:effectRef idx="1">
            <a:schemeClr val="dk1"/>
          </a:effectRef>
          <a:fontRef idx="minor">
            <a:schemeClr val="tx1"/>
          </a:fontRef>
        </p:style>
      </p:cxnSp>
      <p:sp>
        <p:nvSpPr>
          <p:cNvPr id="6" name="矩形 5"/>
          <p:cNvSpPr/>
          <p:nvPr/>
        </p:nvSpPr>
        <p:spPr>
          <a:xfrm>
            <a:off x="8609083" y="2691585"/>
            <a:ext cx="2048498"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8604312" y="3155683"/>
            <a:ext cx="2046182" cy="0"/>
          </a:xfrm>
          <a:prstGeom prst="line">
            <a:avLst/>
          </a:prstGeom>
        </p:spPr>
        <p:style>
          <a:lnRef idx="2">
            <a:schemeClr val="dk1"/>
          </a:lnRef>
          <a:fillRef idx="0">
            <a:schemeClr val="dk1"/>
          </a:fillRef>
          <a:effectRef idx="1">
            <a:schemeClr val="dk1"/>
          </a:effectRef>
          <a:fontRef idx="minor">
            <a:schemeClr val="tx1"/>
          </a:fontRef>
        </p:style>
      </p:cxnSp>
      <p:sp>
        <p:nvSpPr>
          <p:cNvPr id="9" name="矩形 8"/>
          <p:cNvSpPr/>
          <p:nvPr/>
        </p:nvSpPr>
        <p:spPr>
          <a:xfrm>
            <a:off x="3050572" y="3535803"/>
            <a:ext cx="1198297"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nvCxnSpPr>
        <p:spPr>
          <a:xfrm>
            <a:off x="3045801" y="3999901"/>
            <a:ext cx="1196942" cy="0"/>
          </a:xfrm>
          <a:prstGeom prst="line">
            <a:avLst/>
          </a:prstGeom>
        </p:spPr>
        <p:style>
          <a:lnRef idx="2">
            <a:schemeClr val="dk1"/>
          </a:lnRef>
          <a:fillRef idx="0">
            <a:schemeClr val="dk1"/>
          </a:fillRef>
          <a:effectRef idx="1">
            <a:schemeClr val="dk1"/>
          </a:effectRef>
          <a:fontRef idx="minor">
            <a:schemeClr val="tx1"/>
          </a:fontRef>
        </p:style>
      </p:cxnSp>
      <p:sp>
        <p:nvSpPr>
          <p:cNvPr id="11" name="矩形 10"/>
          <p:cNvSpPr/>
          <p:nvPr/>
        </p:nvSpPr>
        <p:spPr>
          <a:xfrm>
            <a:off x="8609083" y="3546561"/>
            <a:ext cx="2048498"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连接符 11"/>
          <p:cNvCxnSpPr/>
          <p:nvPr/>
        </p:nvCxnSpPr>
        <p:spPr>
          <a:xfrm>
            <a:off x="8604312" y="4010659"/>
            <a:ext cx="2046182" cy="0"/>
          </a:xfrm>
          <a:prstGeom prst="line">
            <a:avLst/>
          </a:prstGeom>
        </p:spPr>
        <p:style>
          <a:lnRef idx="2">
            <a:schemeClr val="dk1"/>
          </a:lnRef>
          <a:fillRef idx="0">
            <a:schemeClr val="dk1"/>
          </a:fillRef>
          <a:effectRef idx="1">
            <a:schemeClr val="dk1"/>
          </a:effectRef>
          <a:fontRef idx="minor">
            <a:schemeClr val="tx1"/>
          </a:fontRef>
        </p:style>
      </p:cxnSp>
      <p:sp>
        <p:nvSpPr>
          <p:cNvPr id="13" name="矩形 12"/>
          <p:cNvSpPr/>
          <p:nvPr/>
        </p:nvSpPr>
        <p:spPr>
          <a:xfrm>
            <a:off x="2664693" y="4155341"/>
            <a:ext cx="2160240"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连接符 13"/>
          <p:cNvCxnSpPr/>
          <p:nvPr/>
        </p:nvCxnSpPr>
        <p:spPr>
          <a:xfrm>
            <a:off x="2659922" y="4568505"/>
            <a:ext cx="2157797" cy="0"/>
          </a:xfrm>
          <a:prstGeom prst="line">
            <a:avLst/>
          </a:prstGeom>
        </p:spPr>
        <p:style>
          <a:lnRef idx="2">
            <a:schemeClr val="dk1"/>
          </a:lnRef>
          <a:fillRef idx="0">
            <a:schemeClr val="dk1"/>
          </a:fillRef>
          <a:effectRef idx="1">
            <a:schemeClr val="dk1"/>
          </a:effectRef>
          <a:fontRef idx="minor">
            <a:schemeClr val="tx1"/>
          </a:fontRef>
        </p:style>
      </p:cxnSp>
      <p:sp>
        <p:nvSpPr>
          <p:cNvPr id="16" name="矩形 15"/>
          <p:cNvSpPr/>
          <p:nvPr/>
        </p:nvSpPr>
        <p:spPr>
          <a:xfrm>
            <a:off x="8230825" y="4150820"/>
            <a:ext cx="2160240"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连接符 16"/>
          <p:cNvCxnSpPr/>
          <p:nvPr/>
        </p:nvCxnSpPr>
        <p:spPr>
          <a:xfrm>
            <a:off x="8226054" y="4563984"/>
            <a:ext cx="2157797"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06396254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9"/>
                                        </p:tgtEl>
                                      </p:cBhvr>
                                    </p:animEffect>
                                    <p:set>
                                      <p:cBhvr>
                                        <p:cTn id="17" dur="1" fill="hold">
                                          <p:stCondLst>
                                            <p:cond delay="499"/>
                                          </p:stCondLst>
                                        </p:cTn>
                                        <p:tgtEl>
                                          <p:spTgt spid="9"/>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11"/>
                                        </p:tgtEl>
                                      </p:cBhvr>
                                    </p:animEffect>
                                    <p:set>
                                      <p:cBhvr>
                                        <p:cTn id="22" dur="1" fill="hold">
                                          <p:stCondLst>
                                            <p:cond delay="499"/>
                                          </p:stCondLst>
                                        </p:cTn>
                                        <p:tgtEl>
                                          <p:spTgt spid="11"/>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xit" presetSubtype="10" fill="hold" grpId="0" nodeType="clickEffect">
                                  <p:stCondLst>
                                    <p:cond delay="0"/>
                                  </p:stCondLst>
                                  <p:childTnLst>
                                    <p:animEffect transition="out" filter="randombar(horizontal)">
                                      <p:cBhvr>
                                        <p:cTn id="26" dur="500"/>
                                        <p:tgtEl>
                                          <p:spTgt spid="13"/>
                                        </p:tgtEl>
                                      </p:cBhvr>
                                    </p:animEffect>
                                    <p:set>
                                      <p:cBhvr>
                                        <p:cTn id="27" dur="1" fill="hold">
                                          <p:stCondLst>
                                            <p:cond delay="499"/>
                                          </p:stCondLst>
                                        </p:cTn>
                                        <p:tgtEl>
                                          <p:spTgt spid="13"/>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4" presetClass="exit" presetSubtype="10" fill="hold" grpId="0" nodeType="clickEffect">
                                  <p:stCondLst>
                                    <p:cond delay="0"/>
                                  </p:stCondLst>
                                  <p:childTnLst>
                                    <p:animEffect transition="out" filter="randombar(horizontal)">
                                      <p:cBhvr>
                                        <p:cTn id="31" dur="500"/>
                                        <p:tgtEl>
                                          <p:spTgt spid="16"/>
                                        </p:tgtEl>
                                      </p:cBhvr>
                                    </p:animEffect>
                                    <p:set>
                                      <p:cBhvr>
                                        <p:cTn id="32" dur="1" fill="hold">
                                          <p:stCondLst>
                                            <p:cond delay="4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9" grpId="0" animBg="1"/>
      <p:bldP spid="11" grpId="0" animBg="1"/>
      <p:bldP spid="13" grpId="0" animBg="1"/>
      <p:bldP spid="1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361950" y="707512"/>
            <a:ext cx="10807700" cy="1217641"/>
          </a:xfrm>
          <a:prstGeom prst="rect">
            <a:avLst/>
          </a:prstGeom>
        </p:spPr>
        <p:txBody>
          <a:bodyPr>
            <a:spAutoFit/>
          </a:bodyPr>
          <a:lstStyle/>
          <a:p>
            <a:pPr>
              <a:lnSpc>
                <a:spcPct val="120000"/>
              </a:lnSpc>
            </a:pPr>
            <a:r>
              <a:rPr lang="en-US" altLang="zh-CN" dirty="0">
                <a:solidFill>
                  <a:srgbClr val="000000"/>
                </a:solidFill>
                <a:ea typeface="宋体" panose="02010600030101010101" pitchFamily="2" charset="-122"/>
              </a:rPr>
              <a:t>3</a:t>
            </a:r>
            <a:r>
              <a:rPr lang="en-US" altLang="zh-CN" i="1"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解三角形常用的定理有哪些</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在</a:t>
            </a:r>
            <a:r>
              <a:rPr lang="en-US" altLang="zh-CN" dirty="0">
                <a:solidFill>
                  <a:srgbClr val="000000"/>
                </a:solidFill>
                <a:latin typeface="Cambria Math" panose="02040503050406030204" pitchFamily="18" charset="0"/>
                <a:ea typeface="宋体" panose="02010600030101010101" pitchFamily="2" charset="-122"/>
                <a:cs typeface="Cambria Math" panose="02040503050406030204" pitchFamily="18" charset="0"/>
              </a:rPr>
              <a:t>△</a:t>
            </a:r>
            <a:r>
              <a:rPr lang="en-US" altLang="zh-CN" i="1" dirty="0">
                <a:solidFill>
                  <a:srgbClr val="000000"/>
                </a:solidFill>
                <a:ea typeface="宋体" panose="02010600030101010101" pitchFamily="2" charset="-122"/>
              </a:rPr>
              <a:t>ABC</a:t>
            </a:r>
            <a:r>
              <a:rPr lang="zh-CN" altLang="zh-CN" dirty="0">
                <a:solidFill>
                  <a:srgbClr val="000000"/>
                </a:solidFill>
                <a:ea typeface="宋体" panose="02010600030101010101" pitchFamily="2" charset="-122"/>
                <a:cs typeface="Times New Roman" panose="02020603050405020304" pitchFamily="18" charset="0"/>
              </a:rPr>
              <a:t>中</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角</a:t>
            </a:r>
            <a:r>
              <a:rPr lang="en-US" altLang="zh-CN" i="1" dirty="0">
                <a:solidFill>
                  <a:srgbClr val="000000"/>
                </a:solidFill>
                <a:ea typeface="宋体" panose="02010600030101010101" pitchFamily="2" charset="-122"/>
              </a:rPr>
              <a:t>A</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B</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C</a:t>
            </a:r>
            <a:r>
              <a:rPr lang="zh-CN" altLang="zh-CN" dirty="0">
                <a:solidFill>
                  <a:srgbClr val="000000"/>
                </a:solidFill>
                <a:ea typeface="宋体" panose="02010600030101010101" pitchFamily="2" charset="-122"/>
                <a:cs typeface="Times New Roman" panose="02020603050405020304" pitchFamily="18" charset="0"/>
              </a:rPr>
              <a:t>的对边分别是</a:t>
            </a:r>
            <a:r>
              <a:rPr lang="en-US" altLang="zh-CN" i="1" dirty="0" err="1">
                <a:solidFill>
                  <a:srgbClr val="000000"/>
                </a:solidFill>
                <a:ea typeface="宋体" panose="02010600030101010101" pitchFamily="2" charset="-122"/>
              </a:rPr>
              <a:t>a</a:t>
            </a:r>
            <a:r>
              <a:rPr lang="en-US" altLang="zh-CN" dirty="0" err="1">
                <a:solidFill>
                  <a:srgbClr val="000000"/>
                </a:solidFill>
                <a:ea typeface="宋体" panose="02010600030101010101" pitchFamily="2" charset="-122"/>
              </a:rPr>
              <a:t>,</a:t>
            </a:r>
            <a:r>
              <a:rPr lang="en-US" altLang="zh-CN" i="1" dirty="0" err="1">
                <a:solidFill>
                  <a:srgbClr val="000000"/>
                </a:solidFill>
                <a:ea typeface="宋体" panose="02010600030101010101" pitchFamily="2" charset="-122"/>
              </a:rPr>
              <a:t>b</a:t>
            </a:r>
            <a:r>
              <a:rPr lang="en-US" altLang="zh-CN" dirty="0" err="1">
                <a:solidFill>
                  <a:srgbClr val="000000"/>
                </a:solidFill>
                <a:ea typeface="宋体" panose="02010600030101010101" pitchFamily="2" charset="-122"/>
              </a:rPr>
              <a:t>,</a:t>
            </a:r>
            <a:r>
              <a:rPr lang="en-US" altLang="zh-CN" i="1" dirty="0" err="1">
                <a:solidFill>
                  <a:srgbClr val="000000"/>
                </a:solidFill>
                <a:ea typeface="宋体" panose="02010600030101010101" pitchFamily="2" charset="-122"/>
              </a:rPr>
              <a:t>c</a:t>
            </a:r>
            <a:r>
              <a:rPr lang="en-US" altLang="zh-CN" i="1"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请完成下表</a:t>
            </a:r>
            <a:r>
              <a:rPr lang="en-US" altLang="zh-CN" dirty="0">
                <a:solidFill>
                  <a:srgbClr val="000000"/>
                </a:solidFill>
                <a:ea typeface="宋体" panose="02010600030101010101" pitchFamily="2" charset="-122"/>
              </a:rPr>
              <a:t>:</a:t>
            </a:r>
            <a:endParaRPr lang="zh-CN" altLang="en-US" dirty="0"/>
          </a:p>
        </p:txBody>
      </p:sp>
      <p:graphicFrame>
        <p:nvGraphicFramePr>
          <p:cNvPr id="5" name="对象 4"/>
          <p:cNvGraphicFramePr>
            <a:graphicFrameLocks noChangeAspect="1"/>
          </p:cNvGraphicFramePr>
          <p:nvPr>
            <p:extLst>
              <p:ext uri="{D42A27DB-BD31-4B8C-83A1-F6EECF244321}">
                <p14:modId xmlns:p14="http://schemas.microsoft.com/office/powerpoint/2010/main" val="2745446249"/>
              </p:ext>
            </p:extLst>
          </p:nvPr>
        </p:nvGraphicFramePr>
        <p:xfrm>
          <a:off x="-178301" y="1925153"/>
          <a:ext cx="11886506" cy="4761486"/>
        </p:xfrm>
        <a:graphic>
          <a:graphicData uri="http://schemas.openxmlformats.org/presentationml/2006/ole">
            <mc:AlternateContent xmlns:mc="http://schemas.openxmlformats.org/markup-compatibility/2006">
              <mc:Choice xmlns:v="urn:schemas-microsoft-com:vml" Requires="v">
                <p:oleObj spid="_x0000_s4124" name="文档" r:id="rId4" imgW="3897215" imgH="1561143" progId="Word.Document.12">
                  <p:embed/>
                </p:oleObj>
              </mc:Choice>
              <mc:Fallback>
                <p:oleObj name="文档" r:id="rId4" imgW="3897215" imgH="1561143" progId="Word.Document.12">
                  <p:embed/>
                  <p:pic>
                    <p:nvPicPr>
                      <p:cNvPr id="0" name=""/>
                      <p:cNvPicPr/>
                      <p:nvPr/>
                    </p:nvPicPr>
                    <p:blipFill>
                      <a:blip r:embed="rId5"/>
                      <a:stretch>
                        <a:fillRect/>
                      </a:stretch>
                    </p:blipFill>
                    <p:spPr>
                      <a:xfrm>
                        <a:off x="-178301" y="1925153"/>
                        <a:ext cx="11886506" cy="4761486"/>
                      </a:xfrm>
                      <a:prstGeom prst="rect">
                        <a:avLst/>
                      </a:prstGeom>
                    </p:spPr>
                  </p:pic>
                </p:oleObj>
              </mc:Fallback>
            </mc:AlternateContent>
          </a:graphicData>
        </a:graphic>
      </p:graphicFrame>
      <p:sp>
        <p:nvSpPr>
          <p:cNvPr id="6" name="矩形 5"/>
          <p:cNvSpPr/>
          <p:nvPr/>
        </p:nvSpPr>
        <p:spPr>
          <a:xfrm>
            <a:off x="1883363" y="3578611"/>
            <a:ext cx="2509522"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6"/>
          <p:cNvSpPr/>
          <p:nvPr/>
        </p:nvSpPr>
        <p:spPr>
          <a:xfrm>
            <a:off x="1883363" y="4114579"/>
            <a:ext cx="2509522"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矩形 7"/>
          <p:cNvSpPr/>
          <p:nvPr/>
        </p:nvSpPr>
        <p:spPr>
          <a:xfrm>
            <a:off x="1851089" y="4642628"/>
            <a:ext cx="2613804"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119503672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762992113"/>
              </p:ext>
            </p:extLst>
          </p:nvPr>
        </p:nvGraphicFramePr>
        <p:xfrm>
          <a:off x="281727" y="729639"/>
          <a:ext cx="10807902" cy="6153145"/>
        </p:xfrm>
        <a:graphic>
          <a:graphicData uri="http://schemas.openxmlformats.org/presentationml/2006/ole">
            <mc:AlternateContent xmlns:mc="http://schemas.openxmlformats.org/markup-compatibility/2006">
              <mc:Choice xmlns:v="urn:schemas-microsoft-com:vml" Requires="v">
                <p:oleObj spid="_x0000_s5148" name="文档" r:id="rId4" imgW="3897932" imgH="2219167" progId="Word.Document.12">
                  <p:embed/>
                </p:oleObj>
              </mc:Choice>
              <mc:Fallback>
                <p:oleObj name="文档" r:id="rId4" imgW="3897932" imgH="2219167" progId="Word.Document.12">
                  <p:embed/>
                  <p:pic>
                    <p:nvPicPr>
                      <p:cNvPr id="0" name=""/>
                      <p:cNvPicPr/>
                      <p:nvPr/>
                    </p:nvPicPr>
                    <p:blipFill>
                      <a:blip r:embed="rId5"/>
                      <a:stretch>
                        <a:fillRect/>
                      </a:stretch>
                    </p:blipFill>
                    <p:spPr>
                      <a:xfrm>
                        <a:off x="281727" y="729639"/>
                        <a:ext cx="10807902" cy="6153145"/>
                      </a:xfrm>
                      <a:prstGeom prst="rect">
                        <a:avLst/>
                      </a:prstGeom>
                    </p:spPr>
                  </p:pic>
                </p:oleObj>
              </mc:Fallback>
            </mc:AlternateContent>
          </a:graphicData>
        </a:graphic>
      </p:graphicFrame>
      <p:sp>
        <p:nvSpPr>
          <p:cNvPr id="3" name="矩形 2"/>
          <p:cNvSpPr/>
          <p:nvPr/>
        </p:nvSpPr>
        <p:spPr>
          <a:xfrm>
            <a:off x="2776435" y="3899310"/>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3"/>
          <p:cNvSpPr/>
          <p:nvPr/>
        </p:nvSpPr>
        <p:spPr>
          <a:xfrm>
            <a:off x="4590162" y="1609647"/>
            <a:ext cx="1122465" cy="3162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4"/>
          <p:cNvSpPr/>
          <p:nvPr/>
        </p:nvSpPr>
        <p:spPr>
          <a:xfrm>
            <a:off x="4155344" y="2072148"/>
            <a:ext cx="1134000" cy="347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p:cNvSpPr/>
          <p:nvPr/>
        </p:nvSpPr>
        <p:spPr>
          <a:xfrm>
            <a:off x="3723297" y="5637867"/>
            <a:ext cx="3333884" cy="347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85583618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4"/>
                                        </p:tgtEl>
                                      </p:cBhvr>
                                    </p:animEffect>
                                    <p:set>
                                      <p:cBhvr>
                                        <p:cTn id="12" dur="1" fill="hold">
                                          <p:stCondLst>
                                            <p:cond delay="499"/>
                                          </p:stCondLst>
                                        </p:cTn>
                                        <p:tgtEl>
                                          <p:spTgt spid="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5"/>
                                        </p:tgtEl>
                                      </p:cBhvr>
                                    </p:animEffect>
                                    <p:set>
                                      <p:cBhvr>
                                        <p:cTn id="17" dur="1" fill="hold">
                                          <p:stCondLst>
                                            <p:cond delay="499"/>
                                          </p:stCondLst>
                                        </p:cTn>
                                        <p:tgtEl>
                                          <p:spTgt spid="5"/>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6"/>
                                        </p:tgtEl>
                                      </p:cBhvr>
                                    </p:animEffect>
                                    <p:set>
                                      <p:cBhvr>
                                        <p:cTn id="22"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521809"/>
            <a:ext cx="10807700" cy="609282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【思考辨析】</a:t>
            </a:r>
            <a:r>
              <a:rPr lang="zh-CN" altLang="zh-CN" dirty="0">
                <a:solidFill>
                  <a:srgbClr val="000000"/>
                </a:solidFill>
                <a:latin typeface="NEU-BZ-S92"/>
                <a:ea typeface="Arial" panose="020B0604020202020204" pitchFamily="34" charset="0"/>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宋体" panose="02010600030101010101" pitchFamily="2" charset="-122"/>
                <a:cs typeface="Times New Roman" panose="02020603050405020304" pitchFamily="18" charset="0"/>
              </a:rPr>
              <a:t>判断下列说法是否正确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正确的在后面的括号内画</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latin typeface="Cambria Math" panose="02040503050406030204" pitchFamily="18" charset="0"/>
                <a:ea typeface="NEU-BZ-S9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错误的画</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与任何向量都平行的向量是零向量</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共线向量一定在一条直线上</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任何平面向量都有唯一的坐标</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宋体" panose="02010600030101010101" pitchFamily="2" charset="-122"/>
                <a:cs typeface="Times New Roman" panose="02020603050405020304" pitchFamily="18" charset="0"/>
              </a:rPr>
              <a:t>平面向量不论经过怎样的平移变换之后其坐标都不变</a:t>
            </a:r>
            <a:r>
              <a:rPr lang="en-US" altLang="zh-CN" i="1" dirty="0" smtClean="0">
                <a:solidFill>
                  <a:srgbClr val="000000"/>
                </a:solidFill>
                <a:ea typeface="宋体" panose="02010600030101010101" pitchFamily="2" charset="-122"/>
                <a:cs typeface="Times New Roman" panose="02020603050405020304" pitchFamily="18" charset="0"/>
              </a:rPr>
              <a:t>.</a:t>
            </a:r>
          </a:p>
          <a:p>
            <a:pPr algn="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smtClean="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宋体" panose="02010600030101010101" pitchFamily="2" charset="-122"/>
                <a:cs typeface="Times New Roman" panose="02020603050405020304" pitchFamily="18" charset="0"/>
              </a:rPr>
              <a:t>两个向量的数量积是一个实数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向量的加、减、数乘运算的运算结果是向量</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4" name="矩形 3"/>
          <p:cNvSpPr/>
          <p:nvPr/>
        </p:nvSpPr>
        <p:spPr>
          <a:xfrm>
            <a:off x="7489229" y="2375991"/>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p:cNvSpPr/>
          <p:nvPr/>
        </p:nvSpPr>
        <p:spPr>
          <a:xfrm>
            <a:off x="6265093" y="3013305"/>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6"/>
          <p:cNvSpPr/>
          <p:nvPr/>
        </p:nvSpPr>
        <p:spPr>
          <a:xfrm>
            <a:off x="6697852" y="3568220"/>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矩形 7"/>
          <p:cNvSpPr/>
          <p:nvPr/>
        </p:nvSpPr>
        <p:spPr>
          <a:xfrm>
            <a:off x="10441557" y="4752255"/>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p:cNvSpPr/>
          <p:nvPr/>
        </p:nvSpPr>
        <p:spPr>
          <a:xfrm>
            <a:off x="4176861" y="5843526"/>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08538144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7"/>
                                        </p:tgtEl>
                                      </p:cBhvr>
                                    </p:animEffect>
                                    <p:set>
                                      <p:cBhvr>
                                        <p:cTn id="17" dur="1" fill="hold">
                                          <p:stCondLst>
                                            <p:cond delay="499"/>
                                          </p:stCondLst>
                                        </p:cTn>
                                        <p:tgtEl>
                                          <p:spTgt spid="7"/>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8"/>
                                        </p:tgtEl>
                                      </p:cBhvr>
                                    </p:animEffect>
                                    <p:set>
                                      <p:cBhvr>
                                        <p:cTn id="22" dur="1" fill="hold">
                                          <p:stCondLst>
                                            <p:cond delay="499"/>
                                          </p:stCondLst>
                                        </p:cTn>
                                        <p:tgtEl>
                                          <p:spTgt spid="8"/>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xit" presetSubtype="10" fill="hold" grpId="0" nodeType="clickEffect">
                                  <p:stCondLst>
                                    <p:cond delay="0"/>
                                  </p:stCondLst>
                                  <p:childTnLst>
                                    <p:animEffect transition="out" filter="randombar(horizontal)">
                                      <p:cBhvr>
                                        <p:cTn id="26" dur="500"/>
                                        <p:tgtEl>
                                          <p:spTgt spid="9"/>
                                        </p:tgtEl>
                                      </p:cBhvr>
                                    </p:animEffect>
                                    <p:set>
                                      <p:cBhvr>
                                        <p:cTn id="27"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836946385"/>
              </p:ext>
            </p:extLst>
          </p:nvPr>
        </p:nvGraphicFramePr>
        <p:xfrm>
          <a:off x="353774" y="1174411"/>
          <a:ext cx="11671959" cy="4081900"/>
        </p:xfrm>
        <a:graphic>
          <a:graphicData uri="http://schemas.openxmlformats.org/presentationml/2006/ole">
            <mc:AlternateContent xmlns:mc="http://schemas.openxmlformats.org/markup-compatibility/2006">
              <mc:Choice xmlns:v="urn:schemas-microsoft-com:vml" Requires="v">
                <p:oleObj spid="_x0000_s6172" name="文档" r:id="rId4" imgW="3826872" imgH="1338328" progId="Word.Document.12">
                  <p:embed/>
                </p:oleObj>
              </mc:Choice>
              <mc:Fallback>
                <p:oleObj name="文档" r:id="rId4" imgW="3826872" imgH="1338328" progId="Word.Document.12">
                  <p:embed/>
                  <p:pic>
                    <p:nvPicPr>
                      <p:cNvPr id="0" name=""/>
                      <p:cNvPicPr/>
                      <p:nvPr/>
                    </p:nvPicPr>
                    <p:blipFill>
                      <a:blip r:embed="rId5"/>
                      <a:stretch>
                        <a:fillRect/>
                      </a:stretch>
                    </p:blipFill>
                    <p:spPr>
                      <a:xfrm>
                        <a:off x="353774" y="1174411"/>
                        <a:ext cx="11671959" cy="4081900"/>
                      </a:xfrm>
                      <a:prstGeom prst="rect">
                        <a:avLst/>
                      </a:prstGeom>
                    </p:spPr>
                  </p:pic>
                </p:oleObj>
              </mc:Fallback>
            </mc:AlternateContent>
          </a:graphicData>
        </a:graphic>
      </p:graphicFrame>
      <p:sp>
        <p:nvSpPr>
          <p:cNvPr id="3" name="矩形 2"/>
          <p:cNvSpPr/>
          <p:nvPr/>
        </p:nvSpPr>
        <p:spPr>
          <a:xfrm>
            <a:off x="6553125" y="1317780"/>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3"/>
          <p:cNvSpPr/>
          <p:nvPr/>
        </p:nvSpPr>
        <p:spPr>
          <a:xfrm>
            <a:off x="4752925" y="2685932"/>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4"/>
          <p:cNvSpPr/>
          <p:nvPr/>
        </p:nvSpPr>
        <p:spPr>
          <a:xfrm>
            <a:off x="8929389" y="3312095"/>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p:cNvSpPr/>
          <p:nvPr/>
        </p:nvSpPr>
        <p:spPr>
          <a:xfrm>
            <a:off x="9145768" y="4043326"/>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6"/>
          <p:cNvSpPr/>
          <p:nvPr/>
        </p:nvSpPr>
        <p:spPr>
          <a:xfrm>
            <a:off x="10009509" y="4680247"/>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54328768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4"/>
                                        </p:tgtEl>
                                      </p:cBhvr>
                                    </p:animEffect>
                                    <p:set>
                                      <p:cBhvr>
                                        <p:cTn id="12" dur="1" fill="hold">
                                          <p:stCondLst>
                                            <p:cond delay="499"/>
                                          </p:stCondLst>
                                        </p:cTn>
                                        <p:tgtEl>
                                          <p:spTgt spid="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5"/>
                                        </p:tgtEl>
                                      </p:cBhvr>
                                    </p:animEffect>
                                    <p:set>
                                      <p:cBhvr>
                                        <p:cTn id="17" dur="1" fill="hold">
                                          <p:stCondLst>
                                            <p:cond delay="499"/>
                                          </p:stCondLst>
                                        </p:cTn>
                                        <p:tgtEl>
                                          <p:spTgt spid="5"/>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6"/>
                                        </p:tgtEl>
                                      </p:cBhvr>
                                    </p:animEffect>
                                    <p:set>
                                      <p:cBhvr>
                                        <p:cTn id="22" dur="1" fill="hold">
                                          <p:stCondLst>
                                            <p:cond delay="499"/>
                                          </p:stCondLst>
                                        </p:cTn>
                                        <p:tgtEl>
                                          <p:spTgt spid="6"/>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xit" presetSubtype="10" fill="hold" grpId="0" nodeType="clickEffect">
                                  <p:stCondLst>
                                    <p:cond delay="0"/>
                                  </p:stCondLst>
                                  <p:childTnLst>
                                    <p:animEffect transition="out" filter="randombar(horizontal)">
                                      <p:cBhvr>
                                        <p:cTn id="26" dur="500"/>
                                        <p:tgtEl>
                                          <p:spTgt spid="7"/>
                                        </p:tgtEl>
                                      </p:cBhvr>
                                    </p:animEffect>
                                    <p:set>
                                      <p:cBhvr>
                                        <p:cTn id="27"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007839"/>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6600" dirty="0" smtClean="0">
                <a:solidFill>
                  <a:srgbClr val="0070C0"/>
                </a:solidFill>
                <a:latin typeface="华文新魏" panose="02010800040101010101" pitchFamily="2" charset="-122"/>
                <a:ea typeface="华文新魏" panose="02010800040101010101" pitchFamily="2" charset="-122"/>
              </a:rPr>
              <a:t>专题归纳</a:t>
            </a:r>
            <a:r>
              <a:rPr lang="en-US" altLang="zh-CN" sz="6600" dirty="0" smtClean="0">
                <a:solidFill>
                  <a:srgbClr val="0070C0"/>
                </a:solidFill>
                <a:latin typeface="华文新魏" panose="02010800040101010101" pitchFamily="2" charset="-122"/>
                <a:ea typeface="华文新魏" panose="02010800040101010101" pitchFamily="2" charset="-122"/>
              </a:rPr>
              <a:t>·</a:t>
            </a:r>
            <a:r>
              <a:rPr lang="zh-CN" altLang="en-US" sz="6600" dirty="0" smtClean="0">
                <a:solidFill>
                  <a:srgbClr val="0070C0"/>
                </a:solidFill>
                <a:latin typeface="华文新魏" panose="02010800040101010101" pitchFamily="2" charset="-122"/>
                <a:ea typeface="华文新魏" panose="02010800040101010101" pitchFamily="2" charset="-122"/>
              </a:rPr>
              <a:t>核心突破</a:t>
            </a:r>
            <a:endParaRPr lang="zh-CN" altLang="zh-CN" sz="6600" dirty="0">
              <a:solidFill>
                <a:srgbClr val="0070C0"/>
              </a:solidFill>
              <a:latin typeface="华文新魏" panose="02010800040101010101" pitchFamily="2" charset="-122"/>
              <a:ea typeface="华文新魏" panose="02010800040101010101" pitchFamily="2" charset="-122"/>
            </a:endParaRPr>
          </a:p>
        </p:txBody>
      </p:sp>
      <p:sp>
        <p:nvSpPr>
          <p:cNvPr id="6" name="圆角矩形 5">
            <a:hlinkClick r:id="rId2" action="ppaction://hlinksldjump"/>
          </p:cNvPr>
          <p:cNvSpPr/>
          <p:nvPr/>
        </p:nvSpPr>
        <p:spPr>
          <a:xfrm>
            <a:off x="2592685" y="4392215"/>
            <a:ext cx="1584176" cy="432048"/>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zh-CN" sz="2400" dirty="0"/>
              <a:t>专题整合</a:t>
            </a:r>
          </a:p>
        </p:txBody>
      </p:sp>
      <p:sp>
        <p:nvSpPr>
          <p:cNvPr id="7" name="圆角矩形 6">
            <a:hlinkClick r:id="rId3" action="ppaction://hlinksldjump"/>
          </p:cNvPr>
          <p:cNvSpPr/>
          <p:nvPr/>
        </p:nvSpPr>
        <p:spPr>
          <a:xfrm>
            <a:off x="5112965" y="4392215"/>
            <a:ext cx="1584176" cy="432048"/>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zh-CN" sz="2400" dirty="0"/>
              <a:t>高考体验</a:t>
            </a:r>
          </a:p>
        </p:txBody>
      </p:sp>
    </p:spTree>
    <p:extLst>
      <p:ext uri="{BB962C8B-B14F-4D97-AF65-F5344CB8AC3E}">
        <p14:creationId xmlns:p14="http://schemas.microsoft.com/office/powerpoint/2010/main" val="4161990442"/>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par>
                          <p:cTn id="15" fill="hold">
                            <p:stCondLst>
                              <p:cond delay="1000"/>
                            </p:stCondLst>
                            <p:childTnLst>
                              <p:par>
                                <p:cTn id="16" presetID="2" presetClass="entr" presetSubtype="8"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0-#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childTnLst>
                          </p:cTn>
                        </p:par>
                        <p:par>
                          <p:cTn id="20" fill="hold">
                            <p:stCondLst>
                              <p:cond delay="1500"/>
                            </p:stCondLst>
                            <p:childTnLst>
                              <p:par>
                                <p:cTn id="21" presetID="2" presetClass="entr" presetSubtype="8"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0-#ppt_w/2"/>
                                          </p:val>
                                        </p:tav>
                                        <p:tav tm="100000">
                                          <p:val>
                                            <p:strVal val="#ppt_x"/>
                                          </p:val>
                                        </p:tav>
                                      </p:tavLst>
                                    </p:anim>
                                    <p:anim calcmode="lin" valueType="num">
                                      <p:cBhvr additive="base">
                                        <p:cTn id="24"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燕尾形 1"/>
          <p:cNvSpPr/>
          <p:nvPr/>
        </p:nvSpPr>
        <p:spPr>
          <a:xfrm>
            <a:off x="1239655" y="680479"/>
            <a:ext cx="862583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专题一</a:t>
            </a:r>
            <a:r>
              <a:rPr lang="zh-CN" altLang="zh-CN" i="1" dirty="0"/>
              <a:t>　</a:t>
            </a:r>
            <a:r>
              <a:rPr lang="zh-CN" altLang="zh-CN" dirty="0"/>
              <a:t>平面向量的线性运算</a:t>
            </a:r>
          </a:p>
        </p:txBody>
      </p:sp>
      <p:grpSp>
        <p:nvGrpSpPr>
          <p:cNvPr id="8" name="组合 7"/>
          <p:cNvGrpSpPr/>
          <p:nvPr/>
        </p:nvGrpSpPr>
        <p:grpSpPr>
          <a:xfrm>
            <a:off x="353774" y="1328551"/>
            <a:ext cx="11671959" cy="2856456"/>
            <a:chOff x="353774" y="1367879"/>
            <a:chExt cx="11671959" cy="2856456"/>
          </a:xfrm>
        </p:grpSpPr>
        <p:graphicFrame>
          <p:nvGraphicFramePr>
            <p:cNvPr id="4" name="对象 3"/>
            <p:cNvGraphicFramePr>
              <a:graphicFrameLocks noChangeAspect="1"/>
            </p:cNvGraphicFramePr>
            <p:nvPr>
              <p:extLst>
                <p:ext uri="{D42A27DB-BD31-4B8C-83A1-F6EECF244321}">
                  <p14:modId xmlns:p14="http://schemas.microsoft.com/office/powerpoint/2010/main" val="4266918503"/>
                </p:ext>
              </p:extLst>
            </p:nvPr>
          </p:nvGraphicFramePr>
          <p:xfrm>
            <a:off x="353774" y="1367879"/>
            <a:ext cx="11671959" cy="1261620"/>
          </p:xfrm>
          <a:graphic>
            <a:graphicData uri="http://schemas.openxmlformats.org/presentationml/2006/ole">
              <mc:AlternateContent xmlns:mc="http://schemas.openxmlformats.org/markup-compatibility/2006">
                <mc:Choice xmlns:v="urn:schemas-microsoft-com:vml" Requires="v">
                  <p:oleObj spid="_x0000_s7248" name="文档" r:id="rId4" imgW="3826872" imgH="413646" progId="Word.Document.12">
                    <p:embed/>
                  </p:oleObj>
                </mc:Choice>
                <mc:Fallback>
                  <p:oleObj name="文档" r:id="rId4" imgW="3826872" imgH="413646" progId="Word.Document.12">
                    <p:embed/>
                    <p:pic>
                      <p:nvPicPr>
                        <p:cNvPr id="0" name=""/>
                        <p:cNvPicPr/>
                        <p:nvPr/>
                      </p:nvPicPr>
                      <p:blipFill>
                        <a:blip r:embed="rId5"/>
                        <a:stretch>
                          <a:fillRect/>
                        </a:stretch>
                      </p:blipFill>
                      <p:spPr>
                        <a:xfrm>
                          <a:off x="353774" y="1367879"/>
                          <a:ext cx="11671959" cy="1261620"/>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4151854329"/>
                </p:ext>
              </p:extLst>
            </p:nvPr>
          </p:nvGraphicFramePr>
          <p:xfrm>
            <a:off x="353774" y="2629499"/>
            <a:ext cx="11671959" cy="1594836"/>
          </p:xfrm>
          <a:graphic>
            <a:graphicData uri="http://schemas.openxmlformats.org/presentationml/2006/ole">
              <mc:AlternateContent xmlns:mc="http://schemas.openxmlformats.org/markup-compatibility/2006">
                <mc:Choice xmlns:v="urn:schemas-microsoft-com:vml" Requires="v">
                  <p:oleObj spid="_x0000_s7249" name="文档" r:id="rId7" imgW="3826872" imgH="522897" progId="Word.Document.12">
                    <p:embed/>
                  </p:oleObj>
                </mc:Choice>
                <mc:Fallback>
                  <p:oleObj name="文档" r:id="rId7" imgW="3826872" imgH="522897" progId="Word.Document.12">
                    <p:embed/>
                    <p:pic>
                      <p:nvPicPr>
                        <p:cNvPr id="0" name=""/>
                        <p:cNvPicPr/>
                        <p:nvPr/>
                      </p:nvPicPr>
                      <p:blipFill>
                        <a:blip r:embed="rId8"/>
                        <a:stretch>
                          <a:fillRect/>
                        </a:stretch>
                      </p:blipFill>
                      <p:spPr>
                        <a:xfrm>
                          <a:off x="353774" y="2629499"/>
                          <a:ext cx="11671959" cy="1594836"/>
                        </a:xfrm>
                        <a:prstGeom prst="rect">
                          <a:avLst/>
                        </a:prstGeom>
                      </p:spPr>
                    </p:pic>
                  </p:oleObj>
                </mc:Fallback>
              </mc:AlternateContent>
            </a:graphicData>
          </a:graphic>
        </p:graphicFrame>
        <p:pic>
          <p:nvPicPr>
            <p:cNvPr id="6" name="VMG2TRA71.eps" descr="id:2147501935;FounderCES"/>
            <p:cNvPicPr/>
            <p:nvPr/>
          </p:nvPicPr>
          <p:blipFill>
            <a:blip r:embed="rId9"/>
            <a:stretch>
              <a:fillRect/>
            </a:stretch>
          </p:blipFill>
          <p:spPr>
            <a:xfrm>
              <a:off x="7057181" y="2490529"/>
              <a:ext cx="2592288" cy="1665998"/>
            </a:xfrm>
            <a:prstGeom prst="rect">
              <a:avLst/>
            </a:prstGeom>
          </p:spPr>
        </p:pic>
      </p:grpSp>
      <p:graphicFrame>
        <p:nvGraphicFramePr>
          <p:cNvPr id="7" name="对象 6"/>
          <p:cNvGraphicFramePr>
            <a:graphicFrameLocks noChangeAspect="1"/>
          </p:cNvGraphicFramePr>
          <p:nvPr>
            <p:extLst>
              <p:ext uri="{D42A27DB-BD31-4B8C-83A1-F6EECF244321}">
                <p14:modId xmlns:p14="http://schemas.microsoft.com/office/powerpoint/2010/main" val="2244077830"/>
              </p:ext>
            </p:extLst>
          </p:nvPr>
        </p:nvGraphicFramePr>
        <p:xfrm>
          <a:off x="288429" y="4149527"/>
          <a:ext cx="11671959" cy="2209752"/>
        </p:xfrm>
        <a:graphic>
          <a:graphicData uri="http://schemas.openxmlformats.org/presentationml/2006/ole">
            <mc:AlternateContent xmlns:mc="http://schemas.openxmlformats.org/markup-compatibility/2006">
              <mc:Choice xmlns:v="urn:schemas-microsoft-com:vml" Requires="v">
                <p:oleObj spid="_x0000_s7250" name="文档" r:id="rId11" imgW="3826872" imgH="724509" progId="Word.Document.12">
                  <p:embed/>
                </p:oleObj>
              </mc:Choice>
              <mc:Fallback>
                <p:oleObj name="文档" r:id="rId11" imgW="3826872" imgH="724509" progId="Word.Document.12">
                  <p:embed/>
                  <p:pic>
                    <p:nvPicPr>
                      <p:cNvPr id="0" name=""/>
                      <p:cNvPicPr/>
                      <p:nvPr/>
                    </p:nvPicPr>
                    <p:blipFill>
                      <a:blip r:embed="rId12"/>
                      <a:stretch>
                        <a:fillRect/>
                      </a:stretch>
                    </p:blipFill>
                    <p:spPr>
                      <a:xfrm>
                        <a:off x="288429" y="4149527"/>
                        <a:ext cx="11671959" cy="2209752"/>
                      </a:xfrm>
                      <a:prstGeom prst="rect">
                        <a:avLst/>
                      </a:prstGeom>
                    </p:spPr>
                  </p:pic>
                </p:oleObj>
              </mc:Fallback>
            </mc:AlternateContent>
          </a:graphicData>
        </a:graphic>
      </p:graphicFrame>
      <p:sp>
        <p:nvSpPr>
          <p:cNvPr id="9" name="矩形 8"/>
          <p:cNvSpPr>
            <a:spLocks noChangeAspect="1"/>
          </p:cNvSpPr>
          <p:nvPr/>
        </p:nvSpPr>
        <p:spPr>
          <a:xfrm>
            <a:off x="8641357" y="5577023"/>
            <a:ext cx="1521570"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B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343944478"/>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randombar(horizont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361950" y="1719211"/>
            <a:ext cx="10807700" cy="2404636"/>
            <a:chOff x="361950" y="1699547"/>
            <a:chExt cx="10807700" cy="2404636"/>
          </a:xfrm>
        </p:grpSpPr>
        <p:pic>
          <p:nvPicPr>
            <p:cNvPr id="10" name="反思感悟H.eps" descr="id:2147490797;FounderCES"/>
            <p:cNvPicPr/>
            <p:nvPr/>
          </p:nvPicPr>
          <p:blipFill>
            <a:blip r:embed="rId2"/>
            <a:stretch>
              <a:fillRect/>
            </a:stretch>
          </p:blipFill>
          <p:spPr>
            <a:xfrm>
              <a:off x="361950" y="1699547"/>
              <a:ext cx="2259558" cy="531552"/>
            </a:xfrm>
            <a:prstGeom prst="rect">
              <a:avLst/>
            </a:prstGeom>
          </p:spPr>
        </p:pic>
        <p:sp>
          <p:nvSpPr>
            <p:cNvPr id="3" name="矩形 2"/>
            <p:cNvSpPr>
              <a:spLocks noChangeAspect="1"/>
            </p:cNvSpPr>
            <p:nvPr/>
          </p:nvSpPr>
          <p:spPr>
            <a:xfrm>
              <a:off x="361950" y="2295611"/>
              <a:ext cx="10807700" cy="180857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仿宋" panose="02010609060101010101" pitchFamily="49" charset="-122"/>
                  <a:cs typeface="Times New Roman" panose="02020603050405020304" pitchFamily="18" charset="0"/>
                </a:rPr>
                <a:t>向量的线性运算是向量运算的基础</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需熟练掌握向量运算的平行四边形法则以及三角形法则</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此外对于向量共线定理以及平面向量基本定理的判定条件及性质要灵活地加以运用</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1236206446"/>
      </p:ext>
    </p:extLst>
  </p:cSld>
  <p:clrMapOvr>
    <a:masterClrMapping/>
  </p:clrMapOvr>
  <p:transition spd="slow">
    <p:randomBar dir="ver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VMG2TRA72.eps" descr="id:2147501949;FounderCES"/>
          <p:cNvPicPr/>
          <p:nvPr/>
        </p:nvPicPr>
        <p:blipFill>
          <a:blip r:embed="rId3"/>
          <a:stretch>
            <a:fillRect/>
          </a:stretch>
        </p:blipFill>
        <p:spPr>
          <a:xfrm>
            <a:off x="3456781" y="3263614"/>
            <a:ext cx="3888432" cy="2136713"/>
          </a:xfrm>
          <a:prstGeom prst="rect">
            <a:avLst/>
          </a:prstGeom>
        </p:spPr>
      </p:pic>
      <p:graphicFrame>
        <p:nvGraphicFramePr>
          <p:cNvPr id="2" name="对象 1"/>
          <p:cNvGraphicFramePr>
            <a:graphicFrameLocks noChangeAspect="1"/>
          </p:cNvGraphicFramePr>
          <p:nvPr>
            <p:extLst>
              <p:ext uri="{D42A27DB-BD31-4B8C-83A1-F6EECF244321}">
                <p14:modId xmlns:p14="http://schemas.microsoft.com/office/powerpoint/2010/main" val="548992909"/>
              </p:ext>
            </p:extLst>
          </p:nvPr>
        </p:nvGraphicFramePr>
        <p:xfrm>
          <a:off x="33155" y="926987"/>
          <a:ext cx="11671959" cy="2211942"/>
        </p:xfrm>
        <a:graphic>
          <a:graphicData uri="http://schemas.openxmlformats.org/presentationml/2006/ole">
            <mc:AlternateContent xmlns:mc="http://schemas.openxmlformats.org/markup-compatibility/2006">
              <mc:Choice xmlns:v="urn:schemas-microsoft-com:vml" Requires="v">
                <p:oleObj spid="_x0000_s8220" name="文档" r:id="rId5" imgW="3826872" imgH="725227" progId="Word.Document.12">
                  <p:embed/>
                </p:oleObj>
              </mc:Choice>
              <mc:Fallback>
                <p:oleObj name="文档" r:id="rId5" imgW="3826872" imgH="725227" progId="Word.Document.12">
                  <p:embed/>
                  <p:pic>
                    <p:nvPicPr>
                      <p:cNvPr id="0" name=""/>
                      <p:cNvPicPr/>
                      <p:nvPr/>
                    </p:nvPicPr>
                    <p:blipFill>
                      <a:blip r:embed="rId6"/>
                      <a:stretch>
                        <a:fillRect/>
                      </a:stretch>
                    </p:blipFill>
                    <p:spPr>
                      <a:xfrm>
                        <a:off x="33155" y="926987"/>
                        <a:ext cx="11671959" cy="2211942"/>
                      </a:xfrm>
                      <a:prstGeom prst="rect">
                        <a:avLst/>
                      </a:prstGeom>
                    </p:spPr>
                  </p:pic>
                </p:oleObj>
              </mc:Fallback>
            </mc:AlternateContent>
          </a:graphicData>
        </a:graphic>
      </p:graphicFrame>
    </p:spTree>
    <p:extLst>
      <p:ext uri="{BB962C8B-B14F-4D97-AF65-F5344CB8AC3E}">
        <p14:creationId xmlns:p14="http://schemas.microsoft.com/office/powerpoint/2010/main" val="538841682"/>
      </p:ext>
    </p:extLst>
  </p:cSld>
  <p:clrMapOvr>
    <a:masterClrMapping/>
  </p:clrMapOvr>
  <p:transition spd="slow">
    <p:randomBar dir="vert"/>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773777621"/>
              </p:ext>
            </p:extLst>
          </p:nvPr>
        </p:nvGraphicFramePr>
        <p:xfrm>
          <a:off x="360437" y="916167"/>
          <a:ext cx="11671959" cy="3908715"/>
        </p:xfrm>
        <a:graphic>
          <a:graphicData uri="http://schemas.openxmlformats.org/presentationml/2006/ole">
            <mc:AlternateContent xmlns:mc="http://schemas.openxmlformats.org/markup-compatibility/2006">
              <mc:Choice xmlns:v="urn:schemas-microsoft-com:vml" Requires="v">
                <p:oleObj spid="_x0000_s9270" name="文档" r:id="rId4" imgW="3826872" imgH="1281546" progId="Word.Document.12">
                  <p:embed/>
                </p:oleObj>
              </mc:Choice>
              <mc:Fallback>
                <p:oleObj name="文档" r:id="rId4" imgW="3826872" imgH="1281546" progId="Word.Document.12">
                  <p:embed/>
                  <p:pic>
                    <p:nvPicPr>
                      <p:cNvPr id="0" name=""/>
                      <p:cNvPicPr/>
                      <p:nvPr/>
                    </p:nvPicPr>
                    <p:blipFill>
                      <a:blip r:embed="rId5"/>
                      <a:stretch>
                        <a:fillRect/>
                      </a:stretch>
                    </p:blipFill>
                    <p:spPr>
                      <a:xfrm>
                        <a:off x="360437" y="916167"/>
                        <a:ext cx="11671959" cy="3908715"/>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397632893"/>
              </p:ext>
            </p:extLst>
          </p:nvPr>
        </p:nvGraphicFramePr>
        <p:xfrm>
          <a:off x="360437" y="4847111"/>
          <a:ext cx="11671959" cy="804541"/>
        </p:xfrm>
        <a:graphic>
          <a:graphicData uri="http://schemas.openxmlformats.org/presentationml/2006/ole">
            <mc:AlternateContent xmlns:mc="http://schemas.openxmlformats.org/markup-compatibility/2006">
              <mc:Choice xmlns:v="urn:schemas-microsoft-com:vml" Requires="v">
                <p:oleObj spid="_x0000_s9271" name="文档" r:id="rId7" imgW="3826872" imgH="263784" progId="Word.Document.12">
                  <p:embed/>
                </p:oleObj>
              </mc:Choice>
              <mc:Fallback>
                <p:oleObj name="文档" r:id="rId7" imgW="3826872" imgH="263784" progId="Word.Document.12">
                  <p:embed/>
                  <p:pic>
                    <p:nvPicPr>
                      <p:cNvPr id="0" name=""/>
                      <p:cNvPicPr/>
                      <p:nvPr/>
                    </p:nvPicPr>
                    <p:blipFill>
                      <a:blip r:embed="rId8"/>
                      <a:stretch>
                        <a:fillRect/>
                      </a:stretch>
                    </p:blipFill>
                    <p:spPr>
                      <a:xfrm>
                        <a:off x="360437" y="4847111"/>
                        <a:ext cx="11671959" cy="804541"/>
                      </a:xfrm>
                      <a:prstGeom prst="rect">
                        <a:avLst/>
                      </a:prstGeom>
                    </p:spPr>
                  </p:pic>
                </p:oleObj>
              </mc:Fallback>
            </mc:AlternateContent>
          </a:graphicData>
        </a:graphic>
      </p:graphicFrame>
    </p:spTree>
    <p:extLst>
      <p:ext uri="{BB962C8B-B14F-4D97-AF65-F5344CB8AC3E}">
        <p14:creationId xmlns:p14="http://schemas.microsoft.com/office/powerpoint/2010/main" val="4194726383"/>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燕尾形 1"/>
          <p:cNvSpPr/>
          <p:nvPr/>
        </p:nvSpPr>
        <p:spPr>
          <a:xfrm>
            <a:off x="1239655" y="772151"/>
            <a:ext cx="862583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专题二</a:t>
            </a:r>
            <a:r>
              <a:rPr lang="zh-CN" altLang="zh-CN" i="1" dirty="0"/>
              <a:t>　</a:t>
            </a:r>
            <a:r>
              <a:rPr lang="zh-CN" altLang="zh-CN" dirty="0"/>
              <a:t> 向量的共线问题</a:t>
            </a:r>
          </a:p>
        </p:txBody>
      </p:sp>
      <p:graphicFrame>
        <p:nvGraphicFramePr>
          <p:cNvPr id="3" name="对象 2"/>
          <p:cNvGraphicFramePr>
            <a:graphicFrameLocks noChangeAspect="1"/>
          </p:cNvGraphicFramePr>
          <p:nvPr>
            <p:extLst>
              <p:ext uri="{D42A27DB-BD31-4B8C-83A1-F6EECF244321}">
                <p14:modId xmlns:p14="http://schemas.microsoft.com/office/powerpoint/2010/main" val="875402693"/>
              </p:ext>
            </p:extLst>
          </p:nvPr>
        </p:nvGraphicFramePr>
        <p:xfrm>
          <a:off x="353774" y="1403894"/>
          <a:ext cx="11671959" cy="1413977"/>
        </p:xfrm>
        <a:graphic>
          <a:graphicData uri="http://schemas.openxmlformats.org/presentationml/2006/ole">
            <mc:AlternateContent xmlns:mc="http://schemas.openxmlformats.org/markup-compatibility/2006">
              <mc:Choice xmlns:v="urn:schemas-microsoft-com:vml" Requires="v">
                <p:oleObj spid="_x0000_s10294" name="文档" r:id="rId4" imgW="3826872" imgH="463599" progId="Word.Document.12">
                  <p:embed/>
                </p:oleObj>
              </mc:Choice>
              <mc:Fallback>
                <p:oleObj name="文档" r:id="rId4" imgW="3826872" imgH="463599" progId="Word.Document.12">
                  <p:embed/>
                  <p:pic>
                    <p:nvPicPr>
                      <p:cNvPr id="0" name=""/>
                      <p:cNvPicPr/>
                      <p:nvPr/>
                    </p:nvPicPr>
                    <p:blipFill>
                      <a:blip r:embed="rId5"/>
                      <a:stretch>
                        <a:fillRect/>
                      </a:stretch>
                    </p:blipFill>
                    <p:spPr>
                      <a:xfrm>
                        <a:off x="353774" y="1403894"/>
                        <a:ext cx="11671959" cy="1413977"/>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515588080"/>
              </p:ext>
            </p:extLst>
          </p:nvPr>
        </p:nvGraphicFramePr>
        <p:xfrm>
          <a:off x="357188" y="2816225"/>
          <a:ext cx="11666537" cy="2092325"/>
        </p:xfrm>
        <a:graphic>
          <a:graphicData uri="http://schemas.openxmlformats.org/presentationml/2006/ole">
            <mc:AlternateContent xmlns:mc="http://schemas.openxmlformats.org/markup-compatibility/2006">
              <mc:Choice xmlns:v="urn:schemas-microsoft-com:vml" Requires="v">
                <p:oleObj spid="_x0000_s10295" name="文档" r:id="rId7" imgW="3837724" imgH="690139" progId="Word.Document.12">
                  <p:embed/>
                </p:oleObj>
              </mc:Choice>
              <mc:Fallback>
                <p:oleObj name="文档" r:id="rId7" imgW="3837724" imgH="690139" progId="Word.Document.12">
                  <p:embed/>
                  <p:pic>
                    <p:nvPicPr>
                      <p:cNvPr id="0" name=""/>
                      <p:cNvPicPr/>
                      <p:nvPr/>
                    </p:nvPicPr>
                    <p:blipFill>
                      <a:blip r:embed="rId8"/>
                      <a:stretch>
                        <a:fillRect/>
                      </a:stretch>
                    </p:blipFill>
                    <p:spPr>
                      <a:xfrm>
                        <a:off x="357188" y="2816225"/>
                        <a:ext cx="11666537" cy="2092325"/>
                      </a:xfrm>
                      <a:prstGeom prst="rect">
                        <a:avLst/>
                      </a:prstGeom>
                    </p:spPr>
                  </p:pic>
                </p:oleObj>
              </mc:Fallback>
            </mc:AlternateContent>
          </a:graphicData>
        </a:graphic>
      </p:graphicFrame>
      <p:sp>
        <p:nvSpPr>
          <p:cNvPr id="6" name="矩形 5"/>
          <p:cNvSpPr>
            <a:spLocks noChangeAspect="1"/>
          </p:cNvSpPr>
          <p:nvPr/>
        </p:nvSpPr>
        <p:spPr>
          <a:xfrm>
            <a:off x="353774" y="4987943"/>
            <a:ext cx="2173993"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45</a:t>
            </a:r>
            <a:r>
              <a:rPr lang="en-US" altLang="zh-CN" dirty="0" smtClean="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031888606"/>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randombar(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361950" y="863379"/>
            <a:ext cx="11750953" cy="2552357"/>
            <a:chOff x="361950" y="2204108"/>
            <a:chExt cx="11750953" cy="2552357"/>
          </a:xfrm>
        </p:grpSpPr>
        <p:sp>
          <p:nvSpPr>
            <p:cNvPr id="6" name="矩形 5"/>
            <p:cNvSpPr>
              <a:spLocks noChangeAspect="1"/>
            </p:cNvSpPr>
            <p:nvPr/>
          </p:nvSpPr>
          <p:spPr>
            <a:xfrm>
              <a:off x="361950" y="2204108"/>
              <a:ext cx="5934638" cy="626710"/>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 </a:t>
              </a:r>
              <a:r>
                <a:rPr lang="zh-CN" altLang="zh-CN" dirty="0">
                  <a:solidFill>
                    <a:srgbClr val="000000"/>
                  </a:solidFill>
                  <a:ea typeface="宋体" panose="02010600030101010101" pitchFamily="2" charset="-122"/>
                  <a:cs typeface="Times New Roman" panose="02020603050405020304" pitchFamily="18" charset="0"/>
                </a:rPr>
                <a:t>设两个非零向量</a:t>
              </a: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与</a:t>
              </a:r>
              <a:r>
                <a:rPr lang="en-US" altLang="zh-CN"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宋体" panose="02010600030101010101" pitchFamily="2" charset="-122"/>
                  <a:cs typeface="Times New Roman" panose="02020603050405020304" pitchFamily="18" charset="0"/>
                </a:rPr>
                <a:t>不共线</a:t>
              </a:r>
              <a:r>
                <a:rPr lang="en-US" altLang="zh-CN" i="1" dirty="0" smtClean="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1565359655"/>
                </p:ext>
              </p:extLst>
            </p:nvPr>
          </p:nvGraphicFramePr>
          <p:xfrm>
            <a:off x="440944" y="2855185"/>
            <a:ext cx="11671959" cy="655472"/>
          </p:xfrm>
          <a:graphic>
            <a:graphicData uri="http://schemas.openxmlformats.org/presentationml/2006/ole">
              <mc:AlternateContent xmlns:mc="http://schemas.openxmlformats.org/markup-compatibility/2006">
                <mc:Choice xmlns:v="urn:schemas-microsoft-com:vml" Requires="v">
                  <p:oleObj spid="_x0000_s11318" name="文档" r:id="rId4" imgW="3826872" imgH="214909" progId="Word.Document.12">
                    <p:embed/>
                  </p:oleObj>
                </mc:Choice>
                <mc:Fallback>
                  <p:oleObj name="文档" r:id="rId4" imgW="3826872" imgH="214909" progId="Word.Document.12">
                    <p:embed/>
                    <p:pic>
                      <p:nvPicPr>
                        <p:cNvPr id="0" name=""/>
                        <p:cNvPicPr/>
                        <p:nvPr/>
                      </p:nvPicPr>
                      <p:blipFill>
                        <a:blip r:embed="rId5"/>
                        <a:stretch>
                          <a:fillRect/>
                        </a:stretch>
                      </p:blipFill>
                      <p:spPr>
                        <a:xfrm>
                          <a:off x="440944" y="2855185"/>
                          <a:ext cx="11671959" cy="655472"/>
                        </a:xfrm>
                        <a:prstGeom prst="rect">
                          <a:avLst/>
                        </a:prstGeom>
                      </p:spPr>
                    </p:pic>
                  </p:oleObj>
                </mc:Fallback>
              </mc:AlternateContent>
            </a:graphicData>
          </a:graphic>
        </p:graphicFrame>
        <p:sp>
          <p:nvSpPr>
            <p:cNvPr id="8" name="矩形 7"/>
            <p:cNvSpPr>
              <a:spLocks noChangeAspect="1"/>
            </p:cNvSpPr>
            <p:nvPr/>
          </p:nvSpPr>
          <p:spPr>
            <a:xfrm>
              <a:off x="361950" y="3482270"/>
              <a:ext cx="10807700" cy="1274195"/>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宋体" panose="02010600030101010101" pitchFamily="2" charset="-122"/>
                  <a:cs typeface="宋体" panose="02010600030101010101" pitchFamily="2" charset="-122"/>
                </a:rPr>
                <a:t>②</a:t>
              </a:r>
              <a:r>
                <a:rPr lang="zh-CN" altLang="zh-CN" dirty="0">
                  <a:solidFill>
                    <a:srgbClr val="000000"/>
                  </a:solidFill>
                  <a:ea typeface="宋体" panose="02010600030101010101" pitchFamily="2" charset="-122"/>
                  <a:cs typeface="Times New Roman" panose="02020603050405020304" pitchFamily="18" charset="0"/>
                </a:rPr>
                <a:t>是否存在实数</a:t>
              </a:r>
              <a:r>
                <a:rPr lang="en-US" altLang="zh-CN" i="1" dirty="0">
                  <a:solidFill>
                    <a:srgbClr val="000000"/>
                  </a:solidFill>
                  <a:ea typeface="宋体" panose="02010600030101010101" pitchFamily="2" charset="-122"/>
                  <a:cs typeface="Times New Roman" panose="02020603050405020304" pitchFamily="18" charset="0"/>
                </a:rPr>
                <a:t>k</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使</a:t>
              </a:r>
              <a:r>
                <a:rPr lang="en-US" altLang="zh-CN" i="1" dirty="0" err="1">
                  <a:solidFill>
                    <a:srgbClr val="000000"/>
                  </a:solidFill>
                  <a:ea typeface="宋体" panose="02010600030101010101" pitchFamily="2" charset="-122"/>
                  <a:cs typeface="Times New Roman" panose="02020603050405020304" pitchFamily="18" charset="0"/>
                </a:rPr>
                <a:t>k</a:t>
              </a:r>
              <a:r>
                <a:rPr lang="en-US" altLang="zh-CN" dirty="0" err="1">
                  <a:solidFill>
                    <a:srgbClr val="000000"/>
                  </a:solidFill>
                  <a:ea typeface="宋体" panose="02010600030101010101" pitchFamily="2" charset="-122"/>
                  <a:cs typeface="Times New Roman" panose="02020603050405020304" pitchFamily="18" charset="0"/>
                </a:rPr>
                <a:t>a</a:t>
              </a:r>
              <a:r>
                <a:rPr lang="en-US" altLang="zh-CN" i="1" dirty="0" err="1">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宋体" panose="02010600030101010101" pitchFamily="2" charset="-122"/>
                  <a:cs typeface="Times New Roman" panose="02020603050405020304" pitchFamily="18" charset="0"/>
                </a:rPr>
                <a:t>和</a:t>
              </a:r>
              <a:r>
                <a:rPr lang="en-US" altLang="zh-CN" dirty="0">
                  <a:solidFill>
                    <a:srgbClr val="000000"/>
                  </a:solidFill>
                  <a:ea typeface="宋体" panose="02010600030101010101" pitchFamily="2" charset="-122"/>
                  <a:cs typeface="Times New Roman" panose="02020603050405020304" pitchFamily="18" charset="0"/>
                </a:rPr>
                <a:t>2a</a:t>
              </a:r>
              <a:r>
                <a:rPr lang="en-US" altLang="zh-CN" i="1" dirty="0">
                  <a:solidFill>
                    <a:srgbClr val="000000"/>
                  </a:solidFill>
                  <a:ea typeface="宋体" panose="02010600030101010101" pitchFamily="2" charset="-122"/>
                  <a:cs typeface="Times New Roman" panose="02020603050405020304" pitchFamily="18" charset="0"/>
                </a:rPr>
                <a:t>-k</a:t>
              </a:r>
              <a:r>
                <a:rPr lang="en-US" altLang="zh-CN"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宋体" panose="02010600030101010101" pitchFamily="2" charset="-122"/>
                  <a:cs typeface="Times New Roman" panose="02020603050405020304" pitchFamily="18" charset="0"/>
                </a:rPr>
                <a:t>共线</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若存在</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求出</a:t>
              </a:r>
              <a:r>
                <a:rPr lang="en-US" altLang="zh-CN" i="1" dirty="0">
                  <a:solidFill>
                    <a:srgbClr val="000000"/>
                  </a:solidFill>
                  <a:ea typeface="宋体" panose="02010600030101010101" pitchFamily="2" charset="-122"/>
                  <a:cs typeface="Times New Roman" panose="02020603050405020304" pitchFamily="18" charset="0"/>
                </a:rPr>
                <a:t>k</a:t>
              </a:r>
              <a:r>
                <a:rPr lang="zh-CN" altLang="zh-CN" dirty="0">
                  <a:solidFill>
                    <a:srgbClr val="000000"/>
                  </a:solidFill>
                  <a:ea typeface="宋体" panose="02010600030101010101" pitchFamily="2" charset="-122"/>
                  <a:cs typeface="Times New Roman" panose="02020603050405020304" pitchFamily="18" charset="0"/>
                </a:rPr>
                <a:t>的值</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若不存在</a:t>
              </a:r>
              <a:r>
                <a:rPr lang="en-US" altLang="zh-CN" dirty="0" smtClean="0">
                  <a:solidFill>
                    <a:srgbClr val="000000"/>
                  </a:solidFill>
                  <a:ea typeface="宋体" panose="02010600030101010101" pitchFamily="2" charset="-122"/>
                  <a:cs typeface="Times New Roman" panose="02020603050405020304" pitchFamily="18" charset="0"/>
                </a:rPr>
                <a:t>,</a:t>
              </a:r>
              <a:r>
                <a:rPr lang="zh-CN" altLang="en-US" dirty="0">
                  <a:solidFill>
                    <a:srgbClr val="000000"/>
                  </a:solidFill>
                  <a:ea typeface="宋体" panose="02010600030101010101" pitchFamily="2" charset="-122"/>
                  <a:cs typeface="Times New Roman" panose="02020603050405020304" pitchFamily="18" charset="0"/>
                </a:rPr>
                <a:t>请</a:t>
              </a:r>
              <a:r>
                <a:rPr lang="zh-CN" altLang="zh-CN" dirty="0" smtClean="0">
                  <a:solidFill>
                    <a:srgbClr val="000000"/>
                  </a:solidFill>
                  <a:ea typeface="宋体" panose="02010600030101010101" pitchFamily="2" charset="-122"/>
                  <a:cs typeface="Times New Roman" panose="02020603050405020304" pitchFamily="18" charset="0"/>
                </a:rPr>
                <a:t>说明理</a:t>
              </a:r>
              <a:r>
                <a:rPr lang="zh-CN" altLang="zh-CN" dirty="0">
                  <a:solidFill>
                    <a:srgbClr val="000000"/>
                  </a:solidFill>
                  <a:ea typeface="宋体" panose="02010600030101010101" pitchFamily="2" charset="-122"/>
                  <a:cs typeface="Times New Roman" panose="02020603050405020304" pitchFamily="18" charset="0"/>
                </a:rPr>
                <a:t>由</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graphicFrame>
        <p:nvGraphicFramePr>
          <p:cNvPr id="3" name="对象 2"/>
          <p:cNvGraphicFramePr>
            <a:graphicFrameLocks noChangeAspect="1"/>
          </p:cNvGraphicFramePr>
          <p:nvPr>
            <p:extLst>
              <p:ext uri="{D42A27DB-BD31-4B8C-83A1-F6EECF244321}">
                <p14:modId xmlns:p14="http://schemas.microsoft.com/office/powerpoint/2010/main" val="3224751166"/>
              </p:ext>
            </p:extLst>
          </p:nvPr>
        </p:nvGraphicFramePr>
        <p:xfrm>
          <a:off x="457006" y="3383659"/>
          <a:ext cx="11705058" cy="2262188"/>
        </p:xfrm>
        <a:graphic>
          <a:graphicData uri="http://schemas.openxmlformats.org/presentationml/2006/ole">
            <mc:AlternateContent xmlns:mc="http://schemas.openxmlformats.org/markup-compatibility/2006">
              <mc:Choice xmlns:v="urn:schemas-microsoft-com:vml" Requires="v">
                <p:oleObj spid="_x0000_s11319" name="文档" r:id="rId7" imgW="3837724" imgH="741701" progId="Word.Document.12">
                  <p:embed/>
                </p:oleObj>
              </mc:Choice>
              <mc:Fallback>
                <p:oleObj name="文档" r:id="rId7" imgW="3837724" imgH="741701" progId="Word.Document.12">
                  <p:embed/>
                  <p:pic>
                    <p:nvPicPr>
                      <p:cNvPr id="0" name=""/>
                      <p:cNvPicPr/>
                      <p:nvPr/>
                    </p:nvPicPr>
                    <p:blipFill>
                      <a:blip r:embed="rId8"/>
                      <a:stretch>
                        <a:fillRect/>
                      </a:stretch>
                    </p:blipFill>
                    <p:spPr>
                      <a:xfrm>
                        <a:off x="457006" y="3383659"/>
                        <a:ext cx="11705058" cy="2262188"/>
                      </a:xfrm>
                      <a:prstGeom prst="rect">
                        <a:avLst/>
                      </a:prstGeom>
                    </p:spPr>
                  </p:pic>
                </p:oleObj>
              </mc:Fallback>
            </mc:AlternateContent>
          </a:graphicData>
        </a:graphic>
      </p:graphicFrame>
    </p:spTree>
    <p:extLst>
      <p:ext uri="{BB962C8B-B14F-4D97-AF65-F5344CB8AC3E}">
        <p14:creationId xmlns:p14="http://schemas.microsoft.com/office/powerpoint/2010/main" val="1497090201"/>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949831"/>
            <a:ext cx="10807700" cy="4172296"/>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NEU-BZ-S92"/>
                <a:ea typeface="宋体" panose="02010600030101010101" pitchFamily="2" charset="-122"/>
                <a:cs typeface="宋体" panose="02010600030101010101" pitchFamily="2" charset="-122"/>
              </a:rPr>
              <a:t>②</a:t>
            </a: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假设存在实数</a:t>
            </a:r>
            <a:r>
              <a:rPr lang="en-US" altLang="zh-CN" i="1" dirty="0">
                <a:solidFill>
                  <a:srgbClr val="000000"/>
                </a:solidFill>
                <a:ea typeface="宋体" panose="02010600030101010101" pitchFamily="2" charset="-122"/>
                <a:cs typeface="Times New Roman" panose="02020603050405020304" pitchFamily="18" charset="0"/>
              </a:rPr>
              <a:t>k</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使</a:t>
            </a:r>
            <a:r>
              <a:rPr lang="en-US" altLang="zh-CN" i="1" dirty="0" err="1">
                <a:solidFill>
                  <a:srgbClr val="000000"/>
                </a:solidFill>
                <a:ea typeface="宋体" panose="02010600030101010101" pitchFamily="2" charset="-122"/>
                <a:cs typeface="Times New Roman" panose="02020603050405020304" pitchFamily="18" charset="0"/>
              </a:rPr>
              <a:t>k</a:t>
            </a:r>
            <a:r>
              <a:rPr lang="en-US" altLang="zh-CN" dirty="0" err="1">
                <a:solidFill>
                  <a:srgbClr val="000000"/>
                </a:solidFill>
                <a:ea typeface="宋体" panose="02010600030101010101" pitchFamily="2" charset="-122"/>
                <a:cs typeface="Times New Roman" panose="02020603050405020304" pitchFamily="18" charset="0"/>
              </a:rPr>
              <a:t>a</a:t>
            </a:r>
            <a:r>
              <a:rPr lang="en-US" altLang="zh-CN" i="1" dirty="0" err="1">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楷体" panose="02010609060101010101" pitchFamily="49" charset="-122"/>
                <a:cs typeface="Times New Roman" panose="02020603050405020304" pitchFamily="18" charset="0"/>
              </a:rPr>
              <a:t>与</a:t>
            </a:r>
            <a:r>
              <a:rPr lang="en-US" altLang="zh-CN" dirty="0">
                <a:solidFill>
                  <a:srgbClr val="000000"/>
                </a:solidFill>
                <a:ea typeface="宋体" panose="02010600030101010101" pitchFamily="2" charset="-122"/>
                <a:cs typeface="Times New Roman" panose="02020603050405020304" pitchFamily="18" charset="0"/>
              </a:rPr>
              <a:t>2a</a:t>
            </a:r>
            <a:r>
              <a:rPr lang="en-US" altLang="zh-CN" i="1" dirty="0">
                <a:solidFill>
                  <a:srgbClr val="000000"/>
                </a:solidFill>
                <a:ea typeface="宋体" panose="02010600030101010101" pitchFamily="2" charset="-122"/>
                <a:cs typeface="Times New Roman" panose="02020603050405020304" pitchFamily="18" charset="0"/>
              </a:rPr>
              <a:t>-k</a:t>
            </a:r>
            <a:r>
              <a:rPr lang="en-US" altLang="zh-CN"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楷体" panose="02010609060101010101" pitchFamily="49" charset="-122"/>
                <a:cs typeface="Times New Roman" panose="02020603050405020304" pitchFamily="18" charset="0"/>
              </a:rPr>
              <a:t>共线</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则存在实数</a:t>
            </a:r>
            <a:r>
              <a:rPr lang="en-US" altLang="zh-CN" i="1" dirty="0">
                <a:solidFill>
                  <a:srgbClr val="000000"/>
                </a:solidFill>
                <a:ea typeface="Microsoft Yi Baiti" panose="03000500000000000000" pitchFamily="66" charset="0"/>
                <a:cs typeface="Times New Roman" panose="02020603050405020304" pitchFamily="18" charset="0"/>
              </a:rPr>
              <a:t>λ</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使</a:t>
            </a:r>
            <a:r>
              <a:rPr lang="en-US" altLang="zh-CN" i="1" dirty="0" err="1">
                <a:solidFill>
                  <a:srgbClr val="000000"/>
                </a:solidFill>
                <a:ea typeface="宋体" panose="02010600030101010101" pitchFamily="2" charset="-122"/>
                <a:cs typeface="Times New Roman" panose="02020603050405020304" pitchFamily="18" charset="0"/>
              </a:rPr>
              <a:t>k</a:t>
            </a:r>
            <a:r>
              <a:rPr lang="en-US" altLang="zh-CN" dirty="0" err="1">
                <a:solidFill>
                  <a:srgbClr val="000000"/>
                </a:solidFill>
                <a:ea typeface="宋体" panose="02010600030101010101" pitchFamily="2" charset="-122"/>
                <a:cs typeface="Times New Roman" panose="02020603050405020304" pitchFamily="18" charset="0"/>
              </a:rPr>
              <a:t>a</a:t>
            </a:r>
            <a:r>
              <a:rPr lang="en-US" altLang="zh-CN" i="1" dirty="0" err="1">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b</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Microsoft Yi Baiti" panose="03000500000000000000" pitchFamily="66" charset="0"/>
                <a:cs typeface="Times New Roman" panose="02020603050405020304" pitchFamily="18" charset="0"/>
              </a:rPr>
              <a:t>λ</a:t>
            </a:r>
            <a:r>
              <a:rPr lang="en-US" altLang="zh-CN" dirty="0">
                <a:solidFill>
                  <a:srgbClr val="000000"/>
                </a:solidFill>
                <a:ea typeface="宋体" panose="02010600030101010101" pitchFamily="2" charset="-122"/>
                <a:cs typeface="Times New Roman" panose="02020603050405020304" pitchFamily="18" charset="0"/>
              </a:rPr>
              <a:t>(2a</a:t>
            </a:r>
            <a:r>
              <a:rPr lang="en-US" altLang="zh-CN" i="1" dirty="0">
                <a:solidFill>
                  <a:srgbClr val="000000"/>
                </a:solidFill>
                <a:ea typeface="宋体" panose="02010600030101010101" pitchFamily="2" charset="-122"/>
                <a:cs typeface="Times New Roman" panose="02020603050405020304" pitchFamily="18" charset="0"/>
              </a:rPr>
              <a:t>-k</a:t>
            </a:r>
            <a:r>
              <a:rPr lang="en-US" altLang="zh-CN" dirty="0">
                <a:solidFill>
                  <a:srgbClr val="000000"/>
                </a:solidFill>
                <a:ea typeface="宋体" panose="02010600030101010101" pitchFamily="2" charset="-122"/>
                <a:cs typeface="Times New Roman" panose="02020603050405020304" pitchFamily="18" charset="0"/>
              </a:rPr>
              <a:t>b),</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即</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k-</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Microsoft Yi Baiti" panose="03000500000000000000" pitchFamily="66" charset="0"/>
                <a:cs typeface="Times New Roman" panose="02020603050405020304" pitchFamily="18" charset="0"/>
              </a:rPr>
              <a:t>λ</a:t>
            </a:r>
            <a:r>
              <a:rPr lang="en-US" altLang="zh-CN" dirty="0">
                <a:solidFill>
                  <a:srgbClr val="000000"/>
                </a:solidFill>
                <a:ea typeface="宋体" panose="02010600030101010101" pitchFamily="2" charset="-122"/>
                <a:cs typeface="Times New Roman" panose="02020603050405020304" pitchFamily="18" charset="0"/>
              </a:rPr>
              <a:t>)a</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Microsoft Yi Baiti" panose="03000500000000000000" pitchFamily="66" charset="0"/>
                <a:cs typeface="Times New Roman" panose="02020603050405020304" pitchFamily="18" charset="0"/>
              </a:rPr>
              <a:t>λ</a:t>
            </a:r>
            <a:r>
              <a:rPr lang="en-US" altLang="zh-CN" i="1" dirty="0">
                <a:solidFill>
                  <a:srgbClr val="000000"/>
                </a:solidFill>
                <a:ea typeface="宋体" panose="02010600030101010101" pitchFamily="2" charset="-122"/>
                <a:cs typeface="Times New Roman" panose="02020603050405020304" pitchFamily="18" charset="0"/>
              </a:rPr>
              <a:t>k-</a:t>
            </a:r>
            <a:r>
              <a:rPr lang="en-US" altLang="zh-CN" dirty="0">
                <a:solidFill>
                  <a:srgbClr val="000000"/>
                </a:solidFill>
                <a:ea typeface="宋体" panose="02010600030101010101" pitchFamily="2" charset="-122"/>
                <a:cs typeface="Times New Roman" panose="02020603050405020304" pitchFamily="18" charset="0"/>
              </a:rPr>
              <a:t>1)b</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因为</a:t>
            </a:r>
            <a:r>
              <a:rPr lang="en-US" altLang="zh-CN" dirty="0" err="1">
                <a:solidFill>
                  <a:srgbClr val="000000"/>
                </a:solidFill>
                <a:ea typeface="宋体" panose="02010600030101010101" pitchFamily="2" charset="-122"/>
                <a:cs typeface="Times New Roman" panose="02020603050405020304" pitchFamily="18" charset="0"/>
              </a:rPr>
              <a:t>a,b</a:t>
            </a:r>
            <a:r>
              <a:rPr lang="zh-CN" altLang="zh-CN" dirty="0">
                <a:solidFill>
                  <a:srgbClr val="000000"/>
                </a:solidFill>
                <a:ea typeface="楷体" panose="02010609060101010101" pitchFamily="49" charset="-122"/>
                <a:cs typeface="Times New Roman" panose="02020603050405020304" pitchFamily="18" charset="0"/>
              </a:rPr>
              <a:t>是两个不共线的非零向量</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所以</a:t>
            </a:r>
            <a:r>
              <a:rPr lang="en-US" altLang="zh-CN" i="1" dirty="0">
                <a:solidFill>
                  <a:srgbClr val="000000"/>
                </a:solidFill>
                <a:ea typeface="宋体" panose="02010600030101010101" pitchFamily="2" charset="-122"/>
                <a:cs typeface="Times New Roman" panose="02020603050405020304" pitchFamily="18" charset="0"/>
              </a:rPr>
              <a:t>k-</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Microsoft Yi Baiti" panose="03000500000000000000" pitchFamily="66" charset="0"/>
                <a:cs typeface="Times New Roman" panose="02020603050405020304" pitchFamily="18" charset="0"/>
              </a:rPr>
              <a:t>λ</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Microsoft Yi Baiti" panose="03000500000000000000" pitchFamily="66" charset="0"/>
                <a:cs typeface="Times New Roman" panose="02020603050405020304" pitchFamily="18" charset="0"/>
              </a:rPr>
              <a:t>λ</a:t>
            </a:r>
            <a:r>
              <a:rPr lang="en-US" altLang="zh-CN" i="1" dirty="0">
                <a:solidFill>
                  <a:srgbClr val="000000"/>
                </a:solidFill>
                <a:ea typeface="宋体" panose="02010600030101010101" pitchFamily="2" charset="-122"/>
                <a:cs typeface="Times New Roman" panose="02020603050405020304" pitchFamily="18" charset="0"/>
              </a:rPr>
              <a:t>k-</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消去</a:t>
            </a:r>
            <a:r>
              <a:rPr lang="en-US" altLang="zh-CN" i="1" dirty="0">
                <a:solidFill>
                  <a:srgbClr val="000000"/>
                </a:solidFill>
                <a:ea typeface="Microsoft Yi Baiti" panose="03000500000000000000" pitchFamily="66" charset="0"/>
                <a:cs typeface="Times New Roman" panose="02020603050405020304" pitchFamily="18" charset="0"/>
              </a:rPr>
              <a:t>λ</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得</a:t>
            </a:r>
            <a:r>
              <a:rPr lang="en-US" altLang="zh-CN" i="1" dirty="0">
                <a:solidFill>
                  <a:srgbClr val="000000"/>
                </a:solidFill>
                <a:ea typeface="宋体" panose="02010600030101010101" pitchFamily="2" charset="-122"/>
                <a:cs typeface="Times New Roman" panose="02020603050405020304" pitchFamily="18" charset="0"/>
              </a:rPr>
              <a:t>k</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方程无解</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故不存在</a:t>
            </a:r>
            <a:r>
              <a:rPr lang="en-US" altLang="zh-CN" i="1" dirty="0">
                <a:solidFill>
                  <a:srgbClr val="000000"/>
                </a:solidFill>
                <a:ea typeface="宋体" panose="02010600030101010101" pitchFamily="2" charset="-122"/>
                <a:cs typeface="Times New Roman" panose="02020603050405020304" pitchFamily="18" charset="0"/>
              </a:rPr>
              <a:t>k</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使</a:t>
            </a:r>
            <a:r>
              <a:rPr lang="en-US" altLang="zh-CN" i="1" dirty="0" err="1">
                <a:solidFill>
                  <a:srgbClr val="000000"/>
                </a:solidFill>
                <a:ea typeface="宋体" panose="02010600030101010101" pitchFamily="2" charset="-122"/>
                <a:cs typeface="Times New Roman" panose="02020603050405020304" pitchFamily="18" charset="0"/>
              </a:rPr>
              <a:t>k</a:t>
            </a:r>
            <a:r>
              <a:rPr lang="en-US" altLang="zh-CN" dirty="0" err="1">
                <a:solidFill>
                  <a:srgbClr val="000000"/>
                </a:solidFill>
                <a:ea typeface="宋体" panose="02010600030101010101" pitchFamily="2" charset="-122"/>
                <a:cs typeface="Times New Roman" panose="02020603050405020304" pitchFamily="18" charset="0"/>
              </a:rPr>
              <a:t>a</a:t>
            </a:r>
            <a:r>
              <a:rPr lang="en-US" altLang="zh-CN" i="1" dirty="0" err="1">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楷体" panose="02010609060101010101" pitchFamily="49" charset="-122"/>
                <a:cs typeface="Times New Roman" panose="02020603050405020304" pitchFamily="18" charset="0"/>
              </a:rPr>
              <a:t>和</a:t>
            </a:r>
            <a:r>
              <a:rPr lang="en-US" altLang="zh-CN" dirty="0">
                <a:solidFill>
                  <a:srgbClr val="000000"/>
                </a:solidFill>
                <a:ea typeface="宋体" panose="02010600030101010101" pitchFamily="2" charset="-122"/>
                <a:cs typeface="Times New Roman" panose="02020603050405020304" pitchFamily="18" charset="0"/>
              </a:rPr>
              <a:t>2a</a:t>
            </a:r>
            <a:r>
              <a:rPr lang="en-US" altLang="zh-CN" i="1" dirty="0">
                <a:solidFill>
                  <a:srgbClr val="000000"/>
                </a:solidFill>
                <a:ea typeface="宋体" panose="02010600030101010101" pitchFamily="2" charset="-122"/>
                <a:cs typeface="Times New Roman" panose="02020603050405020304" pitchFamily="18" charset="0"/>
              </a:rPr>
              <a:t>-k</a:t>
            </a:r>
            <a:r>
              <a:rPr lang="en-US" altLang="zh-CN"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楷体" panose="02010609060101010101" pitchFamily="49" charset="-122"/>
                <a:cs typeface="Times New Roman" panose="02020603050405020304" pitchFamily="18" charset="0"/>
              </a:rPr>
              <a:t>共线</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201618994"/>
      </p:ext>
    </p:extLst>
  </p:cSld>
  <p:clrMapOvr>
    <a:masterClrMapping/>
  </p:clrMapOvr>
  <p:transition spd="slow">
    <p:randomBar dir="vert"/>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延伸探究H.eps" descr="id:2147490832;FounderCES"/>
          <p:cNvPicPr/>
          <p:nvPr/>
        </p:nvPicPr>
        <p:blipFill>
          <a:blip r:embed="rId3"/>
          <a:stretch>
            <a:fillRect/>
          </a:stretch>
        </p:blipFill>
        <p:spPr>
          <a:xfrm>
            <a:off x="4317062" y="680479"/>
            <a:ext cx="2524095" cy="460328"/>
          </a:xfrm>
          <a:prstGeom prst="rect">
            <a:avLst/>
          </a:prstGeom>
        </p:spPr>
      </p:pic>
      <p:graphicFrame>
        <p:nvGraphicFramePr>
          <p:cNvPr id="4" name="对象 3"/>
          <p:cNvGraphicFramePr>
            <a:graphicFrameLocks noChangeAspect="1"/>
          </p:cNvGraphicFramePr>
          <p:nvPr>
            <p:extLst>
              <p:ext uri="{D42A27DB-BD31-4B8C-83A1-F6EECF244321}">
                <p14:modId xmlns:p14="http://schemas.microsoft.com/office/powerpoint/2010/main" val="568170830"/>
              </p:ext>
            </p:extLst>
          </p:nvPr>
        </p:nvGraphicFramePr>
        <p:xfrm>
          <a:off x="216421" y="1102695"/>
          <a:ext cx="11671959" cy="1261620"/>
        </p:xfrm>
        <a:graphic>
          <a:graphicData uri="http://schemas.openxmlformats.org/presentationml/2006/ole">
            <mc:AlternateContent xmlns:mc="http://schemas.openxmlformats.org/markup-compatibility/2006">
              <mc:Choice xmlns:v="urn:schemas-microsoft-com:vml" Requires="v">
                <p:oleObj spid="_x0000_s12342" name="文档" r:id="rId5" imgW="3826872" imgH="413646" progId="Word.Document.12">
                  <p:embed/>
                </p:oleObj>
              </mc:Choice>
              <mc:Fallback>
                <p:oleObj name="文档" r:id="rId5" imgW="3826872" imgH="413646" progId="Word.Document.12">
                  <p:embed/>
                  <p:pic>
                    <p:nvPicPr>
                      <p:cNvPr id="0" name=""/>
                      <p:cNvPicPr/>
                      <p:nvPr/>
                    </p:nvPicPr>
                    <p:blipFill>
                      <a:blip r:embed="rId6"/>
                      <a:stretch>
                        <a:fillRect/>
                      </a:stretch>
                    </p:blipFill>
                    <p:spPr>
                      <a:xfrm>
                        <a:off x="216421" y="1102695"/>
                        <a:ext cx="11671959" cy="1261620"/>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822320409"/>
              </p:ext>
            </p:extLst>
          </p:nvPr>
        </p:nvGraphicFramePr>
        <p:xfrm>
          <a:off x="216421" y="2255921"/>
          <a:ext cx="11671959" cy="4263854"/>
        </p:xfrm>
        <a:graphic>
          <a:graphicData uri="http://schemas.openxmlformats.org/presentationml/2006/ole">
            <mc:AlternateContent xmlns:mc="http://schemas.openxmlformats.org/markup-compatibility/2006">
              <mc:Choice xmlns:v="urn:schemas-microsoft-com:vml" Requires="v">
                <p:oleObj spid="_x0000_s12343" name="文档" r:id="rId8" imgW="3837724" imgH="1402634" progId="Word.Document.12">
                  <p:embed/>
                </p:oleObj>
              </mc:Choice>
              <mc:Fallback>
                <p:oleObj name="文档" r:id="rId8" imgW="3837724" imgH="1402634" progId="Word.Document.12">
                  <p:embed/>
                  <p:pic>
                    <p:nvPicPr>
                      <p:cNvPr id="0" name=""/>
                      <p:cNvPicPr/>
                      <p:nvPr/>
                    </p:nvPicPr>
                    <p:blipFill>
                      <a:blip r:embed="rId9"/>
                      <a:stretch>
                        <a:fillRect/>
                      </a:stretch>
                    </p:blipFill>
                    <p:spPr>
                      <a:xfrm>
                        <a:off x="216421" y="2255921"/>
                        <a:ext cx="11671959" cy="4263854"/>
                      </a:xfrm>
                      <a:prstGeom prst="rect">
                        <a:avLst/>
                      </a:prstGeom>
                    </p:spPr>
                  </p:pic>
                </p:oleObj>
              </mc:Fallback>
            </mc:AlternateContent>
          </a:graphicData>
        </a:graphic>
      </p:graphicFrame>
    </p:spTree>
    <p:extLst>
      <p:ext uri="{BB962C8B-B14F-4D97-AF65-F5344CB8AC3E}">
        <p14:creationId xmlns:p14="http://schemas.microsoft.com/office/powerpoint/2010/main" val="304395012"/>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361950" y="670647"/>
            <a:ext cx="10807700" cy="5833674"/>
            <a:chOff x="361950" y="670647"/>
            <a:chExt cx="10807700" cy="5833674"/>
          </a:xfrm>
        </p:grpSpPr>
        <p:pic>
          <p:nvPicPr>
            <p:cNvPr id="6" name="反思感悟H.eps" descr="id:2147490797;FounderCES"/>
            <p:cNvPicPr/>
            <p:nvPr/>
          </p:nvPicPr>
          <p:blipFill>
            <a:blip r:embed="rId2"/>
            <a:stretch>
              <a:fillRect/>
            </a:stretch>
          </p:blipFill>
          <p:spPr>
            <a:xfrm>
              <a:off x="361950" y="670647"/>
              <a:ext cx="2259558" cy="531552"/>
            </a:xfrm>
            <a:prstGeom prst="rect">
              <a:avLst/>
            </a:prstGeom>
          </p:spPr>
        </p:pic>
        <p:sp>
          <p:nvSpPr>
            <p:cNvPr id="2" name="矩形 1"/>
            <p:cNvSpPr>
              <a:spLocks noChangeAspect="1"/>
            </p:cNvSpPr>
            <p:nvPr/>
          </p:nvSpPr>
          <p:spPr>
            <a:xfrm>
              <a:off x="361950" y="1093609"/>
              <a:ext cx="10807700" cy="541071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仿宋" panose="02010609060101010101" pitchFamily="49" charset="-122"/>
                  <a:cs typeface="Times New Roman" panose="02020603050405020304" pitchFamily="18" charset="0"/>
                </a:rPr>
                <a:t>平面向量共线问题的解题策略</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仿宋" panose="02010609060101010101" pitchFamily="49" charset="-122"/>
                  <a:cs typeface="Times New Roman" panose="02020603050405020304" pitchFamily="18" charset="0"/>
                </a:rPr>
                <a:t>当给出的向量是坐标表示时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利用</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若</a:t>
              </a:r>
              <a:r>
                <a:rPr lang="en-US" altLang="zh-CN" dirty="0">
                  <a:solidFill>
                    <a:srgbClr val="000000"/>
                  </a:solidFill>
                  <a:ea typeface="宋体" panose="02010600030101010101" pitchFamily="2" charset="-122"/>
                  <a:cs typeface="Times New Roman" panose="02020603050405020304" pitchFamily="18" charset="0"/>
                </a:rPr>
                <a:t>a</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宋体" panose="02010600030101010101" pitchFamily="2" charset="-122"/>
                  <a:cs typeface="Times New Roman" panose="02020603050405020304" pitchFamily="18" charset="0"/>
                </a:rPr>
                <a:t>),b</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其中</a:t>
              </a:r>
              <a:r>
                <a:rPr lang="en-US" altLang="zh-CN" dirty="0">
                  <a:solidFill>
                    <a:srgbClr val="000000"/>
                  </a:solidFill>
                  <a:ea typeface="宋体" panose="02010600030101010101" pitchFamily="2" charset="-122"/>
                  <a:cs typeface="Times New Roman" panose="02020603050405020304" pitchFamily="18" charset="0"/>
                </a:rPr>
                <a:t>b≠0,</a:t>
              </a:r>
              <a:r>
                <a:rPr lang="zh-CN" altLang="zh-CN" dirty="0">
                  <a:solidFill>
                    <a:srgbClr val="000000"/>
                  </a:solidFill>
                  <a:ea typeface="仿宋" panose="02010609060101010101" pitchFamily="49" charset="-122"/>
                  <a:cs typeface="Times New Roman" panose="02020603050405020304" pitchFamily="18" charset="0"/>
                </a:rPr>
                <a:t>则</a:t>
              </a: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latin typeface="NEU-BZ-S92" panose="02020503000000020003" pitchFamily="18" charset="-12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仿宋" panose="02010609060101010101" pitchFamily="49" charset="-122"/>
                  <a:cs typeface="Times New Roman" panose="02020603050405020304" pitchFamily="18" charset="0"/>
                </a:rPr>
                <a:t>的充要条件是</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y</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y</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解题比较方便</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pPr>
              <a:r>
                <a:rPr lang="en-US" altLang="zh-CN" dirty="0" smtClean="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2)</a:t>
              </a:r>
              <a:r>
                <a:rPr lang="zh-CN" altLang="zh-CN" dirty="0">
                  <a:solidFill>
                    <a:srgbClr val="000000"/>
                  </a:solidFill>
                  <a:ea typeface="仿宋" panose="02010609060101010101" pitchFamily="49" charset="-122"/>
                  <a:cs typeface="Times New Roman" panose="02020603050405020304" pitchFamily="18" charset="0"/>
                </a:rPr>
                <a:t>当给出的向量是基底表示时</a:t>
              </a:r>
              <a:r>
                <a:rPr lang="en-US" altLang="zh-CN"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利用</a:t>
              </a:r>
              <a:r>
                <a:rPr lang="en-US" altLang="zh-CN"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向量</a:t>
              </a:r>
              <a:r>
                <a:rPr lang="en-US" altLang="zh-CN" dirty="0">
                  <a:solidFill>
                    <a:srgbClr val="000000"/>
                  </a:solidFill>
                  <a:ea typeface="宋体" panose="02010600030101010101" pitchFamily="2" charset="-122"/>
                </a:rPr>
                <a:t>a(a≠0)</a:t>
              </a:r>
              <a:r>
                <a:rPr lang="zh-CN" altLang="zh-CN" dirty="0">
                  <a:solidFill>
                    <a:srgbClr val="000000"/>
                  </a:solidFill>
                  <a:ea typeface="仿宋" panose="02010609060101010101" pitchFamily="49" charset="-122"/>
                  <a:cs typeface="Times New Roman" panose="02020603050405020304" pitchFamily="18" charset="0"/>
                </a:rPr>
                <a:t>与</a:t>
              </a:r>
              <a:r>
                <a:rPr lang="en-US" altLang="zh-CN" dirty="0">
                  <a:solidFill>
                    <a:srgbClr val="000000"/>
                  </a:solidFill>
                  <a:ea typeface="宋体" panose="02010600030101010101" pitchFamily="2" charset="-122"/>
                </a:rPr>
                <a:t>b</a:t>
              </a:r>
              <a:r>
                <a:rPr lang="zh-CN" altLang="zh-CN" dirty="0">
                  <a:solidFill>
                    <a:srgbClr val="000000"/>
                  </a:solidFill>
                  <a:ea typeface="仿宋" panose="02010609060101010101" pitchFamily="49" charset="-122"/>
                  <a:cs typeface="Times New Roman" panose="02020603050405020304" pitchFamily="18" charset="0"/>
                </a:rPr>
                <a:t>共线的充要条件是</a:t>
              </a:r>
              <a:r>
                <a:rPr lang="en-US" altLang="zh-CN"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存在唯一一个实数</a:t>
              </a:r>
              <a:r>
                <a:rPr lang="en-US" altLang="zh-CN" i="1" dirty="0">
                  <a:solidFill>
                    <a:srgbClr val="000000"/>
                  </a:solidFill>
                  <a:ea typeface="Microsoft Yi Baiti" panose="03000500000000000000" pitchFamily="66" charset="0"/>
                </a:rPr>
                <a:t>λ</a:t>
              </a:r>
              <a:r>
                <a:rPr lang="en-US" altLang="zh-CN"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使</a:t>
              </a:r>
              <a:r>
                <a:rPr lang="en-US" altLang="zh-CN" dirty="0">
                  <a:solidFill>
                    <a:srgbClr val="000000"/>
                  </a:solidFill>
                  <a:ea typeface="宋体" panose="02010600030101010101" pitchFamily="2" charset="-122"/>
                </a:rPr>
                <a:t>b</a:t>
              </a:r>
              <a:r>
                <a:rPr lang="en-US" altLang="zh-CN" i="1" dirty="0">
                  <a:solidFill>
                    <a:srgbClr val="000000"/>
                  </a:solidFill>
                  <a:ea typeface="宋体" panose="02010600030101010101" pitchFamily="2" charset="-122"/>
                </a:rPr>
                <a:t>=</a:t>
              </a:r>
              <a:r>
                <a:rPr lang="en-US" altLang="zh-CN" i="1" dirty="0" err="1">
                  <a:solidFill>
                    <a:srgbClr val="000000"/>
                  </a:solidFill>
                  <a:ea typeface="Microsoft Yi Baiti" panose="03000500000000000000" pitchFamily="66" charset="0"/>
                </a:rPr>
                <a:t>λ</a:t>
              </a:r>
              <a:r>
                <a:rPr lang="en-US" altLang="zh-CN" dirty="0" err="1">
                  <a:solidFill>
                    <a:srgbClr val="000000"/>
                  </a:solidFill>
                  <a:ea typeface="宋体" panose="02010600030101010101" pitchFamily="2" charset="-122"/>
                </a:rPr>
                <a:t>a</a:t>
              </a:r>
              <a:r>
                <a:rPr lang="en-US" altLang="zh-CN"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然后结合其他条件列出关于</a:t>
              </a:r>
              <a:r>
                <a:rPr lang="en-US" altLang="zh-CN" i="1" dirty="0">
                  <a:solidFill>
                    <a:srgbClr val="000000"/>
                  </a:solidFill>
                  <a:ea typeface="Microsoft Yi Baiti" panose="03000500000000000000" pitchFamily="66" charset="0"/>
                </a:rPr>
                <a:t>λ</a:t>
              </a:r>
              <a:r>
                <a:rPr lang="zh-CN" altLang="zh-CN" dirty="0">
                  <a:solidFill>
                    <a:srgbClr val="000000"/>
                  </a:solidFill>
                  <a:ea typeface="仿宋" panose="02010609060101010101" pitchFamily="49" charset="-122"/>
                  <a:cs typeface="Times New Roman" panose="02020603050405020304" pitchFamily="18" charset="0"/>
                </a:rPr>
                <a:t>的方程求解</a:t>
              </a:r>
              <a:r>
                <a:rPr lang="en-US" altLang="zh-CN" i="1" dirty="0">
                  <a:solidFill>
                    <a:srgbClr val="000000"/>
                  </a:solidFill>
                  <a:ea typeface="宋体" panose="02010600030101010101" pitchFamily="2" charset="-122"/>
                </a:rPr>
                <a:t>.</a:t>
              </a:r>
              <a:endParaRPr lang="zh-CN" altLang="en-US" dirty="0"/>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仿宋" panose="02010609060101010101" pitchFamily="49" charset="-122"/>
                  <a:cs typeface="Times New Roman" panose="02020603050405020304" pitchFamily="18" charset="0"/>
                </a:rPr>
                <a:t>证明三点共线问题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可用向量共线解决</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但应注意向量共线与三点共线的区别与联系</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当两向量共线且有公共点时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才能得出三点共线</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816819886"/>
      </p:ext>
    </p:extLst>
  </p:cSld>
  <p:clrMapOvr>
    <a:masterClrMapping/>
  </p:clrMapOvr>
  <p:transition spd="slow">
    <p:randomBar dir="vert"/>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361950" y="1461249"/>
            <a:ext cx="11834126" cy="2714942"/>
            <a:chOff x="361950" y="1317233"/>
            <a:chExt cx="11834126" cy="2714942"/>
          </a:xfrm>
        </p:grpSpPr>
        <p:sp>
          <p:nvSpPr>
            <p:cNvPr id="3" name="矩形 2"/>
            <p:cNvSpPr>
              <a:spLocks noChangeAspect="1"/>
            </p:cNvSpPr>
            <p:nvPr/>
          </p:nvSpPr>
          <p:spPr>
            <a:xfrm>
              <a:off x="361950" y="1317233"/>
              <a:ext cx="10807700" cy="121764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【变式训练</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已知平面向量</a:t>
              </a:r>
              <a:r>
                <a:rPr lang="en-US" altLang="zh-CN" dirty="0">
                  <a:solidFill>
                    <a:srgbClr val="000000"/>
                  </a:solidFill>
                  <a:ea typeface="宋体" panose="02010600030101010101" pitchFamily="2" charset="-122"/>
                  <a:cs typeface="Times New Roman" panose="02020603050405020304" pitchFamily="18" charset="0"/>
                </a:rPr>
                <a:t>a</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m</a:t>
              </a:r>
              <a:r>
                <a:rPr lang="en-US" altLang="zh-CN" dirty="0">
                  <a:solidFill>
                    <a:srgbClr val="000000"/>
                  </a:solidFill>
                  <a:ea typeface="宋体" panose="02010600030101010101" pitchFamily="2" charset="-122"/>
                  <a:cs typeface="Times New Roman" panose="02020603050405020304" pitchFamily="18" charset="0"/>
                </a:rPr>
                <a:t>),b</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3,1),</a:t>
              </a:r>
              <a:r>
                <a:rPr lang="zh-CN" altLang="zh-CN" dirty="0">
                  <a:solidFill>
                    <a:srgbClr val="000000"/>
                  </a:solidFill>
                  <a:ea typeface="宋体" panose="02010600030101010101" pitchFamily="2" charset="-122"/>
                  <a:cs typeface="Times New Roman" panose="02020603050405020304" pitchFamily="18" charset="0"/>
                </a:rPr>
                <a:t>且</a:t>
              </a:r>
              <a:r>
                <a:rPr lang="en-US" altLang="zh-CN" dirty="0">
                  <a:solidFill>
                    <a:srgbClr val="000000"/>
                  </a:solidFill>
                  <a:ea typeface="宋体" panose="02010600030101010101" pitchFamily="2" charset="-122"/>
                  <a:cs typeface="Times New Roman" panose="02020603050405020304" pitchFamily="18" charset="0"/>
                </a:rPr>
                <a:t>(2a</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宋体" panose="02010600030101010101" pitchFamily="2" charset="-122"/>
                  <a:cs typeface="Times New Roman" panose="02020603050405020304" pitchFamily="18" charset="0"/>
                </a:rPr>
                <a:t>则实数</a:t>
              </a:r>
              <a:r>
                <a:rPr lang="en-US" altLang="zh-CN" i="1" dirty="0">
                  <a:solidFill>
                    <a:srgbClr val="000000"/>
                  </a:solidFill>
                  <a:ea typeface="宋体" panose="02010600030101010101" pitchFamily="2" charset="-122"/>
                  <a:cs typeface="Times New Roman" panose="02020603050405020304" pitchFamily="18" charset="0"/>
                </a:rPr>
                <a:t>m</a:t>
              </a:r>
              <a:r>
                <a:rPr lang="zh-CN" altLang="zh-CN" dirty="0">
                  <a:solidFill>
                    <a:srgbClr val="000000"/>
                  </a:solidFill>
                  <a:ea typeface="宋体" panose="02010600030101010101" pitchFamily="2" charset="-122"/>
                  <a:cs typeface="Times New Roman" panose="02020603050405020304" pitchFamily="18" charset="0"/>
                </a:rPr>
                <a:t>的值为</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2894545469"/>
                </p:ext>
              </p:extLst>
            </p:nvPr>
          </p:nvGraphicFramePr>
          <p:xfrm>
            <a:off x="524117" y="2608595"/>
            <a:ext cx="11671959" cy="796870"/>
          </p:xfrm>
          <a:graphic>
            <a:graphicData uri="http://schemas.openxmlformats.org/presentationml/2006/ole">
              <mc:AlternateContent xmlns:mc="http://schemas.openxmlformats.org/markup-compatibility/2006">
                <mc:Choice xmlns:v="urn:schemas-microsoft-com:vml" Requires="v">
                  <p:oleObj spid="_x0000_s13340" name="文档" r:id="rId4" imgW="3826872" imgH="261269" progId="Word.Document.12">
                    <p:embed/>
                  </p:oleObj>
                </mc:Choice>
                <mc:Fallback>
                  <p:oleObj name="文档" r:id="rId4" imgW="3826872" imgH="261269" progId="Word.Document.12">
                    <p:embed/>
                    <p:pic>
                      <p:nvPicPr>
                        <p:cNvPr id="0" name=""/>
                        <p:cNvPicPr/>
                        <p:nvPr/>
                      </p:nvPicPr>
                      <p:blipFill>
                        <a:blip r:embed="rId5"/>
                        <a:stretch>
                          <a:fillRect/>
                        </a:stretch>
                      </p:blipFill>
                      <p:spPr>
                        <a:xfrm>
                          <a:off x="524117" y="2608595"/>
                          <a:ext cx="11671959" cy="796870"/>
                        </a:xfrm>
                        <a:prstGeom prst="rect">
                          <a:avLst/>
                        </a:prstGeom>
                      </p:spPr>
                    </p:pic>
                  </p:oleObj>
                </mc:Fallback>
              </mc:AlternateContent>
            </a:graphicData>
          </a:graphic>
        </p:graphicFrame>
        <p:sp>
          <p:nvSpPr>
            <p:cNvPr id="5" name="矩形 4"/>
            <p:cNvSpPr>
              <a:spLocks noChangeAspect="1"/>
            </p:cNvSpPr>
            <p:nvPr/>
          </p:nvSpPr>
          <p:spPr>
            <a:xfrm>
              <a:off x="361950" y="3405465"/>
              <a:ext cx="10807700" cy="626710"/>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若三点</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C</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共线</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则实数</a:t>
              </a:r>
              <a:r>
                <a:rPr lang="en-US" altLang="zh-CN" i="1"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的值为</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3717808042"/>
      </p:ext>
    </p:extLst>
  </p:cSld>
  <p:clrMapOvr>
    <a:masterClrMapping/>
  </p:clrMapOvr>
  <p:transition spd="slow">
    <p:randomBar dir="vert"/>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013934246"/>
              </p:ext>
            </p:extLst>
          </p:nvPr>
        </p:nvGraphicFramePr>
        <p:xfrm>
          <a:off x="504453" y="906335"/>
          <a:ext cx="11671959" cy="4102726"/>
        </p:xfrm>
        <a:graphic>
          <a:graphicData uri="http://schemas.openxmlformats.org/presentationml/2006/ole">
            <mc:AlternateContent xmlns:mc="http://schemas.openxmlformats.org/markup-compatibility/2006">
              <mc:Choice xmlns:v="urn:schemas-microsoft-com:vml" Requires="v">
                <p:oleObj spid="_x0000_s14390" name="文档" r:id="rId4" imgW="3837724" imgH="1346745" progId="Word.Document.12">
                  <p:embed/>
                </p:oleObj>
              </mc:Choice>
              <mc:Fallback>
                <p:oleObj name="文档" r:id="rId4" imgW="3837724" imgH="1346745" progId="Word.Document.12">
                  <p:embed/>
                  <p:pic>
                    <p:nvPicPr>
                      <p:cNvPr id="0" name=""/>
                      <p:cNvPicPr/>
                      <p:nvPr/>
                    </p:nvPicPr>
                    <p:blipFill>
                      <a:blip r:embed="rId5"/>
                      <a:stretch>
                        <a:fillRect/>
                      </a:stretch>
                    </p:blipFill>
                    <p:spPr>
                      <a:xfrm>
                        <a:off x="504453" y="906335"/>
                        <a:ext cx="11671959" cy="4102726"/>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72885563"/>
              </p:ext>
            </p:extLst>
          </p:nvPr>
        </p:nvGraphicFramePr>
        <p:xfrm>
          <a:off x="504452" y="4958447"/>
          <a:ext cx="11671959" cy="810022"/>
        </p:xfrm>
        <a:graphic>
          <a:graphicData uri="http://schemas.openxmlformats.org/presentationml/2006/ole">
            <mc:AlternateContent xmlns:mc="http://schemas.openxmlformats.org/markup-compatibility/2006">
              <mc:Choice xmlns:v="urn:schemas-microsoft-com:vml" Requires="v">
                <p:oleObj spid="_x0000_s14391" name="文档" r:id="rId7" imgW="3826872" imgH="265581" progId="Word.Document.12">
                  <p:embed/>
                </p:oleObj>
              </mc:Choice>
              <mc:Fallback>
                <p:oleObj name="文档" r:id="rId7" imgW="3826872" imgH="265581" progId="Word.Document.12">
                  <p:embed/>
                  <p:pic>
                    <p:nvPicPr>
                      <p:cNvPr id="0" name=""/>
                      <p:cNvPicPr/>
                      <p:nvPr/>
                    </p:nvPicPr>
                    <p:blipFill>
                      <a:blip r:embed="rId8"/>
                      <a:stretch>
                        <a:fillRect/>
                      </a:stretch>
                    </p:blipFill>
                    <p:spPr>
                      <a:xfrm>
                        <a:off x="504452" y="4958447"/>
                        <a:ext cx="11671959" cy="810022"/>
                      </a:xfrm>
                      <a:prstGeom prst="rect">
                        <a:avLst/>
                      </a:prstGeom>
                    </p:spPr>
                  </p:pic>
                </p:oleObj>
              </mc:Fallback>
            </mc:AlternateContent>
          </a:graphicData>
        </a:graphic>
      </p:graphicFrame>
    </p:spTree>
    <p:extLst>
      <p:ext uri="{BB962C8B-B14F-4D97-AF65-F5344CB8AC3E}">
        <p14:creationId xmlns:p14="http://schemas.microsoft.com/office/powerpoint/2010/main" val="1301718454"/>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燕尾形 3"/>
          <p:cNvSpPr/>
          <p:nvPr/>
        </p:nvSpPr>
        <p:spPr>
          <a:xfrm>
            <a:off x="1239655" y="1090113"/>
            <a:ext cx="862583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专题三</a:t>
            </a:r>
            <a:r>
              <a:rPr lang="zh-CN" altLang="zh-CN" i="1" dirty="0"/>
              <a:t>　</a:t>
            </a:r>
            <a:r>
              <a:rPr lang="zh-CN" altLang="zh-CN" dirty="0"/>
              <a:t>平面向量的数量积及应用</a:t>
            </a:r>
          </a:p>
        </p:txBody>
      </p:sp>
      <p:grpSp>
        <p:nvGrpSpPr>
          <p:cNvPr id="7" name="组合 6"/>
          <p:cNvGrpSpPr/>
          <p:nvPr/>
        </p:nvGrpSpPr>
        <p:grpSpPr>
          <a:xfrm>
            <a:off x="361950" y="1869185"/>
            <a:ext cx="11742454" cy="3108926"/>
            <a:chOff x="361950" y="1767681"/>
            <a:chExt cx="11742454" cy="3108926"/>
          </a:xfrm>
        </p:grpSpPr>
        <p:graphicFrame>
          <p:nvGraphicFramePr>
            <p:cNvPr id="3" name="对象 2"/>
            <p:cNvGraphicFramePr>
              <a:graphicFrameLocks noChangeAspect="1"/>
            </p:cNvGraphicFramePr>
            <p:nvPr>
              <p:extLst>
                <p:ext uri="{D42A27DB-BD31-4B8C-83A1-F6EECF244321}">
                  <p14:modId xmlns:p14="http://schemas.microsoft.com/office/powerpoint/2010/main" val="3230026366"/>
                </p:ext>
              </p:extLst>
            </p:nvPr>
          </p:nvGraphicFramePr>
          <p:xfrm>
            <a:off x="432445" y="1767681"/>
            <a:ext cx="11671959" cy="1309847"/>
          </p:xfrm>
          <a:graphic>
            <a:graphicData uri="http://schemas.openxmlformats.org/presentationml/2006/ole">
              <mc:AlternateContent xmlns:mc="http://schemas.openxmlformats.org/markup-compatibility/2006">
                <mc:Choice xmlns:v="urn:schemas-microsoft-com:vml" Requires="v">
                  <p:oleObj spid="_x0000_s15388" name="文档" r:id="rId4" imgW="3826872" imgH="429458" progId="Word.Document.12">
                    <p:embed/>
                  </p:oleObj>
                </mc:Choice>
                <mc:Fallback>
                  <p:oleObj name="文档" r:id="rId4" imgW="3826872" imgH="429458" progId="Word.Document.12">
                    <p:embed/>
                    <p:pic>
                      <p:nvPicPr>
                        <p:cNvPr id="0" name=""/>
                        <p:cNvPicPr/>
                        <p:nvPr/>
                      </p:nvPicPr>
                      <p:blipFill>
                        <a:blip r:embed="rId5"/>
                        <a:stretch>
                          <a:fillRect/>
                        </a:stretch>
                      </p:blipFill>
                      <p:spPr>
                        <a:xfrm>
                          <a:off x="432445" y="1767681"/>
                          <a:ext cx="11671959" cy="1309847"/>
                        </a:xfrm>
                        <a:prstGeom prst="rect">
                          <a:avLst/>
                        </a:prstGeom>
                      </p:spPr>
                    </p:pic>
                  </p:oleObj>
                </mc:Fallback>
              </mc:AlternateContent>
            </a:graphicData>
          </a:graphic>
        </p:graphicFrame>
        <p:sp>
          <p:nvSpPr>
            <p:cNvPr id="5" name="矩形 4"/>
            <p:cNvSpPr>
              <a:spLocks noChangeAspect="1"/>
            </p:cNvSpPr>
            <p:nvPr/>
          </p:nvSpPr>
          <p:spPr>
            <a:xfrm>
              <a:off x="361950" y="3011481"/>
              <a:ext cx="10807700" cy="1865126"/>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A.20	</a:t>
              </a:r>
              <a:r>
                <a:rPr lang="en-US" altLang="zh-CN" dirty="0" smtClean="0">
                  <a:solidFill>
                    <a:srgbClr val="000000"/>
                  </a:solidFill>
                  <a:ea typeface="宋体" panose="02010600030101010101" pitchFamily="2" charset="-122"/>
                  <a:cs typeface="Times New Roman" panose="02020603050405020304" pitchFamily="18" charset="0"/>
                </a:rPr>
                <a:t>	B.15</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	C.9</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	D.6</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已知向量</a:t>
              </a:r>
              <a:r>
                <a:rPr lang="en-US" altLang="zh-CN" dirty="0" err="1">
                  <a:solidFill>
                    <a:srgbClr val="000000"/>
                  </a:solidFill>
                  <a:ea typeface="宋体" panose="02010600030101010101" pitchFamily="2" charset="-122"/>
                  <a:cs typeface="Times New Roman" panose="02020603050405020304" pitchFamily="18" charset="0"/>
                </a:rPr>
                <a:t>a,b</a:t>
              </a:r>
              <a:r>
                <a:rPr lang="zh-CN" altLang="zh-CN" dirty="0">
                  <a:solidFill>
                    <a:srgbClr val="000000"/>
                  </a:solidFill>
                  <a:ea typeface="宋体" panose="02010600030101010101" pitchFamily="2" charset="-122"/>
                  <a:cs typeface="Times New Roman" panose="02020603050405020304" pitchFamily="18" charset="0"/>
                </a:rPr>
                <a:t>的夹角为</a:t>
              </a:r>
              <a:r>
                <a:rPr lang="en-US" altLang="zh-CN" dirty="0">
                  <a:solidFill>
                    <a:srgbClr val="000000"/>
                  </a:solidFill>
                  <a:ea typeface="宋体" panose="02010600030101010101" pitchFamily="2" charset="-122"/>
                  <a:cs typeface="Times New Roman" panose="02020603050405020304" pitchFamily="18" charset="0"/>
                </a:rPr>
                <a:t>60</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b</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则</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2b</a:t>
              </a:r>
              <a:r>
                <a:rPr lang="en-US" altLang="zh-CN" i="1" dirty="0">
                  <a:solidFill>
                    <a:srgbClr val="000000"/>
                  </a:solidFill>
                  <a:ea typeface="宋体" panose="02010600030101010101" pitchFamily="2" charset="-122"/>
                  <a:cs typeface="Times New Roman" panose="02020603050405020304" pitchFamily="18" charset="0"/>
                </a:rPr>
                <a:t>|=</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已知向量</a:t>
              </a:r>
              <a:r>
                <a:rPr lang="en-US" altLang="zh-CN" dirty="0">
                  <a:solidFill>
                    <a:srgbClr val="000000"/>
                  </a:solidFill>
                  <a:ea typeface="宋体" panose="02010600030101010101" pitchFamily="2" charset="-122"/>
                  <a:cs typeface="Times New Roman" panose="02020603050405020304" pitchFamily="18" charset="0"/>
                </a:rPr>
                <a:t>a</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(2,1),b</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(1,3),</a:t>
              </a:r>
              <a:r>
                <a:rPr lang="zh-CN" altLang="zh-CN" dirty="0">
                  <a:solidFill>
                    <a:srgbClr val="000000"/>
                  </a:solidFill>
                  <a:ea typeface="宋体" panose="02010600030101010101" pitchFamily="2" charset="-122"/>
                  <a:cs typeface="Times New Roman" panose="02020603050405020304" pitchFamily="18" charset="0"/>
                </a:rPr>
                <a:t>则向量</a:t>
              </a:r>
              <a:r>
                <a:rPr lang="en-US" altLang="zh-CN" dirty="0">
                  <a:solidFill>
                    <a:srgbClr val="000000"/>
                  </a:solidFill>
                  <a:ea typeface="宋体" panose="02010600030101010101" pitchFamily="2" charset="-122"/>
                  <a:cs typeface="Times New Roman" panose="02020603050405020304" pitchFamily="18" charset="0"/>
                </a:rPr>
                <a:t>2a</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宋体" panose="02010600030101010101" pitchFamily="2" charset="-122"/>
                  <a:cs typeface="Times New Roman" panose="02020603050405020304" pitchFamily="18" charset="0"/>
                </a:rPr>
                <a:t>与</a:t>
              </a: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的夹角为</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3424578621"/>
      </p:ext>
    </p:extLst>
  </p:cSld>
  <p:clrMapOvr>
    <a:masterClrMapping/>
  </p:clrMapOvr>
  <p:transition spd="slow">
    <p:randomBar dir="vert"/>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155925038"/>
              </p:ext>
            </p:extLst>
          </p:nvPr>
        </p:nvGraphicFramePr>
        <p:xfrm>
          <a:off x="504453" y="1151855"/>
          <a:ext cx="11705058" cy="4163659"/>
        </p:xfrm>
        <a:graphic>
          <a:graphicData uri="http://schemas.openxmlformats.org/presentationml/2006/ole">
            <mc:AlternateContent xmlns:mc="http://schemas.openxmlformats.org/markup-compatibility/2006">
              <mc:Choice xmlns:v="urn:schemas-microsoft-com:vml" Requires="v">
                <p:oleObj spid="_x0000_s16412" name="文档" r:id="rId4" imgW="3837724" imgH="1365134" progId="Word.Document.12">
                  <p:embed/>
                </p:oleObj>
              </mc:Choice>
              <mc:Fallback>
                <p:oleObj name="文档" r:id="rId4" imgW="3837724" imgH="1365134" progId="Word.Document.12">
                  <p:embed/>
                  <p:pic>
                    <p:nvPicPr>
                      <p:cNvPr id="0" name=""/>
                      <p:cNvPicPr/>
                      <p:nvPr/>
                    </p:nvPicPr>
                    <p:blipFill>
                      <a:blip r:embed="rId5"/>
                      <a:stretch>
                        <a:fillRect/>
                      </a:stretch>
                    </p:blipFill>
                    <p:spPr>
                      <a:xfrm>
                        <a:off x="504453" y="1151855"/>
                        <a:ext cx="11705058" cy="4163659"/>
                      </a:xfrm>
                      <a:prstGeom prst="rect">
                        <a:avLst/>
                      </a:prstGeom>
                    </p:spPr>
                  </p:pic>
                </p:oleObj>
              </mc:Fallback>
            </mc:AlternateContent>
          </a:graphicData>
        </a:graphic>
      </p:graphicFrame>
    </p:spTree>
    <p:extLst>
      <p:ext uri="{BB962C8B-B14F-4D97-AF65-F5344CB8AC3E}">
        <p14:creationId xmlns:p14="http://schemas.microsoft.com/office/powerpoint/2010/main" val="4064833322"/>
      </p:ext>
    </p:extLst>
  </p:cSld>
  <p:clrMapOvr>
    <a:masterClrMapping/>
  </p:clrMapOvr>
  <p:transition spd="slow">
    <p:randomBar dir="vert"/>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198057974"/>
              </p:ext>
            </p:extLst>
          </p:nvPr>
        </p:nvGraphicFramePr>
        <p:xfrm>
          <a:off x="576461" y="806544"/>
          <a:ext cx="11705058" cy="1549549"/>
        </p:xfrm>
        <a:graphic>
          <a:graphicData uri="http://schemas.openxmlformats.org/presentationml/2006/ole">
            <mc:AlternateContent xmlns:mc="http://schemas.openxmlformats.org/markup-compatibility/2006">
              <mc:Choice xmlns:v="urn:schemas-microsoft-com:vml" Requires="v">
                <p:oleObj spid="_x0000_s17462" name="文档" r:id="rId4" imgW="3837724" imgH="508049" progId="Word.Document.12">
                  <p:embed/>
                </p:oleObj>
              </mc:Choice>
              <mc:Fallback>
                <p:oleObj name="文档" r:id="rId4" imgW="3837724" imgH="508049" progId="Word.Document.12">
                  <p:embed/>
                  <p:pic>
                    <p:nvPicPr>
                      <p:cNvPr id="0" name=""/>
                      <p:cNvPicPr/>
                      <p:nvPr/>
                    </p:nvPicPr>
                    <p:blipFill>
                      <a:blip r:embed="rId5"/>
                      <a:stretch>
                        <a:fillRect/>
                      </a:stretch>
                    </p:blipFill>
                    <p:spPr>
                      <a:xfrm>
                        <a:off x="576461" y="806544"/>
                        <a:ext cx="11705058" cy="1549549"/>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2247126340"/>
              </p:ext>
            </p:extLst>
          </p:nvPr>
        </p:nvGraphicFramePr>
        <p:xfrm>
          <a:off x="483857" y="2480445"/>
          <a:ext cx="11671959" cy="3161172"/>
        </p:xfrm>
        <a:graphic>
          <a:graphicData uri="http://schemas.openxmlformats.org/presentationml/2006/ole">
            <mc:AlternateContent xmlns:mc="http://schemas.openxmlformats.org/markup-compatibility/2006">
              <mc:Choice xmlns:v="urn:schemas-microsoft-com:vml" Requires="v">
                <p:oleObj spid="_x0000_s17463" name="文档" r:id="rId7" imgW="3826872" imgH="1036450" progId="Word.Document.12">
                  <p:embed/>
                </p:oleObj>
              </mc:Choice>
              <mc:Fallback>
                <p:oleObj name="文档" r:id="rId7" imgW="3826872" imgH="1036450" progId="Word.Document.12">
                  <p:embed/>
                  <p:pic>
                    <p:nvPicPr>
                      <p:cNvPr id="0" name=""/>
                      <p:cNvPicPr/>
                      <p:nvPr/>
                    </p:nvPicPr>
                    <p:blipFill>
                      <a:blip r:embed="rId8"/>
                      <a:stretch>
                        <a:fillRect/>
                      </a:stretch>
                    </p:blipFill>
                    <p:spPr>
                      <a:xfrm>
                        <a:off x="483857" y="2480445"/>
                        <a:ext cx="11671959" cy="3161172"/>
                      </a:xfrm>
                      <a:prstGeom prst="rect">
                        <a:avLst/>
                      </a:prstGeom>
                    </p:spPr>
                  </p:pic>
                </p:oleObj>
              </mc:Fallback>
            </mc:AlternateContent>
          </a:graphicData>
        </a:graphic>
      </p:graphicFrame>
      <p:pic>
        <p:nvPicPr>
          <p:cNvPr id="10" name="24Z47.eps" descr="id:2147490584;FounderCES"/>
          <p:cNvPicPr/>
          <p:nvPr/>
        </p:nvPicPr>
        <p:blipFill>
          <a:blip r:embed="rId9"/>
          <a:stretch>
            <a:fillRect/>
          </a:stretch>
        </p:blipFill>
        <p:spPr>
          <a:xfrm>
            <a:off x="7489229" y="4406944"/>
            <a:ext cx="2880320" cy="1929487"/>
          </a:xfrm>
          <a:prstGeom prst="rect">
            <a:avLst/>
          </a:prstGeom>
        </p:spPr>
      </p:pic>
    </p:spTree>
    <p:extLst>
      <p:ext uri="{BB962C8B-B14F-4D97-AF65-F5344CB8AC3E}">
        <p14:creationId xmlns:p14="http://schemas.microsoft.com/office/powerpoint/2010/main" val="1570368052"/>
      </p:ext>
    </p:extLst>
  </p:cSld>
  <p:clrMapOvr>
    <a:masterClrMapping/>
  </p:clrMapOvr>
  <p:transition spd="slow">
    <p:randomBar dir="vert"/>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872650880"/>
              </p:ext>
            </p:extLst>
          </p:nvPr>
        </p:nvGraphicFramePr>
        <p:xfrm>
          <a:off x="392683" y="930259"/>
          <a:ext cx="11705058" cy="3956905"/>
        </p:xfrm>
        <a:graphic>
          <a:graphicData uri="http://schemas.openxmlformats.org/presentationml/2006/ole">
            <mc:AlternateContent xmlns:mc="http://schemas.openxmlformats.org/markup-compatibility/2006">
              <mc:Choice xmlns:v="urn:schemas-microsoft-com:vml" Requires="v">
                <p:oleObj spid="_x0000_s18486" name="文档" r:id="rId4" imgW="3837724" imgH="1297346" progId="Word.Document.12">
                  <p:embed/>
                </p:oleObj>
              </mc:Choice>
              <mc:Fallback>
                <p:oleObj name="文档" r:id="rId4" imgW="3837724" imgH="1297346" progId="Word.Document.12">
                  <p:embed/>
                  <p:pic>
                    <p:nvPicPr>
                      <p:cNvPr id="0" name=""/>
                      <p:cNvPicPr/>
                      <p:nvPr/>
                    </p:nvPicPr>
                    <p:blipFill>
                      <a:blip r:embed="rId5"/>
                      <a:stretch>
                        <a:fillRect/>
                      </a:stretch>
                    </p:blipFill>
                    <p:spPr>
                      <a:xfrm>
                        <a:off x="392683" y="930259"/>
                        <a:ext cx="11705058" cy="3956905"/>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4286040914"/>
              </p:ext>
            </p:extLst>
          </p:nvPr>
        </p:nvGraphicFramePr>
        <p:xfrm>
          <a:off x="392683" y="4972539"/>
          <a:ext cx="11705058" cy="561972"/>
        </p:xfrm>
        <a:graphic>
          <a:graphicData uri="http://schemas.openxmlformats.org/presentationml/2006/ole">
            <mc:AlternateContent xmlns:mc="http://schemas.openxmlformats.org/markup-compatibility/2006">
              <mc:Choice xmlns:v="urn:schemas-microsoft-com:vml" Requires="v">
                <p:oleObj spid="_x0000_s18487" name="文档" r:id="rId7" imgW="3837724" imgH="184253" progId="Word.Document.12">
                  <p:embed/>
                </p:oleObj>
              </mc:Choice>
              <mc:Fallback>
                <p:oleObj name="文档" r:id="rId7" imgW="3837724" imgH="184253" progId="Word.Document.12">
                  <p:embed/>
                  <p:pic>
                    <p:nvPicPr>
                      <p:cNvPr id="0" name=""/>
                      <p:cNvPicPr/>
                      <p:nvPr/>
                    </p:nvPicPr>
                    <p:blipFill>
                      <a:blip r:embed="rId8"/>
                      <a:stretch>
                        <a:fillRect/>
                      </a:stretch>
                    </p:blipFill>
                    <p:spPr>
                      <a:xfrm>
                        <a:off x="392683" y="4972539"/>
                        <a:ext cx="11705058" cy="561972"/>
                      </a:xfrm>
                      <a:prstGeom prst="rect">
                        <a:avLst/>
                      </a:prstGeom>
                    </p:spPr>
                  </p:pic>
                </p:oleObj>
              </mc:Fallback>
            </mc:AlternateContent>
          </a:graphicData>
        </a:graphic>
      </p:graphicFrame>
    </p:spTree>
    <p:extLst>
      <p:ext uri="{BB962C8B-B14F-4D97-AF65-F5344CB8AC3E}">
        <p14:creationId xmlns:p14="http://schemas.microsoft.com/office/powerpoint/2010/main" val="2619012789"/>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288429" y="762319"/>
            <a:ext cx="11680278" cy="5430096"/>
            <a:chOff x="361950" y="690311"/>
            <a:chExt cx="11680278" cy="5430096"/>
          </a:xfrm>
        </p:grpSpPr>
        <p:pic>
          <p:nvPicPr>
            <p:cNvPr id="4" name="反思感悟H.eps" descr="id:2147490797;FounderCES"/>
            <p:cNvPicPr/>
            <p:nvPr/>
          </p:nvPicPr>
          <p:blipFill>
            <a:blip r:embed="rId3"/>
            <a:stretch>
              <a:fillRect/>
            </a:stretch>
          </p:blipFill>
          <p:spPr>
            <a:xfrm>
              <a:off x="361950" y="690311"/>
              <a:ext cx="2259558" cy="531552"/>
            </a:xfrm>
            <a:prstGeom prst="rect">
              <a:avLst/>
            </a:prstGeom>
          </p:spPr>
        </p:pic>
        <p:sp>
          <p:nvSpPr>
            <p:cNvPr id="3" name="矩形 2"/>
            <p:cNvSpPr>
              <a:spLocks noChangeAspect="1"/>
            </p:cNvSpPr>
            <p:nvPr/>
          </p:nvSpPr>
          <p:spPr>
            <a:xfrm>
              <a:off x="361950" y="1219555"/>
              <a:ext cx="10807700" cy="3637919"/>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平面向量数量积的两种求解方法</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仿宋" panose="02010609060101010101" pitchFamily="49" charset="-122"/>
                  <a:cs typeface="Times New Roman" panose="02020603050405020304" pitchFamily="18" charset="0"/>
                </a:rPr>
                <a:t>当已知向量的模和夹角时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可利用定义法求解</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即</a:t>
              </a:r>
              <a:r>
                <a:rPr lang="en-US" altLang="zh-CN" dirty="0" err="1">
                  <a:solidFill>
                    <a:srgbClr val="000000"/>
                  </a:solidFill>
                  <a:ea typeface="宋体" panose="02010600030101010101" pitchFamily="2" charset="-122"/>
                  <a:cs typeface="Times New Roman" panose="02020603050405020304" pitchFamily="18" charset="0"/>
                </a:rPr>
                <a:t>a</a:t>
              </a:r>
              <a:r>
                <a:rPr lang="en-US" altLang="zh-CN" i="1" dirty="0" err="1">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b</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b</a:t>
              </a:r>
              <a:r>
                <a:rPr lang="en-US" altLang="zh-CN" i="1" dirty="0" err="1">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cos</a:t>
              </a:r>
              <a:r>
                <a:rPr lang="en-US" altLang="zh-CN" dirty="0">
                  <a:solidFill>
                    <a:srgbClr val="000000"/>
                  </a:solidFill>
                  <a:ea typeface="仿宋" panose="02010609060101010101" pitchFamily="49" charset="-122"/>
                  <a:cs typeface="Times New Roman" panose="02020603050405020304" pitchFamily="18" charset="0"/>
                </a:rPr>
                <a:t> </a:t>
              </a:r>
              <a:r>
                <a:rPr lang="en-US" altLang="zh-CN" i="1" dirty="0">
                  <a:solidFill>
                    <a:srgbClr val="000000"/>
                  </a:solidFill>
                  <a:ea typeface="Microsoft Yi Baiti" panose="03000500000000000000" pitchFamily="66" charset="0"/>
                  <a:cs typeface="Times New Roman" panose="02020603050405020304" pitchFamily="18" charset="0"/>
                </a:rPr>
                <a:t>θ</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Microsoft Yi Baiti" panose="03000500000000000000" pitchFamily="66" charset="0"/>
                  <a:cs typeface="Times New Roman" panose="02020603050405020304" pitchFamily="18" charset="0"/>
                </a:rPr>
                <a:t>θ</a:t>
              </a:r>
              <a:r>
                <a:rPr lang="zh-CN" altLang="zh-CN" dirty="0">
                  <a:solidFill>
                    <a:srgbClr val="000000"/>
                  </a:solidFill>
                  <a:ea typeface="仿宋" panose="02010609060101010101" pitchFamily="49" charset="-122"/>
                  <a:cs typeface="Times New Roman" panose="02020603050405020304" pitchFamily="18" charset="0"/>
                </a:rPr>
                <a:t>为</a:t>
              </a: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仿宋" panose="02010609060101010101" pitchFamily="49" charset="-122"/>
                  <a:cs typeface="Times New Roman" panose="02020603050405020304" pitchFamily="18" charset="0"/>
                </a:rPr>
                <a:t>与</a:t>
              </a:r>
              <a:r>
                <a:rPr lang="en-US" altLang="zh-CN"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仿宋" panose="02010609060101010101" pitchFamily="49" charset="-122"/>
                  <a:cs typeface="Times New Roman" panose="02020603050405020304" pitchFamily="18" charset="0"/>
                </a:rPr>
                <a:t>的夹角</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仿宋" panose="02010609060101010101" pitchFamily="49" charset="-122"/>
                  <a:cs typeface="Times New Roman" panose="02020603050405020304" pitchFamily="18" charset="0"/>
                </a:rPr>
                <a:t>当已知向量的坐标时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可利用坐标法求解</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即若</a:t>
              </a:r>
              <a:r>
                <a:rPr lang="en-US" altLang="zh-CN" dirty="0">
                  <a:solidFill>
                    <a:srgbClr val="000000"/>
                  </a:solidFill>
                  <a:ea typeface="宋体" panose="02010600030101010101" pitchFamily="2" charset="-122"/>
                  <a:cs typeface="Times New Roman" panose="02020603050405020304" pitchFamily="18" charset="0"/>
                </a:rPr>
                <a:t>a</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宋体" panose="02010600030101010101" pitchFamily="2" charset="-122"/>
                  <a:cs typeface="Times New Roman" panose="02020603050405020304" pitchFamily="18" charset="0"/>
                </a:rPr>
                <a:t>),b</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则</a:t>
              </a:r>
              <a:r>
                <a:rPr lang="en-US" altLang="zh-CN" dirty="0" err="1">
                  <a:solidFill>
                    <a:srgbClr val="000000"/>
                  </a:solidFill>
                  <a:ea typeface="宋体" panose="02010600030101010101" pitchFamily="2" charset="-122"/>
                  <a:cs typeface="Times New Roman" panose="02020603050405020304" pitchFamily="18" charset="0"/>
                </a:rPr>
                <a:t>a</a:t>
              </a:r>
              <a:r>
                <a:rPr lang="en-US" altLang="zh-CN" i="1" dirty="0" err="1">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b</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+y</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y</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求解平面向量模的方法</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4081171574"/>
                </p:ext>
              </p:extLst>
            </p:nvPr>
          </p:nvGraphicFramePr>
          <p:xfrm>
            <a:off x="370269" y="4783156"/>
            <a:ext cx="11671959" cy="1337251"/>
          </p:xfrm>
          <a:graphic>
            <a:graphicData uri="http://schemas.openxmlformats.org/presentationml/2006/ole">
              <mc:AlternateContent xmlns:mc="http://schemas.openxmlformats.org/markup-compatibility/2006">
                <mc:Choice xmlns:v="urn:schemas-microsoft-com:vml" Requires="v">
                  <p:oleObj spid="_x0000_s19485" name="文档" r:id="rId5" imgW="3826872" imgH="438443" progId="Word.Document.12">
                    <p:embed/>
                  </p:oleObj>
                </mc:Choice>
                <mc:Fallback>
                  <p:oleObj name="文档" r:id="rId5" imgW="3826872" imgH="438443" progId="Word.Document.12">
                    <p:embed/>
                    <p:pic>
                      <p:nvPicPr>
                        <p:cNvPr id="0" name=""/>
                        <p:cNvPicPr/>
                        <p:nvPr/>
                      </p:nvPicPr>
                      <p:blipFill>
                        <a:blip r:embed="rId6"/>
                        <a:stretch>
                          <a:fillRect/>
                        </a:stretch>
                      </p:blipFill>
                      <p:spPr>
                        <a:xfrm>
                          <a:off x="370269" y="4783156"/>
                          <a:ext cx="11671959" cy="1337251"/>
                        </a:xfrm>
                        <a:prstGeom prst="rect">
                          <a:avLst/>
                        </a:prstGeom>
                      </p:spPr>
                    </p:pic>
                  </p:oleObj>
                </mc:Fallback>
              </mc:AlternateContent>
            </a:graphicData>
          </a:graphic>
        </p:graphicFrame>
      </p:grpSp>
    </p:spTree>
    <p:extLst>
      <p:ext uri="{BB962C8B-B14F-4D97-AF65-F5344CB8AC3E}">
        <p14:creationId xmlns:p14="http://schemas.microsoft.com/office/powerpoint/2010/main" val="778384705"/>
      </p:ext>
    </p:extLst>
  </p:cSld>
  <p:clrMapOvr>
    <a:masterClrMapping/>
  </p:clrMapOvr>
  <p:transition spd="slow">
    <p:randomBar dir="vert"/>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008204137"/>
              </p:ext>
            </p:extLst>
          </p:nvPr>
        </p:nvGraphicFramePr>
        <p:xfrm>
          <a:off x="134581" y="1511895"/>
          <a:ext cx="11671959" cy="3288321"/>
        </p:xfrm>
        <a:graphic>
          <a:graphicData uri="http://schemas.openxmlformats.org/presentationml/2006/ole">
            <mc:AlternateContent xmlns:mc="http://schemas.openxmlformats.org/markup-compatibility/2006">
              <mc:Choice xmlns:v="urn:schemas-microsoft-com:vml" Requires="v">
                <p:oleObj spid="_x0000_s20508" name="文档" r:id="rId4" imgW="3826872" imgH="1078138" progId="Word.Document.12">
                  <p:embed/>
                </p:oleObj>
              </mc:Choice>
              <mc:Fallback>
                <p:oleObj name="文档" r:id="rId4" imgW="3826872" imgH="1078138" progId="Word.Document.12">
                  <p:embed/>
                  <p:pic>
                    <p:nvPicPr>
                      <p:cNvPr id="0" name=""/>
                      <p:cNvPicPr/>
                      <p:nvPr/>
                    </p:nvPicPr>
                    <p:blipFill>
                      <a:blip r:embed="rId5"/>
                      <a:stretch>
                        <a:fillRect/>
                      </a:stretch>
                    </p:blipFill>
                    <p:spPr>
                      <a:xfrm>
                        <a:off x="134581" y="1511895"/>
                        <a:ext cx="11671959" cy="3288321"/>
                      </a:xfrm>
                      <a:prstGeom prst="rect">
                        <a:avLst/>
                      </a:prstGeom>
                    </p:spPr>
                  </p:pic>
                </p:oleObj>
              </mc:Fallback>
            </mc:AlternateContent>
          </a:graphicData>
        </a:graphic>
      </p:graphicFrame>
    </p:spTree>
    <p:extLst>
      <p:ext uri="{BB962C8B-B14F-4D97-AF65-F5344CB8AC3E}">
        <p14:creationId xmlns:p14="http://schemas.microsoft.com/office/powerpoint/2010/main" val="2694730567"/>
      </p:ext>
    </p:extLst>
  </p:cSld>
  <p:clrMapOvr>
    <a:masterClrMapping/>
  </p:clrMapOvr>
  <p:transition spd="slow">
    <p:randomBar dir="vert"/>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40950232"/>
              </p:ext>
            </p:extLst>
          </p:nvPr>
        </p:nvGraphicFramePr>
        <p:xfrm>
          <a:off x="497790" y="1215881"/>
          <a:ext cx="11671959" cy="3608382"/>
        </p:xfrm>
        <a:graphic>
          <a:graphicData uri="http://schemas.openxmlformats.org/presentationml/2006/ole">
            <mc:AlternateContent xmlns:mc="http://schemas.openxmlformats.org/markup-compatibility/2006">
              <mc:Choice xmlns:v="urn:schemas-microsoft-com:vml" Requires="v">
                <p:oleObj spid="_x0000_s21532" name="文档" r:id="rId4" imgW="3826872" imgH="1183076" progId="Word.Document.12">
                  <p:embed/>
                </p:oleObj>
              </mc:Choice>
              <mc:Fallback>
                <p:oleObj name="文档" r:id="rId4" imgW="3826872" imgH="1183076" progId="Word.Document.12">
                  <p:embed/>
                  <p:pic>
                    <p:nvPicPr>
                      <p:cNvPr id="0" name=""/>
                      <p:cNvPicPr/>
                      <p:nvPr/>
                    </p:nvPicPr>
                    <p:blipFill>
                      <a:blip r:embed="rId5"/>
                      <a:stretch>
                        <a:fillRect/>
                      </a:stretch>
                    </p:blipFill>
                    <p:spPr>
                      <a:xfrm>
                        <a:off x="497790" y="1215881"/>
                        <a:ext cx="11671959" cy="3608382"/>
                      </a:xfrm>
                      <a:prstGeom prst="rect">
                        <a:avLst/>
                      </a:prstGeom>
                    </p:spPr>
                  </p:pic>
                </p:oleObj>
              </mc:Fallback>
            </mc:AlternateContent>
          </a:graphicData>
        </a:graphic>
      </p:graphicFrame>
    </p:spTree>
    <p:extLst>
      <p:ext uri="{BB962C8B-B14F-4D97-AF65-F5344CB8AC3E}">
        <p14:creationId xmlns:p14="http://schemas.microsoft.com/office/powerpoint/2010/main" val="1928320777"/>
      </p:ext>
    </p:extLst>
  </p:cSld>
  <p:clrMapOvr>
    <a:masterClrMapping/>
  </p:clrMapOvr>
  <p:transition spd="slow">
    <p:randomBar dir="vert"/>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809218124"/>
              </p:ext>
            </p:extLst>
          </p:nvPr>
        </p:nvGraphicFramePr>
        <p:xfrm>
          <a:off x="576461" y="1295871"/>
          <a:ext cx="11671959" cy="3844046"/>
        </p:xfrm>
        <a:graphic>
          <a:graphicData uri="http://schemas.openxmlformats.org/presentationml/2006/ole">
            <mc:AlternateContent xmlns:mc="http://schemas.openxmlformats.org/markup-compatibility/2006">
              <mc:Choice xmlns:v="urn:schemas-microsoft-com:vml" Requires="v">
                <p:oleObj spid="_x0000_s22556" name="文档" r:id="rId4" imgW="3826872" imgH="1260343" progId="Word.Document.12">
                  <p:embed/>
                </p:oleObj>
              </mc:Choice>
              <mc:Fallback>
                <p:oleObj name="文档" r:id="rId4" imgW="3826872" imgH="1260343" progId="Word.Document.12">
                  <p:embed/>
                  <p:pic>
                    <p:nvPicPr>
                      <p:cNvPr id="0" name=""/>
                      <p:cNvPicPr/>
                      <p:nvPr/>
                    </p:nvPicPr>
                    <p:blipFill>
                      <a:blip r:embed="rId5"/>
                      <a:stretch>
                        <a:fillRect/>
                      </a:stretch>
                    </p:blipFill>
                    <p:spPr>
                      <a:xfrm>
                        <a:off x="576461" y="1295871"/>
                        <a:ext cx="11671959" cy="3844046"/>
                      </a:xfrm>
                      <a:prstGeom prst="rect">
                        <a:avLst/>
                      </a:prstGeom>
                    </p:spPr>
                  </p:pic>
                </p:oleObj>
              </mc:Fallback>
            </mc:AlternateContent>
          </a:graphicData>
        </a:graphic>
      </p:graphicFrame>
    </p:spTree>
    <p:extLst>
      <p:ext uri="{BB962C8B-B14F-4D97-AF65-F5344CB8AC3E}">
        <p14:creationId xmlns:p14="http://schemas.microsoft.com/office/powerpoint/2010/main" val="3085047164"/>
      </p:ext>
    </p:extLst>
  </p:cSld>
  <p:clrMapOvr>
    <a:masterClrMapping/>
  </p:clrMapOvr>
  <p:transition spd="slow">
    <p:randomBar dir="vert"/>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1966084360"/>
              </p:ext>
            </p:extLst>
          </p:nvPr>
        </p:nvGraphicFramePr>
        <p:xfrm>
          <a:off x="72405" y="752487"/>
          <a:ext cx="11671959" cy="4498421"/>
        </p:xfrm>
        <a:graphic>
          <a:graphicData uri="http://schemas.openxmlformats.org/presentationml/2006/ole">
            <mc:AlternateContent xmlns:mc="http://schemas.openxmlformats.org/markup-compatibility/2006">
              <mc:Choice xmlns:v="urn:schemas-microsoft-com:vml" Requires="v">
                <p:oleObj spid="_x0000_s23606" name="文档" r:id="rId4" imgW="3837724" imgH="1479436" progId="Word.Document.12">
                  <p:embed/>
                </p:oleObj>
              </mc:Choice>
              <mc:Fallback>
                <p:oleObj name="文档" r:id="rId4" imgW="3837724" imgH="1479436" progId="Word.Document.12">
                  <p:embed/>
                  <p:pic>
                    <p:nvPicPr>
                      <p:cNvPr id="0" name=""/>
                      <p:cNvPicPr/>
                      <p:nvPr/>
                    </p:nvPicPr>
                    <p:blipFill>
                      <a:blip r:embed="rId5"/>
                      <a:stretch>
                        <a:fillRect/>
                      </a:stretch>
                    </p:blipFill>
                    <p:spPr>
                      <a:xfrm>
                        <a:off x="72405" y="752487"/>
                        <a:ext cx="11671959" cy="4498421"/>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584237368"/>
              </p:ext>
            </p:extLst>
          </p:nvPr>
        </p:nvGraphicFramePr>
        <p:xfrm>
          <a:off x="72404" y="5282779"/>
          <a:ext cx="11671959" cy="870308"/>
        </p:xfrm>
        <a:graphic>
          <a:graphicData uri="http://schemas.openxmlformats.org/presentationml/2006/ole">
            <mc:AlternateContent xmlns:mc="http://schemas.openxmlformats.org/markup-compatibility/2006">
              <mc:Choice xmlns:v="urn:schemas-microsoft-com:vml" Requires="v">
                <p:oleObj spid="_x0000_s23607" name="文档" r:id="rId7" imgW="3826872" imgH="285347" progId="Word.Document.12">
                  <p:embed/>
                </p:oleObj>
              </mc:Choice>
              <mc:Fallback>
                <p:oleObj name="文档" r:id="rId7" imgW="3826872" imgH="285347" progId="Word.Document.12">
                  <p:embed/>
                  <p:pic>
                    <p:nvPicPr>
                      <p:cNvPr id="0" name=""/>
                      <p:cNvPicPr/>
                      <p:nvPr/>
                    </p:nvPicPr>
                    <p:blipFill>
                      <a:blip r:embed="rId8"/>
                      <a:stretch>
                        <a:fillRect/>
                      </a:stretch>
                    </p:blipFill>
                    <p:spPr>
                      <a:xfrm>
                        <a:off x="72404" y="5282779"/>
                        <a:ext cx="11671959" cy="870308"/>
                      </a:xfrm>
                      <a:prstGeom prst="rect">
                        <a:avLst/>
                      </a:prstGeom>
                    </p:spPr>
                  </p:pic>
                </p:oleObj>
              </mc:Fallback>
            </mc:AlternateContent>
          </a:graphicData>
        </a:graphic>
      </p:graphicFrame>
    </p:spTree>
    <p:extLst>
      <p:ext uri="{BB962C8B-B14F-4D97-AF65-F5344CB8AC3E}">
        <p14:creationId xmlns:p14="http://schemas.microsoft.com/office/powerpoint/2010/main" val="2433076408"/>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燕尾形 3"/>
          <p:cNvSpPr/>
          <p:nvPr/>
        </p:nvSpPr>
        <p:spPr>
          <a:xfrm>
            <a:off x="1239655" y="1295871"/>
            <a:ext cx="862583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专题四</a:t>
            </a:r>
            <a:r>
              <a:rPr lang="zh-CN" altLang="zh-CN" i="1" dirty="0"/>
              <a:t>　</a:t>
            </a:r>
            <a:r>
              <a:rPr lang="zh-CN" altLang="zh-CN" dirty="0"/>
              <a:t>余弦定理、正弦定理的综合应用</a:t>
            </a:r>
          </a:p>
        </p:txBody>
      </p:sp>
      <p:grpSp>
        <p:nvGrpSpPr>
          <p:cNvPr id="7" name="组合 6"/>
          <p:cNvGrpSpPr/>
          <p:nvPr/>
        </p:nvGrpSpPr>
        <p:grpSpPr>
          <a:xfrm>
            <a:off x="361950" y="2012376"/>
            <a:ext cx="14482255" cy="2399503"/>
            <a:chOff x="361950" y="2087959"/>
            <a:chExt cx="14482255" cy="2399503"/>
          </a:xfrm>
        </p:grpSpPr>
        <p:sp>
          <p:nvSpPr>
            <p:cNvPr id="5" name="矩形 4"/>
            <p:cNvSpPr>
              <a:spLocks noChangeAspect="1"/>
            </p:cNvSpPr>
            <p:nvPr/>
          </p:nvSpPr>
          <p:spPr>
            <a:xfrm>
              <a:off x="361950" y="2087959"/>
              <a:ext cx="10807700" cy="2399503"/>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【例</a:t>
              </a: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在</a:t>
              </a:r>
              <a:r>
                <a:rPr lang="en-US" altLang="zh-CN" dirty="0">
                  <a:solidFill>
                    <a:srgbClr val="000000"/>
                  </a:solidFill>
                  <a:latin typeface="Cambria Math" panose="02040503050406030204" pitchFamily="18" charset="0"/>
                  <a:ea typeface="宋体" panose="02010600030101010101" pitchFamily="2" charset="-122"/>
                  <a:cs typeface="Cambria Math" panose="02040503050406030204" pitchFamily="18" charset="0"/>
                </a:rPr>
                <a:t>△</a:t>
              </a:r>
              <a:r>
                <a:rPr lang="en-US" altLang="zh-CN" i="1" dirty="0">
                  <a:solidFill>
                    <a:srgbClr val="000000"/>
                  </a:solidFill>
                  <a:ea typeface="宋体" panose="02010600030101010101" pitchFamily="2" charset="-122"/>
                  <a:cs typeface="Times New Roman" panose="02020603050405020304" pitchFamily="18" charset="0"/>
                </a:rPr>
                <a:t>ABC</a:t>
              </a:r>
              <a:r>
                <a:rPr lang="zh-CN" altLang="zh-CN" dirty="0">
                  <a:solidFill>
                    <a:srgbClr val="000000"/>
                  </a:solidFill>
                  <a:ea typeface="宋体" panose="02010600030101010101" pitchFamily="2" charset="-122"/>
                  <a:cs typeface="Times New Roman" panose="02020603050405020304" pitchFamily="18" charset="0"/>
                </a:rPr>
                <a:t>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内角</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的对边分别为</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b</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c</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已知</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7,</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8,cos </a:t>
              </a:r>
              <a:r>
                <a:rPr lang="en-US" altLang="zh-CN" i="1" dirty="0">
                  <a:solidFill>
                    <a:srgbClr val="000000"/>
                  </a:solidFill>
                  <a:ea typeface="宋体" panose="02010600030101010101" pitchFamily="2" charset="-122"/>
                  <a:cs typeface="Times New Roman" panose="02020603050405020304" pitchFamily="18" charset="0"/>
                </a:rPr>
                <a:t>B=</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求</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求</a:t>
              </a:r>
              <a:r>
                <a:rPr lang="en-US" altLang="zh-CN" i="1" dirty="0">
                  <a:solidFill>
                    <a:srgbClr val="000000"/>
                  </a:solidFill>
                  <a:ea typeface="宋体" panose="02010600030101010101" pitchFamily="2" charset="-122"/>
                  <a:cs typeface="Times New Roman" panose="02020603050405020304" pitchFamily="18" charset="0"/>
                </a:rPr>
                <a:t>AC</a:t>
              </a:r>
              <a:r>
                <a:rPr lang="zh-CN" altLang="zh-CN" dirty="0">
                  <a:solidFill>
                    <a:srgbClr val="000000"/>
                  </a:solidFill>
                  <a:ea typeface="宋体" panose="02010600030101010101" pitchFamily="2" charset="-122"/>
                  <a:cs typeface="Times New Roman" panose="02020603050405020304" pitchFamily="18" charset="0"/>
                </a:rPr>
                <a:t>边上的高</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3407069858"/>
                </p:ext>
              </p:extLst>
            </p:nvPr>
          </p:nvGraphicFramePr>
          <p:xfrm>
            <a:off x="3139147" y="2623383"/>
            <a:ext cx="11705058" cy="725836"/>
          </p:xfrm>
          <a:graphic>
            <a:graphicData uri="http://schemas.openxmlformats.org/presentationml/2006/ole">
              <mc:AlternateContent xmlns:mc="http://schemas.openxmlformats.org/markup-compatibility/2006">
                <mc:Choice xmlns:v="urn:schemas-microsoft-com:vml" Requires="v">
                  <p:oleObj spid="_x0000_s24604" name="文档" r:id="rId4" imgW="3837724" imgH="237979" progId="Word.Document.12">
                    <p:embed/>
                  </p:oleObj>
                </mc:Choice>
                <mc:Fallback>
                  <p:oleObj name="文档" r:id="rId4" imgW="3837724" imgH="237979" progId="Word.Document.12">
                    <p:embed/>
                    <p:pic>
                      <p:nvPicPr>
                        <p:cNvPr id="0" name=""/>
                        <p:cNvPicPr/>
                        <p:nvPr/>
                      </p:nvPicPr>
                      <p:blipFill>
                        <a:blip r:embed="rId5"/>
                        <a:stretch>
                          <a:fillRect/>
                        </a:stretch>
                      </p:blipFill>
                      <p:spPr>
                        <a:xfrm>
                          <a:off x="3139147" y="2623383"/>
                          <a:ext cx="11705058" cy="725836"/>
                        </a:xfrm>
                        <a:prstGeom prst="rect">
                          <a:avLst/>
                        </a:prstGeom>
                      </p:spPr>
                    </p:pic>
                  </p:oleObj>
                </mc:Fallback>
              </mc:AlternateContent>
            </a:graphicData>
          </a:graphic>
        </p:graphicFrame>
      </p:grpSp>
    </p:spTree>
    <p:extLst>
      <p:ext uri="{BB962C8B-B14F-4D97-AF65-F5344CB8AC3E}">
        <p14:creationId xmlns:p14="http://schemas.microsoft.com/office/powerpoint/2010/main" val="2230796772"/>
      </p:ext>
    </p:extLst>
  </p:cSld>
  <p:clrMapOvr>
    <a:masterClrMapping/>
  </p:clrMapOvr>
  <p:transition spd="slow">
    <p:randomBar dir="vert"/>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2647195770"/>
              </p:ext>
            </p:extLst>
          </p:nvPr>
        </p:nvGraphicFramePr>
        <p:xfrm>
          <a:off x="432445" y="935831"/>
          <a:ext cx="11671959" cy="4677086"/>
        </p:xfrm>
        <a:graphic>
          <a:graphicData uri="http://schemas.openxmlformats.org/presentationml/2006/ole">
            <mc:AlternateContent xmlns:mc="http://schemas.openxmlformats.org/markup-compatibility/2006">
              <mc:Choice xmlns:v="urn:schemas-microsoft-com:vml" Requires="v">
                <p:oleObj spid="_x0000_s25628" name="文档" r:id="rId4" imgW="3837724" imgH="1536046" progId="Word.Document.12">
                  <p:embed/>
                </p:oleObj>
              </mc:Choice>
              <mc:Fallback>
                <p:oleObj name="文档" r:id="rId4" imgW="3837724" imgH="1536046" progId="Word.Document.12">
                  <p:embed/>
                  <p:pic>
                    <p:nvPicPr>
                      <p:cNvPr id="0" name=""/>
                      <p:cNvPicPr/>
                      <p:nvPr/>
                    </p:nvPicPr>
                    <p:blipFill>
                      <a:blip r:embed="rId5"/>
                      <a:stretch>
                        <a:fillRect/>
                      </a:stretch>
                    </p:blipFill>
                    <p:spPr>
                      <a:xfrm>
                        <a:off x="432445" y="935831"/>
                        <a:ext cx="11671959" cy="4677086"/>
                      </a:xfrm>
                      <a:prstGeom prst="rect">
                        <a:avLst/>
                      </a:prstGeom>
                    </p:spPr>
                  </p:pic>
                </p:oleObj>
              </mc:Fallback>
            </mc:AlternateContent>
          </a:graphicData>
        </a:graphic>
      </p:graphicFrame>
    </p:spTree>
    <p:extLst>
      <p:ext uri="{BB962C8B-B14F-4D97-AF65-F5344CB8AC3E}">
        <p14:creationId xmlns:p14="http://schemas.microsoft.com/office/powerpoint/2010/main" val="1618430920"/>
      </p:ext>
    </p:extLst>
  </p:cSld>
  <p:clrMapOvr>
    <a:masterClrMapping/>
  </p:clrMapOvr>
  <p:transition spd="slow">
    <p:randomBar dir="vert"/>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83559428"/>
              </p:ext>
            </p:extLst>
          </p:nvPr>
        </p:nvGraphicFramePr>
        <p:xfrm>
          <a:off x="504453" y="853991"/>
          <a:ext cx="11671959" cy="5162662"/>
        </p:xfrm>
        <a:graphic>
          <a:graphicData uri="http://schemas.openxmlformats.org/presentationml/2006/ole">
            <mc:AlternateContent xmlns:mc="http://schemas.openxmlformats.org/markup-compatibility/2006">
              <mc:Choice xmlns:v="urn:schemas-microsoft-com:vml" Requires="v">
                <p:oleObj spid="_x0000_s26652" name="文档" r:id="rId4" imgW="3837724" imgH="1700828" progId="Word.Document.12">
                  <p:embed/>
                </p:oleObj>
              </mc:Choice>
              <mc:Fallback>
                <p:oleObj name="文档" r:id="rId4" imgW="3837724" imgH="1700828" progId="Word.Document.12">
                  <p:embed/>
                  <p:pic>
                    <p:nvPicPr>
                      <p:cNvPr id="0" name=""/>
                      <p:cNvPicPr/>
                      <p:nvPr/>
                    </p:nvPicPr>
                    <p:blipFill>
                      <a:blip r:embed="rId5"/>
                      <a:stretch>
                        <a:fillRect/>
                      </a:stretch>
                    </p:blipFill>
                    <p:spPr>
                      <a:xfrm>
                        <a:off x="504453" y="853991"/>
                        <a:ext cx="11671959" cy="5162662"/>
                      </a:xfrm>
                      <a:prstGeom prst="rect">
                        <a:avLst/>
                      </a:prstGeom>
                    </p:spPr>
                  </p:pic>
                </p:oleObj>
              </mc:Fallback>
            </mc:AlternateContent>
          </a:graphicData>
        </a:graphic>
      </p:graphicFrame>
      <p:pic>
        <p:nvPicPr>
          <p:cNvPr id="5" name="VMG2TRA74.eps" descr="id:2147501984;FounderCES"/>
          <p:cNvPicPr/>
          <p:nvPr/>
        </p:nvPicPr>
        <p:blipFill>
          <a:blip r:embed="rId6"/>
          <a:stretch>
            <a:fillRect/>
          </a:stretch>
        </p:blipFill>
        <p:spPr>
          <a:xfrm>
            <a:off x="5905053" y="2345773"/>
            <a:ext cx="4140376" cy="2262466"/>
          </a:xfrm>
          <a:prstGeom prst="rect">
            <a:avLst/>
          </a:prstGeom>
        </p:spPr>
      </p:pic>
    </p:spTree>
    <p:extLst>
      <p:ext uri="{BB962C8B-B14F-4D97-AF65-F5344CB8AC3E}">
        <p14:creationId xmlns:p14="http://schemas.microsoft.com/office/powerpoint/2010/main" val="773402777"/>
      </p:ext>
    </p:extLst>
  </p:cSld>
  <p:clrMapOvr>
    <a:masterClrMapping/>
  </p:clrMapOvr>
  <p:transition spd="slow">
    <p:randomBar dir="vert"/>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61950" y="781983"/>
            <a:ext cx="10807700" cy="5380838"/>
            <a:chOff x="361950" y="762319"/>
            <a:chExt cx="10807700" cy="5380838"/>
          </a:xfrm>
        </p:grpSpPr>
        <p:pic>
          <p:nvPicPr>
            <p:cNvPr id="4" name="反思感悟H.eps" descr="id:2147490797;FounderCES"/>
            <p:cNvPicPr/>
            <p:nvPr/>
          </p:nvPicPr>
          <p:blipFill>
            <a:blip r:embed="rId2"/>
            <a:stretch>
              <a:fillRect/>
            </a:stretch>
          </p:blipFill>
          <p:spPr>
            <a:xfrm>
              <a:off x="361950" y="762319"/>
              <a:ext cx="2259558" cy="531552"/>
            </a:xfrm>
            <a:prstGeom prst="rect">
              <a:avLst/>
            </a:prstGeom>
          </p:spPr>
        </p:pic>
        <p:sp>
          <p:nvSpPr>
            <p:cNvPr id="3" name="矩形 2"/>
            <p:cNvSpPr>
              <a:spLocks noChangeAspect="1"/>
            </p:cNvSpPr>
            <p:nvPr/>
          </p:nvSpPr>
          <p:spPr>
            <a:xfrm>
              <a:off x="361950" y="1323376"/>
              <a:ext cx="10807700" cy="481978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正弦定理、余弦定理是平面几何中的重要定理</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应用极为广泛</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它将三角形的边和角有机地联系在一起</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解三角形时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若式子中含有角的余弦或边的二次式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仿宋" panose="02010609060101010101" pitchFamily="49" charset="-122"/>
                  <a:cs typeface="Times New Roman" panose="02020603050405020304" pitchFamily="18" charset="0"/>
                </a:rPr>
                <a:t>则考虑</a:t>
              </a:r>
              <a:r>
                <a:rPr lang="zh-CN" altLang="zh-CN" dirty="0">
                  <a:solidFill>
                    <a:srgbClr val="000000"/>
                  </a:solidFill>
                  <a:ea typeface="仿宋" panose="02010609060101010101" pitchFamily="49" charset="-122"/>
                  <a:cs typeface="Times New Roman" panose="02020603050405020304" pitchFamily="18" charset="0"/>
                </a:rPr>
                <a:t>用余弦定理</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若式子中含有角的正弦或边的一次</a:t>
              </a:r>
              <a:r>
                <a:rPr lang="zh-CN" altLang="zh-CN" dirty="0" smtClean="0">
                  <a:solidFill>
                    <a:srgbClr val="000000"/>
                  </a:solidFill>
                  <a:ea typeface="仿宋" panose="02010609060101010101" pitchFamily="49" charset="-122"/>
                  <a:cs typeface="Times New Roman" panose="02020603050405020304" pitchFamily="18" charset="0"/>
                </a:rPr>
                <a:t>式</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则考虑用正弦定理</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以上特征都不明显时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则要考虑两个定理都有可能用到</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正弦定理、余弦定理不但为求与三角形有关的量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如面积、内切圆半径、外接圆半径等</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提供了理论基础</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而且是判断三角形的形状、证明三角形中有关等式的重要依据</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2273962324"/>
      </p:ext>
    </p:extLst>
  </p:cSld>
  <p:clrMapOvr>
    <a:masterClrMapping/>
  </p:clrMapOvr>
  <p:transition spd="slow">
    <p:randomBar dir="vert"/>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361950" y="1799927"/>
            <a:ext cx="12246510" cy="2399503"/>
            <a:chOff x="361950" y="2169788"/>
            <a:chExt cx="12246510" cy="2399503"/>
          </a:xfrm>
        </p:grpSpPr>
        <p:sp>
          <p:nvSpPr>
            <p:cNvPr id="2" name="矩形 1"/>
            <p:cNvSpPr>
              <a:spLocks noChangeAspect="1"/>
            </p:cNvSpPr>
            <p:nvPr/>
          </p:nvSpPr>
          <p:spPr>
            <a:xfrm>
              <a:off x="361950" y="2169788"/>
              <a:ext cx="10807700" cy="2399503"/>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【变式训练</a:t>
              </a: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已知</a:t>
              </a:r>
              <a:r>
                <a:rPr lang="en-US" altLang="zh-CN" dirty="0">
                  <a:solidFill>
                    <a:srgbClr val="000000"/>
                  </a:solidFill>
                  <a:latin typeface="Cambria Math" panose="02040503050406030204" pitchFamily="18" charset="0"/>
                  <a:ea typeface="宋体" panose="02010600030101010101" pitchFamily="2" charset="-122"/>
                  <a:cs typeface="Cambria Math" panose="02040503050406030204" pitchFamily="18" charset="0"/>
                </a:rPr>
                <a:t>△</a:t>
              </a:r>
              <a:r>
                <a:rPr lang="en-US" altLang="zh-CN" i="1" dirty="0">
                  <a:solidFill>
                    <a:srgbClr val="000000"/>
                  </a:solidFill>
                  <a:ea typeface="宋体" panose="02010600030101010101" pitchFamily="2" charset="-122"/>
                  <a:cs typeface="Times New Roman" panose="02020603050405020304" pitchFamily="18" charset="0"/>
                </a:rPr>
                <a:t>ABC</a:t>
              </a:r>
              <a:r>
                <a:rPr lang="zh-CN" altLang="zh-CN" dirty="0">
                  <a:solidFill>
                    <a:srgbClr val="000000"/>
                  </a:solidFill>
                  <a:ea typeface="宋体" panose="02010600030101010101" pitchFamily="2" charset="-122"/>
                  <a:cs typeface="Times New Roman" panose="02020603050405020304" pitchFamily="18" charset="0"/>
                </a:rPr>
                <a:t>的内角</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的对边分别为</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b</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c</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且</a:t>
              </a:r>
              <a:endParaRPr lang="en-US" altLang="zh-CN" dirty="0" smtClean="0">
                <a:solidFill>
                  <a:srgbClr val="000000"/>
                </a:solidFill>
                <a:ea typeface="宋体" panose="02010600030101010101" pitchFamily="2"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求</a:t>
              </a:r>
              <a:r>
                <a:rPr lang="en-US" altLang="zh-CN" dirty="0">
                  <a:solidFill>
                    <a:srgbClr val="000000"/>
                  </a:solidFill>
                  <a:ea typeface="宋体" panose="02010600030101010101" pitchFamily="2" charset="-122"/>
                  <a:cs typeface="Times New Roman" panose="02020603050405020304" pitchFamily="18" charset="0"/>
                </a:rPr>
                <a:t>cos </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若</a:t>
              </a:r>
              <a:r>
                <a:rPr lang="en-US" altLang="zh-CN" i="1" dirty="0" err="1">
                  <a:solidFill>
                    <a:srgbClr val="000000"/>
                  </a:solidFill>
                  <a:ea typeface="宋体" panose="02010600030101010101" pitchFamily="2" charset="-122"/>
                  <a:cs typeface="Times New Roman" panose="02020603050405020304" pitchFamily="18" charset="0"/>
                </a:rPr>
                <a:t>a+c</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a:t>
              </a:r>
              <a:r>
                <a:rPr lang="en-US" altLang="zh-CN" dirty="0">
                  <a:solidFill>
                    <a:srgbClr val="000000"/>
                  </a:solidFill>
                  <a:latin typeface="Cambria Math" panose="02040503050406030204" pitchFamily="18" charset="0"/>
                  <a:ea typeface="宋体" panose="02010600030101010101" pitchFamily="2" charset="-122"/>
                  <a:cs typeface="Cambria Math" panose="02040503050406030204" pitchFamily="18" charset="0"/>
                </a:rPr>
                <a:t>△</a:t>
              </a:r>
              <a:r>
                <a:rPr lang="en-US" altLang="zh-CN" i="1" dirty="0">
                  <a:solidFill>
                    <a:srgbClr val="000000"/>
                  </a:solidFill>
                  <a:ea typeface="宋体" panose="02010600030101010101" pitchFamily="2" charset="-122"/>
                  <a:cs typeface="Times New Roman" panose="02020603050405020304" pitchFamily="18" charset="0"/>
                </a:rPr>
                <a:t>ABC</a:t>
              </a:r>
              <a:r>
                <a:rPr lang="zh-CN" altLang="zh-CN" dirty="0">
                  <a:solidFill>
                    <a:srgbClr val="000000"/>
                  </a:solidFill>
                  <a:ea typeface="宋体" panose="02010600030101010101" pitchFamily="2" charset="-122"/>
                  <a:cs typeface="Times New Roman" panose="02020603050405020304" pitchFamily="18" charset="0"/>
                </a:rPr>
                <a:t>的面积为</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求</a:t>
              </a:r>
              <a:r>
                <a:rPr lang="en-US" altLang="zh-CN" i="1" dirty="0">
                  <a:solidFill>
                    <a:srgbClr val="000000"/>
                  </a:solidFill>
                  <a:ea typeface="宋体" panose="02010600030101010101" pitchFamily="2" charset="-122"/>
                  <a:cs typeface="Times New Roman" panose="02020603050405020304" pitchFamily="18" charset="0"/>
                </a:rPr>
                <a:t>b</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2714287009"/>
                </p:ext>
              </p:extLst>
            </p:nvPr>
          </p:nvGraphicFramePr>
          <p:xfrm>
            <a:off x="936501" y="2726654"/>
            <a:ext cx="11671959" cy="792485"/>
          </p:xfrm>
          <a:graphic>
            <a:graphicData uri="http://schemas.openxmlformats.org/presentationml/2006/ole">
              <mc:AlternateContent xmlns:mc="http://schemas.openxmlformats.org/markup-compatibility/2006">
                <mc:Choice xmlns:v="urn:schemas-microsoft-com:vml" Requires="v">
                  <p:oleObj spid="_x0000_s27676" name="文档" r:id="rId4" imgW="3826872" imgH="259831" progId="Word.Document.12">
                    <p:embed/>
                  </p:oleObj>
                </mc:Choice>
                <mc:Fallback>
                  <p:oleObj name="文档" r:id="rId4" imgW="3826872" imgH="259831" progId="Word.Document.12">
                    <p:embed/>
                    <p:pic>
                      <p:nvPicPr>
                        <p:cNvPr id="0" name=""/>
                        <p:cNvPicPr/>
                        <p:nvPr/>
                      </p:nvPicPr>
                      <p:blipFill>
                        <a:blip r:embed="rId5"/>
                        <a:stretch>
                          <a:fillRect/>
                        </a:stretch>
                      </p:blipFill>
                      <p:spPr>
                        <a:xfrm>
                          <a:off x="936501" y="2726654"/>
                          <a:ext cx="11671959" cy="792485"/>
                        </a:xfrm>
                        <a:prstGeom prst="rect">
                          <a:avLst/>
                        </a:prstGeom>
                      </p:spPr>
                    </p:pic>
                  </p:oleObj>
                </mc:Fallback>
              </mc:AlternateContent>
            </a:graphicData>
          </a:graphic>
        </p:graphicFrame>
      </p:grpSp>
    </p:spTree>
    <p:extLst>
      <p:ext uri="{BB962C8B-B14F-4D97-AF65-F5344CB8AC3E}">
        <p14:creationId xmlns:p14="http://schemas.microsoft.com/office/powerpoint/2010/main" val="2154043030"/>
      </p:ext>
    </p:extLst>
  </p:cSld>
  <p:clrMapOvr>
    <a:masterClrMapping/>
  </p:clrMapOvr>
  <p:transition spd="slow">
    <p:randomBar dir="vert"/>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980859503"/>
              </p:ext>
            </p:extLst>
          </p:nvPr>
        </p:nvGraphicFramePr>
        <p:xfrm>
          <a:off x="360437" y="1367879"/>
          <a:ext cx="11705058" cy="3383935"/>
        </p:xfrm>
        <a:graphic>
          <a:graphicData uri="http://schemas.openxmlformats.org/presentationml/2006/ole">
            <mc:AlternateContent xmlns:mc="http://schemas.openxmlformats.org/markup-compatibility/2006">
              <mc:Choice xmlns:v="urn:schemas-microsoft-com:vml" Requires="v">
                <p:oleObj spid="_x0000_s28700" name="文档" r:id="rId4" imgW="3837724" imgH="1109487" progId="Word.Document.12">
                  <p:embed/>
                </p:oleObj>
              </mc:Choice>
              <mc:Fallback>
                <p:oleObj name="文档" r:id="rId4" imgW="3837724" imgH="1109487" progId="Word.Document.12">
                  <p:embed/>
                  <p:pic>
                    <p:nvPicPr>
                      <p:cNvPr id="0" name=""/>
                      <p:cNvPicPr/>
                      <p:nvPr/>
                    </p:nvPicPr>
                    <p:blipFill>
                      <a:blip r:embed="rId5"/>
                      <a:stretch>
                        <a:fillRect/>
                      </a:stretch>
                    </p:blipFill>
                    <p:spPr>
                      <a:xfrm>
                        <a:off x="360437" y="1367879"/>
                        <a:ext cx="11705058" cy="3383935"/>
                      </a:xfrm>
                      <a:prstGeom prst="rect">
                        <a:avLst/>
                      </a:prstGeom>
                    </p:spPr>
                  </p:pic>
                </p:oleObj>
              </mc:Fallback>
            </mc:AlternateContent>
          </a:graphicData>
        </a:graphic>
      </p:graphicFrame>
    </p:spTree>
    <p:extLst>
      <p:ext uri="{BB962C8B-B14F-4D97-AF65-F5344CB8AC3E}">
        <p14:creationId xmlns:p14="http://schemas.microsoft.com/office/powerpoint/2010/main" val="2914577858"/>
      </p:ext>
    </p:extLst>
  </p:cSld>
  <p:clrMapOvr>
    <a:masterClrMapping/>
  </p:clrMapOvr>
  <p:transition spd="slow">
    <p:randomBar dir="vert"/>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4088236694"/>
              </p:ext>
            </p:extLst>
          </p:nvPr>
        </p:nvGraphicFramePr>
        <p:xfrm>
          <a:off x="432445" y="1079847"/>
          <a:ext cx="11705058" cy="4245039"/>
        </p:xfrm>
        <a:graphic>
          <a:graphicData uri="http://schemas.openxmlformats.org/presentationml/2006/ole">
            <mc:AlternateContent xmlns:mc="http://schemas.openxmlformats.org/markup-compatibility/2006">
              <mc:Choice xmlns:v="urn:schemas-microsoft-com:vml" Requires="v">
                <p:oleObj spid="_x0000_s29724" name="文档" r:id="rId4" imgW="3837724" imgH="1391816" progId="Word.Document.12">
                  <p:embed/>
                </p:oleObj>
              </mc:Choice>
              <mc:Fallback>
                <p:oleObj name="文档" r:id="rId4" imgW="3837724" imgH="1391816" progId="Word.Document.12">
                  <p:embed/>
                  <p:pic>
                    <p:nvPicPr>
                      <p:cNvPr id="0" name=""/>
                      <p:cNvPicPr/>
                      <p:nvPr/>
                    </p:nvPicPr>
                    <p:blipFill>
                      <a:blip r:embed="rId5"/>
                      <a:stretch>
                        <a:fillRect/>
                      </a:stretch>
                    </p:blipFill>
                    <p:spPr>
                      <a:xfrm>
                        <a:off x="432445" y="1079847"/>
                        <a:ext cx="11705058" cy="4245039"/>
                      </a:xfrm>
                      <a:prstGeom prst="rect">
                        <a:avLst/>
                      </a:prstGeom>
                    </p:spPr>
                  </p:pic>
                </p:oleObj>
              </mc:Fallback>
            </mc:AlternateContent>
          </a:graphicData>
        </a:graphic>
      </p:graphicFrame>
    </p:spTree>
    <p:extLst>
      <p:ext uri="{BB962C8B-B14F-4D97-AF65-F5344CB8AC3E}">
        <p14:creationId xmlns:p14="http://schemas.microsoft.com/office/powerpoint/2010/main" val="1069260693"/>
      </p:ext>
    </p:extLst>
  </p:cSld>
  <p:clrMapOvr>
    <a:masterClrMapping/>
  </p:clrMapOvr>
  <p:transition spd="slow">
    <p:randomBar dir="vert"/>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燕尾形 3"/>
          <p:cNvSpPr/>
          <p:nvPr/>
        </p:nvSpPr>
        <p:spPr>
          <a:xfrm>
            <a:off x="808363" y="680479"/>
            <a:ext cx="9488422"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考点一 </a:t>
            </a:r>
            <a:r>
              <a:rPr lang="zh-CN" altLang="zh-CN" i="1" dirty="0"/>
              <a:t>　</a:t>
            </a:r>
            <a:r>
              <a:rPr lang="zh-CN" altLang="zh-CN" dirty="0"/>
              <a:t>平面向量的数量积、模、夹角及垂直</a:t>
            </a:r>
          </a:p>
        </p:txBody>
      </p:sp>
      <p:sp>
        <p:nvSpPr>
          <p:cNvPr id="3" name="矩形 2"/>
          <p:cNvSpPr>
            <a:spLocks noChangeAspect="1"/>
          </p:cNvSpPr>
          <p:nvPr/>
        </p:nvSpPr>
        <p:spPr>
          <a:xfrm>
            <a:off x="361950" y="1151855"/>
            <a:ext cx="10807700" cy="5410712"/>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(2024·</a:t>
            </a:r>
            <a:r>
              <a:rPr lang="zh-CN" altLang="zh-CN" dirty="0">
                <a:solidFill>
                  <a:srgbClr val="000000"/>
                </a:solidFill>
                <a:ea typeface="楷体" panose="02010609060101010101" pitchFamily="49" charset="-122"/>
                <a:cs typeface="Times New Roman" panose="02020603050405020304" pitchFamily="18" charset="0"/>
              </a:rPr>
              <a:t>北京高考</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已知向量</a:t>
            </a:r>
            <a:r>
              <a:rPr lang="en-US" altLang="zh-CN" dirty="0" err="1">
                <a:solidFill>
                  <a:srgbClr val="000000"/>
                </a:solidFill>
                <a:ea typeface="宋体" panose="02010600030101010101" pitchFamily="2" charset="-122"/>
                <a:cs typeface="Times New Roman" panose="02020603050405020304" pitchFamily="18" charset="0"/>
              </a:rPr>
              <a:t>a,b</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a</a:t>
            </a:r>
            <a:r>
              <a:rPr lang="en-US" altLang="zh-CN" i="1" dirty="0" err="1">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)(a</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b)</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是</a:t>
            </a:r>
            <a:r>
              <a:rPr lang="en-US" altLang="zh-CN" dirty="0">
                <a:solidFill>
                  <a:srgbClr val="000000"/>
                </a:solidFill>
                <a:ea typeface="宋体" panose="02010600030101010101" pitchFamily="2" charset="-122"/>
                <a:cs typeface="Times New Roman" panose="02020603050405020304" pitchFamily="18" charset="0"/>
              </a:rPr>
              <a:t>“a</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宋体" panose="02010600030101010101" pitchFamily="2" charset="-122"/>
                <a:cs typeface="Times New Roman" panose="02020603050405020304" pitchFamily="18" charset="0"/>
              </a:rPr>
              <a:t>或</a:t>
            </a:r>
            <a:r>
              <a:rPr lang="en-US" altLang="zh-CN" dirty="0">
                <a:solidFill>
                  <a:srgbClr val="000000"/>
                </a:solidFill>
                <a:ea typeface="宋体" panose="02010600030101010101" pitchFamily="2" charset="-122"/>
                <a:cs typeface="Times New Roman" panose="02020603050405020304" pitchFamily="18" charset="0"/>
              </a:rPr>
              <a:t>a</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宋体" panose="02010600030101010101" pitchFamily="2" charset="-122"/>
                <a:cs typeface="Times New Roman" panose="02020603050405020304" pitchFamily="18" charset="0"/>
              </a:rPr>
              <a:t>的</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必要而不</a:t>
            </a:r>
            <a:r>
              <a:rPr lang="zh-CN" altLang="zh-CN" dirty="0" smtClean="0">
                <a:solidFill>
                  <a:srgbClr val="000000"/>
                </a:solidFill>
                <a:ea typeface="宋体" panose="02010600030101010101" pitchFamily="2" charset="-122"/>
                <a:cs typeface="Times New Roman" panose="02020603050405020304" pitchFamily="18" charset="0"/>
              </a:rPr>
              <a:t>充分条件</a:t>
            </a:r>
            <a:r>
              <a:rPr lang="en-US" altLang="zh-CN" dirty="0" smtClean="0">
                <a:solidFill>
                  <a:srgbClr val="000000"/>
                </a:solidFill>
                <a:latin typeface="NEU-BZ-S92" panose="02020503000000020003" pitchFamily="18" charset="-122"/>
                <a:ea typeface="NEU-BZ-S92" panose="02020503000000020003" pitchFamily="18"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充分而不必要条件</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充分且</a:t>
            </a:r>
            <a:r>
              <a:rPr lang="zh-CN" altLang="zh-CN" dirty="0" smtClean="0">
                <a:solidFill>
                  <a:srgbClr val="000000"/>
                </a:solidFill>
                <a:ea typeface="宋体" panose="02010600030101010101" pitchFamily="2" charset="-122"/>
                <a:cs typeface="Times New Roman" panose="02020603050405020304" pitchFamily="18" charset="0"/>
              </a:rPr>
              <a:t>必要条件</a:t>
            </a:r>
            <a:r>
              <a:rPr lang="en-US" altLang="zh-CN" dirty="0" smtClean="0">
                <a:solidFill>
                  <a:srgbClr val="000000"/>
                </a:solidFill>
                <a:latin typeface="NEU-BZ-S92" panose="02020503000000020003" pitchFamily="18" charset="-122"/>
                <a:ea typeface="NEU-BZ-S92" panose="02020503000000020003" pitchFamily="18"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D</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既不充分也不必要条件</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smtClean="0">
                <a:latin typeface="Arial" panose="020B0604020202020204" pitchFamily="34" charset="0"/>
                <a:cs typeface="Times New Roman" panose="02020603050405020304" pitchFamily="18" charset="0"/>
              </a:rPr>
              <a:t>解析</a:t>
            </a:r>
            <a:r>
              <a:rPr lang="en-US" altLang="zh-CN" dirty="0" smtClean="0">
                <a:ea typeface="宋体" panose="02010600030101010101" pitchFamily="2" charset="-122"/>
                <a:cs typeface="Times New Roman" panose="02020603050405020304" pitchFamily="18" charset="0"/>
              </a:rPr>
              <a:t>:</a:t>
            </a:r>
            <a:r>
              <a:rPr lang="zh-CN" altLang="zh-CN" dirty="0" smtClean="0">
                <a:solidFill>
                  <a:srgbClr val="000000"/>
                </a:solidFill>
                <a:ea typeface="楷体" panose="02010609060101010101" pitchFamily="49" charset="-122"/>
                <a:cs typeface="Times New Roman" panose="02020603050405020304" pitchFamily="18" charset="0"/>
              </a:rPr>
              <a:t>当</a:t>
            </a:r>
            <a:r>
              <a:rPr lang="en-US" altLang="zh-CN" dirty="0" err="1">
                <a:solidFill>
                  <a:srgbClr val="000000"/>
                </a:solidFill>
                <a:ea typeface="宋体" panose="02010600030101010101" pitchFamily="2" charset="-122"/>
                <a:cs typeface="Times New Roman" panose="02020603050405020304" pitchFamily="18" charset="0"/>
              </a:rPr>
              <a:t>a+b</a:t>
            </a:r>
            <a:r>
              <a:rPr lang="zh-CN" altLang="zh-CN" dirty="0">
                <a:solidFill>
                  <a:srgbClr val="000000"/>
                </a:solidFill>
                <a:ea typeface="楷体" panose="02010609060101010101" pitchFamily="49" charset="-122"/>
                <a:cs typeface="Times New Roman" panose="02020603050405020304" pitchFamily="18" charset="0"/>
              </a:rPr>
              <a:t>与</a:t>
            </a:r>
            <a:r>
              <a:rPr lang="en-US" altLang="zh-CN" dirty="0">
                <a:solidFill>
                  <a:srgbClr val="000000"/>
                </a:solidFill>
                <a:ea typeface="宋体" panose="02010600030101010101" pitchFamily="2" charset="-122"/>
                <a:cs typeface="Times New Roman" panose="02020603050405020304" pitchFamily="18" charset="0"/>
              </a:rPr>
              <a:t>a-b</a:t>
            </a:r>
            <a:r>
              <a:rPr lang="zh-CN" altLang="zh-CN" dirty="0">
                <a:solidFill>
                  <a:srgbClr val="000000"/>
                </a:solidFill>
                <a:ea typeface="楷体" panose="02010609060101010101" pitchFamily="49" charset="-122"/>
                <a:cs typeface="Times New Roman" panose="02020603050405020304" pitchFamily="18" charset="0"/>
              </a:rPr>
              <a:t>垂直时</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a+b</a:t>
            </a:r>
            <a:r>
              <a:rPr lang="en-US" altLang="zh-CN" dirty="0">
                <a:solidFill>
                  <a:srgbClr val="000000"/>
                </a:solidFill>
                <a:ea typeface="宋体" panose="02010600030101010101" pitchFamily="2" charset="-122"/>
                <a:cs typeface="Times New Roman" panose="02020603050405020304" pitchFamily="18" charset="0"/>
              </a:rPr>
              <a:t>)(a-b)=0,</a:t>
            </a:r>
            <a:r>
              <a:rPr lang="zh-CN" altLang="zh-CN" dirty="0">
                <a:solidFill>
                  <a:srgbClr val="000000"/>
                </a:solidFill>
                <a:ea typeface="楷体" panose="02010609060101010101" pitchFamily="49" charset="-122"/>
                <a:cs typeface="Times New Roman" panose="02020603050405020304" pitchFamily="18" charset="0"/>
              </a:rPr>
              <a:t>但</a:t>
            </a: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楷体" panose="02010609060101010101" pitchFamily="49" charset="-122"/>
                <a:cs typeface="Times New Roman" panose="02020603050405020304" pitchFamily="18" charset="0"/>
              </a:rPr>
              <a:t>与</a:t>
            </a:r>
            <a:r>
              <a:rPr lang="en-US" altLang="zh-CN"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楷体" panose="02010609060101010101" pitchFamily="49" charset="-122"/>
                <a:cs typeface="Times New Roman" panose="02020603050405020304" pitchFamily="18" charset="0"/>
              </a:rPr>
              <a:t>不一定相等</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所以由</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a+b</a:t>
            </a:r>
            <a:r>
              <a:rPr lang="en-US" altLang="zh-CN" dirty="0">
                <a:solidFill>
                  <a:srgbClr val="000000"/>
                </a:solidFill>
                <a:ea typeface="宋体" panose="02010600030101010101" pitchFamily="2" charset="-122"/>
                <a:cs typeface="Times New Roman" panose="02020603050405020304" pitchFamily="18" charset="0"/>
              </a:rPr>
              <a:t>)(a-b)=0</a:t>
            </a:r>
            <a:r>
              <a:rPr lang="zh-CN" altLang="zh-CN" dirty="0">
                <a:solidFill>
                  <a:srgbClr val="000000"/>
                </a:solidFill>
                <a:ea typeface="楷体" panose="02010609060101010101" pitchFamily="49" charset="-122"/>
                <a:cs typeface="Times New Roman" panose="02020603050405020304" pitchFamily="18" charset="0"/>
              </a:rPr>
              <a:t>不能推出</a:t>
            </a:r>
            <a:r>
              <a:rPr lang="en-US" altLang="zh-CN" dirty="0">
                <a:solidFill>
                  <a:srgbClr val="000000"/>
                </a:solidFill>
                <a:ea typeface="宋体" panose="02010600030101010101" pitchFamily="2" charset="-122"/>
                <a:cs typeface="Times New Roman" panose="02020603050405020304" pitchFamily="18" charset="0"/>
              </a:rPr>
              <a:t>a=b</a:t>
            </a:r>
            <a:r>
              <a:rPr lang="zh-CN" altLang="zh-CN" dirty="0">
                <a:solidFill>
                  <a:srgbClr val="000000"/>
                </a:solidFill>
                <a:ea typeface="楷体" panose="02010609060101010101" pitchFamily="49" charset="-122"/>
                <a:cs typeface="Times New Roman" panose="02020603050405020304" pitchFamily="18" charset="0"/>
              </a:rPr>
              <a:t>或</a:t>
            </a:r>
            <a:r>
              <a:rPr lang="en-US" altLang="zh-CN" dirty="0">
                <a:solidFill>
                  <a:srgbClr val="000000"/>
                </a:solidFill>
                <a:ea typeface="宋体" panose="02010600030101010101" pitchFamily="2" charset="-122"/>
                <a:cs typeface="Times New Roman" panose="02020603050405020304" pitchFamily="18" charset="0"/>
              </a:rPr>
              <a:t>a=-b,</a:t>
            </a:r>
            <a:r>
              <a:rPr lang="zh-CN" altLang="zh-CN" dirty="0">
                <a:solidFill>
                  <a:srgbClr val="000000"/>
                </a:solidFill>
                <a:ea typeface="楷体" panose="02010609060101010101" pitchFamily="49" charset="-122"/>
                <a:cs typeface="Times New Roman" panose="02020603050405020304" pitchFamily="18" charset="0"/>
              </a:rPr>
              <a:t>故</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a+b</a:t>
            </a:r>
            <a:r>
              <a:rPr lang="en-US" altLang="zh-CN" dirty="0">
                <a:solidFill>
                  <a:srgbClr val="000000"/>
                </a:solidFill>
                <a:ea typeface="宋体" panose="02010600030101010101" pitchFamily="2" charset="-122"/>
                <a:cs typeface="Times New Roman" panose="02020603050405020304" pitchFamily="18" charset="0"/>
              </a:rPr>
              <a:t>)(a-b)=0”</a:t>
            </a:r>
            <a:r>
              <a:rPr lang="zh-CN" altLang="zh-CN" dirty="0">
                <a:solidFill>
                  <a:srgbClr val="000000"/>
                </a:solidFill>
                <a:ea typeface="楷体" panose="02010609060101010101" pitchFamily="49" charset="-122"/>
                <a:cs typeface="Times New Roman" panose="02020603050405020304" pitchFamily="18" charset="0"/>
              </a:rPr>
              <a:t>不是</a:t>
            </a:r>
            <a:r>
              <a:rPr lang="en-US" altLang="zh-CN" dirty="0">
                <a:solidFill>
                  <a:srgbClr val="000000"/>
                </a:solidFill>
                <a:ea typeface="宋体" panose="02010600030101010101" pitchFamily="2" charset="-122"/>
                <a:cs typeface="Times New Roman" panose="02020603050405020304" pitchFamily="18" charset="0"/>
              </a:rPr>
              <a:t>“a=b</a:t>
            </a:r>
            <a:r>
              <a:rPr lang="zh-CN" altLang="zh-CN" dirty="0">
                <a:solidFill>
                  <a:srgbClr val="000000"/>
                </a:solidFill>
                <a:ea typeface="楷体" panose="02010609060101010101" pitchFamily="49" charset="-122"/>
                <a:cs typeface="Times New Roman" panose="02020603050405020304" pitchFamily="18" charset="0"/>
              </a:rPr>
              <a:t>或</a:t>
            </a:r>
            <a:r>
              <a:rPr lang="en-US" altLang="zh-CN" dirty="0">
                <a:solidFill>
                  <a:srgbClr val="000000"/>
                </a:solidFill>
                <a:ea typeface="宋体" panose="02010600030101010101" pitchFamily="2" charset="-122"/>
                <a:cs typeface="Times New Roman" panose="02020603050405020304" pitchFamily="18" charset="0"/>
              </a:rPr>
              <a:t>a=-b”</a:t>
            </a:r>
            <a:r>
              <a:rPr lang="zh-CN" altLang="zh-CN" dirty="0">
                <a:solidFill>
                  <a:srgbClr val="000000"/>
                </a:solidFill>
                <a:ea typeface="楷体" panose="02010609060101010101" pitchFamily="49" charset="-122"/>
                <a:cs typeface="Times New Roman" panose="02020603050405020304" pitchFamily="18" charset="0"/>
              </a:rPr>
              <a:t>的充分条件</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若</a:t>
            </a:r>
            <a:r>
              <a:rPr lang="en-US" altLang="zh-CN" dirty="0">
                <a:solidFill>
                  <a:srgbClr val="000000"/>
                </a:solidFill>
                <a:ea typeface="宋体" panose="02010600030101010101" pitchFamily="2" charset="-122"/>
                <a:cs typeface="Times New Roman" panose="02020603050405020304" pitchFamily="18" charset="0"/>
              </a:rPr>
              <a:t>a=b</a:t>
            </a:r>
            <a:r>
              <a:rPr lang="zh-CN" altLang="zh-CN" dirty="0">
                <a:solidFill>
                  <a:srgbClr val="000000"/>
                </a:solidFill>
                <a:ea typeface="楷体" panose="02010609060101010101" pitchFamily="49" charset="-122"/>
                <a:cs typeface="Times New Roman" panose="02020603050405020304" pitchFamily="18" charset="0"/>
              </a:rPr>
              <a:t>或</a:t>
            </a:r>
            <a:r>
              <a:rPr lang="en-US" altLang="zh-CN" dirty="0">
                <a:solidFill>
                  <a:srgbClr val="000000"/>
                </a:solidFill>
                <a:ea typeface="宋体" panose="02010600030101010101" pitchFamily="2" charset="-122"/>
                <a:cs typeface="Times New Roman" panose="02020603050405020304" pitchFamily="18" charset="0"/>
              </a:rPr>
              <a:t>a=-b,</a:t>
            </a:r>
            <a:r>
              <a:rPr lang="zh-CN" altLang="zh-CN" dirty="0">
                <a:solidFill>
                  <a:srgbClr val="000000"/>
                </a:solidFill>
                <a:ea typeface="楷体" panose="02010609060101010101" pitchFamily="49" charset="-122"/>
                <a:cs typeface="Times New Roman" panose="02020603050405020304" pitchFamily="18" charset="0"/>
              </a:rPr>
              <a:t>则</a:t>
            </a:r>
            <a:r>
              <a:rPr lang="en-US" altLang="zh-CN" dirty="0" err="1">
                <a:solidFill>
                  <a:srgbClr val="000000"/>
                </a:solidFill>
                <a:ea typeface="宋体" panose="02010600030101010101" pitchFamily="2" charset="-122"/>
                <a:cs typeface="Times New Roman" panose="02020603050405020304" pitchFamily="18" charset="0"/>
              </a:rPr>
              <a:t>a+b</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或</a:t>
            </a:r>
            <a:r>
              <a:rPr lang="en-US" altLang="zh-CN" dirty="0">
                <a:solidFill>
                  <a:srgbClr val="000000"/>
                </a:solidFill>
                <a:ea typeface="宋体" panose="02010600030101010101" pitchFamily="2" charset="-122"/>
                <a:cs typeface="Times New Roman" panose="02020603050405020304" pitchFamily="18" charset="0"/>
              </a:rPr>
              <a:t>a-b</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故</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a+b</a:t>
            </a:r>
            <a:r>
              <a:rPr lang="en-US" altLang="zh-CN" dirty="0">
                <a:solidFill>
                  <a:srgbClr val="000000"/>
                </a:solidFill>
                <a:ea typeface="宋体" panose="02010600030101010101" pitchFamily="2" charset="-122"/>
                <a:cs typeface="Times New Roman" panose="02020603050405020304" pitchFamily="18" charset="0"/>
              </a:rPr>
              <a:t>)(a-b)</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是</a:t>
            </a:r>
            <a:r>
              <a:rPr lang="en-US" altLang="zh-CN" dirty="0">
                <a:solidFill>
                  <a:srgbClr val="000000"/>
                </a:solidFill>
                <a:ea typeface="宋体" panose="02010600030101010101" pitchFamily="2" charset="-122"/>
                <a:cs typeface="Times New Roman" panose="02020603050405020304" pitchFamily="18" charset="0"/>
              </a:rPr>
              <a:t>“a=b</a:t>
            </a:r>
            <a:r>
              <a:rPr lang="zh-CN" altLang="zh-CN" dirty="0">
                <a:solidFill>
                  <a:srgbClr val="000000"/>
                </a:solidFill>
                <a:ea typeface="楷体" panose="02010609060101010101" pitchFamily="49" charset="-122"/>
                <a:cs typeface="Times New Roman" panose="02020603050405020304" pitchFamily="18" charset="0"/>
              </a:rPr>
              <a:t>或</a:t>
            </a:r>
            <a:r>
              <a:rPr lang="en-US" altLang="zh-CN" dirty="0">
                <a:solidFill>
                  <a:srgbClr val="000000"/>
                </a:solidFill>
                <a:ea typeface="宋体" panose="02010600030101010101" pitchFamily="2" charset="-122"/>
                <a:cs typeface="Times New Roman" panose="02020603050405020304" pitchFamily="18" charset="0"/>
              </a:rPr>
              <a:t>a=-b”</a:t>
            </a:r>
            <a:r>
              <a:rPr lang="zh-CN" altLang="zh-CN" dirty="0">
                <a:solidFill>
                  <a:srgbClr val="000000"/>
                </a:solidFill>
                <a:ea typeface="楷体" panose="02010609060101010101" pitchFamily="49" charset="-122"/>
                <a:cs typeface="Times New Roman" panose="02020603050405020304" pitchFamily="18" charset="0"/>
              </a:rPr>
              <a:t>的必要条件</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故选</a:t>
            </a:r>
            <a:r>
              <a:rPr lang="en-US" altLang="zh-CN" dirty="0">
                <a:solidFill>
                  <a:srgbClr val="000000"/>
                </a:solidFill>
                <a:ea typeface="宋体" panose="02010600030101010101" pitchFamily="2" charset="-122"/>
                <a:cs typeface="Times New Roman" panose="02020603050405020304" pitchFamily="18" charset="0"/>
              </a:rPr>
              <a:t>A</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smtClean="0">
                <a:latin typeface="Arial" panose="020B0604020202020204" pitchFamily="34" charset="0"/>
                <a:cs typeface="Times New Roman" panose="02020603050405020304" pitchFamily="18" charset="0"/>
              </a:rPr>
              <a:t>答案</a:t>
            </a:r>
            <a:r>
              <a:rPr lang="en-US" altLang="zh-CN" dirty="0">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A</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796791185"/>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randombar(horizontal)">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randombar(horizontal)">
                                      <p:cBhvr>
                                        <p:cTn id="1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361950" y="1079847"/>
            <a:ext cx="10807700" cy="1865126"/>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latin typeface="+mn-lt"/>
                <a:ea typeface="宋体" panose="02010600030101010101" pitchFamily="2" charset="-122"/>
                <a:cs typeface="Times New Roman" panose="02020603050405020304" pitchFamily="18" charset="0"/>
              </a:rPr>
              <a:t>2</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(2021</a:t>
            </a:r>
            <a:r>
              <a:rPr lang="en-US" altLang="zh-CN" dirty="0" smtClean="0">
                <a:solidFill>
                  <a:srgbClr val="000000"/>
                </a:solidFill>
                <a:latin typeface="+mn-lt"/>
                <a:ea typeface="宋体" panose="02010600030101010101" pitchFamily="2" charset="-122"/>
                <a:cs typeface="Times New Roman" panose="02020603050405020304" pitchFamily="18" charset="0"/>
              </a:rPr>
              <a:t>·</a:t>
            </a:r>
            <a:r>
              <a:rPr lang="zh-CN" altLang="zh-CN" dirty="0" smtClean="0">
                <a:solidFill>
                  <a:srgbClr val="000000"/>
                </a:solidFill>
                <a:latin typeface="+mn-lt"/>
                <a:ea typeface="楷体" panose="02010609060101010101" pitchFamily="49" charset="-122"/>
                <a:cs typeface="Times New Roman" panose="02020603050405020304" pitchFamily="18" charset="0"/>
              </a:rPr>
              <a:t>新</a:t>
            </a:r>
            <a:r>
              <a:rPr lang="zh-CN" altLang="zh-CN" dirty="0">
                <a:solidFill>
                  <a:srgbClr val="000000"/>
                </a:solidFill>
                <a:latin typeface="+mn-lt"/>
                <a:ea typeface="楷体" panose="02010609060101010101" pitchFamily="49" charset="-122"/>
                <a:cs typeface="Times New Roman" panose="02020603050405020304" pitchFamily="18" charset="0"/>
              </a:rPr>
              <a:t>高考</a:t>
            </a:r>
            <a:r>
              <a:rPr lang="zh-CN" altLang="zh-CN" i="1" dirty="0">
                <a:solidFill>
                  <a:srgbClr val="000000"/>
                </a:solidFill>
                <a:latin typeface="+mn-lt"/>
                <a:ea typeface="宋体" panose="02010600030101010101" pitchFamily="2" charset="-122"/>
                <a:cs typeface="宋体" panose="02010600030101010101" pitchFamily="2" charset="-122"/>
              </a:rPr>
              <a:t>Ⅰ</a:t>
            </a:r>
            <a:r>
              <a:rPr lang="zh-CN" altLang="zh-CN" dirty="0">
                <a:solidFill>
                  <a:srgbClr val="000000"/>
                </a:solidFill>
                <a:latin typeface="+mn-lt"/>
                <a:ea typeface="楷体" panose="02010609060101010101" pitchFamily="49" charset="-122"/>
                <a:cs typeface="Times New Roman" panose="02020603050405020304" pitchFamily="18" charset="0"/>
              </a:rPr>
              <a:t>卷</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多选题</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已知</a:t>
            </a:r>
            <a:r>
              <a:rPr lang="en-US" altLang="zh-CN" i="1" dirty="0">
                <a:solidFill>
                  <a:srgbClr val="000000"/>
                </a:solidFill>
                <a:latin typeface="+mn-lt"/>
                <a:ea typeface="宋体" panose="02010600030101010101" pitchFamily="2" charset="-122"/>
                <a:cs typeface="Times New Roman" panose="02020603050405020304" pitchFamily="18" charset="0"/>
              </a:rPr>
              <a:t>O</a:t>
            </a:r>
            <a:r>
              <a:rPr lang="zh-CN" altLang="zh-CN" dirty="0">
                <a:solidFill>
                  <a:srgbClr val="000000"/>
                </a:solidFill>
                <a:latin typeface="+mn-lt"/>
                <a:ea typeface="宋体" panose="02010600030101010101" pitchFamily="2" charset="-122"/>
                <a:cs typeface="Times New Roman" panose="02020603050405020304" pitchFamily="18" charset="0"/>
              </a:rPr>
              <a:t>为坐标原点</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smtClean="0">
                <a:solidFill>
                  <a:srgbClr val="000000"/>
                </a:solidFill>
                <a:latin typeface="+mn-lt"/>
                <a:ea typeface="宋体" panose="02010600030101010101" pitchFamily="2" charset="-122"/>
                <a:cs typeface="Times New Roman" panose="02020603050405020304" pitchFamily="18" charset="0"/>
              </a:rPr>
              <a:t>点</a:t>
            </a:r>
            <a:endParaRPr lang="en-US" altLang="zh-CN" dirty="0" smtClean="0">
              <a:solidFill>
                <a:srgbClr val="000000"/>
              </a:solidFill>
              <a:latin typeface="+mn-lt"/>
              <a:ea typeface="宋体" panose="02010600030101010101" pitchFamily="2"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i="1" dirty="0" smtClean="0">
                <a:solidFill>
                  <a:srgbClr val="000000"/>
                </a:solidFill>
                <a:latin typeface="+mn-lt"/>
                <a:ea typeface="宋体" panose="02010600030101010101" pitchFamily="2" charset="-122"/>
                <a:cs typeface="Times New Roman" panose="02020603050405020304" pitchFamily="18" charset="0"/>
              </a:rPr>
              <a:t>P</a:t>
            </a:r>
            <a:r>
              <a:rPr lang="en-US" altLang="zh-CN" baseline="-25000" dirty="0" smtClean="0">
                <a:solidFill>
                  <a:srgbClr val="000000"/>
                </a:solidFill>
                <a:latin typeface="+mn-lt"/>
                <a:ea typeface="宋体" panose="02010600030101010101" pitchFamily="2" charset="-122"/>
                <a:cs typeface="Times New Roman" panose="02020603050405020304" pitchFamily="18" charset="0"/>
              </a:rPr>
              <a:t>1</a:t>
            </a:r>
            <a:r>
              <a:rPr lang="en-US" altLang="zh-CN" dirty="0" smtClean="0">
                <a:solidFill>
                  <a:srgbClr val="000000"/>
                </a:solidFill>
                <a:latin typeface="+mn-lt"/>
                <a:ea typeface="宋体" panose="02010600030101010101" pitchFamily="2" charset="-122"/>
                <a:cs typeface="Times New Roman" panose="02020603050405020304" pitchFamily="18" charset="0"/>
              </a:rPr>
              <a:t>(cos </a:t>
            </a:r>
            <a:r>
              <a:rPr lang="en-US" altLang="zh-CN" i="1" dirty="0" smtClean="0">
                <a:solidFill>
                  <a:srgbClr val="000000"/>
                </a:solidFill>
                <a:latin typeface="+mn-lt"/>
                <a:ea typeface="Microsoft Yi Baiti" panose="03000500000000000000" pitchFamily="66" charset="0"/>
                <a:cs typeface="Times New Roman" panose="02020603050405020304" pitchFamily="18" charset="0"/>
              </a:rPr>
              <a:t>α</a:t>
            </a:r>
            <a:r>
              <a:rPr lang="en-US" altLang="zh-CN" dirty="0" smtClean="0">
                <a:solidFill>
                  <a:srgbClr val="000000"/>
                </a:solidFill>
                <a:latin typeface="+mn-lt"/>
                <a:ea typeface="宋体" panose="02010600030101010101" pitchFamily="2" charset="-122"/>
                <a:cs typeface="Times New Roman" panose="02020603050405020304" pitchFamily="18" charset="0"/>
              </a:rPr>
              <a:t>,sin </a:t>
            </a:r>
            <a:r>
              <a:rPr lang="en-US" altLang="zh-CN" i="1" dirty="0">
                <a:solidFill>
                  <a:srgbClr val="000000"/>
                </a:solidFill>
                <a:latin typeface="+mn-lt"/>
                <a:ea typeface="Microsoft Yi Baiti" panose="03000500000000000000" pitchFamily="66" charset="0"/>
                <a:cs typeface="Times New Roman" panose="02020603050405020304" pitchFamily="18" charset="0"/>
              </a:rPr>
              <a:t>α</a:t>
            </a:r>
            <a:r>
              <a:rPr lang="en-US" altLang="zh-CN" dirty="0" smtClean="0">
                <a:solidFill>
                  <a:srgbClr val="000000"/>
                </a:solidFill>
                <a:latin typeface="+mn-lt"/>
                <a:ea typeface="宋体" panose="02010600030101010101" pitchFamily="2" charset="-122"/>
                <a:cs typeface="Times New Roman" panose="02020603050405020304" pitchFamily="18" charset="0"/>
              </a:rPr>
              <a:t>),</a:t>
            </a:r>
            <a:r>
              <a:rPr lang="en-US" altLang="zh-CN" i="1" dirty="0" smtClean="0">
                <a:solidFill>
                  <a:srgbClr val="000000"/>
                </a:solidFill>
                <a:latin typeface="+mn-lt"/>
                <a:ea typeface="宋体" panose="02010600030101010101" pitchFamily="2" charset="-122"/>
                <a:cs typeface="Times New Roman" panose="02020603050405020304" pitchFamily="18" charset="0"/>
              </a:rPr>
              <a:t>P</a:t>
            </a:r>
            <a:r>
              <a:rPr lang="en-US" altLang="zh-CN" baseline="-25000" dirty="0" smtClean="0">
                <a:solidFill>
                  <a:srgbClr val="000000"/>
                </a:solidFill>
                <a:latin typeface="+mn-lt"/>
                <a:ea typeface="宋体" panose="02010600030101010101" pitchFamily="2" charset="-122"/>
                <a:cs typeface="Times New Roman" panose="02020603050405020304" pitchFamily="18" charset="0"/>
              </a:rPr>
              <a:t>2</a:t>
            </a:r>
            <a:r>
              <a:rPr lang="en-US" altLang="zh-CN" dirty="0" smtClean="0">
                <a:solidFill>
                  <a:srgbClr val="000000"/>
                </a:solidFill>
                <a:latin typeface="+mn-lt"/>
                <a:ea typeface="宋体" panose="02010600030101010101" pitchFamily="2" charset="-122"/>
                <a:cs typeface="Times New Roman" panose="02020603050405020304" pitchFamily="18" charset="0"/>
              </a:rPr>
              <a:t>(cos </a:t>
            </a:r>
            <a:r>
              <a:rPr lang="en-US" altLang="zh-CN" i="1" dirty="0">
                <a:solidFill>
                  <a:srgbClr val="000000"/>
                </a:solidFill>
                <a:latin typeface="+mn-lt"/>
                <a:ea typeface="Microsoft Yi Baiti" panose="03000500000000000000" pitchFamily="66" charset="0"/>
                <a:cs typeface="Times New Roman" panose="02020603050405020304" pitchFamily="18" charset="0"/>
              </a:rPr>
              <a:t>β</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sin </a:t>
            </a:r>
            <a:r>
              <a:rPr lang="en-US" altLang="zh-CN" i="1" dirty="0">
                <a:solidFill>
                  <a:srgbClr val="000000"/>
                </a:solidFill>
                <a:latin typeface="+mn-lt"/>
                <a:ea typeface="Microsoft Yi Baiti" panose="03000500000000000000" pitchFamily="66" charset="0"/>
                <a:cs typeface="Times New Roman" panose="02020603050405020304" pitchFamily="18" charset="0"/>
              </a:rPr>
              <a:t>β</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P</a:t>
            </a:r>
            <a:r>
              <a:rPr lang="en-US" altLang="zh-CN" baseline="-25000" dirty="0">
                <a:solidFill>
                  <a:srgbClr val="000000"/>
                </a:solidFill>
                <a:latin typeface="+mn-lt"/>
                <a:ea typeface="宋体" panose="02010600030101010101" pitchFamily="2" charset="-122"/>
                <a:cs typeface="Times New Roman" panose="02020603050405020304" pitchFamily="18" charset="0"/>
              </a:rPr>
              <a:t>3</a:t>
            </a:r>
            <a:r>
              <a:rPr lang="en-US" altLang="zh-CN" dirty="0">
                <a:solidFill>
                  <a:srgbClr val="000000"/>
                </a:solidFill>
                <a:latin typeface="+mn-lt"/>
                <a:ea typeface="宋体" panose="02010600030101010101" pitchFamily="2" charset="-122"/>
                <a:cs typeface="Times New Roman" panose="02020603050405020304" pitchFamily="18" charset="0"/>
              </a:rPr>
              <a:t>(cos(</a:t>
            </a:r>
            <a:r>
              <a:rPr lang="en-US" altLang="zh-CN" i="1" dirty="0">
                <a:solidFill>
                  <a:srgbClr val="000000"/>
                </a:solidFill>
                <a:latin typeface="+mn-lt"/>
                <a:ea typeface="Microsoft Yi Baiti" panose="03000500000000000000" pitchFamily="66" charset="0"/>
                <a:cs typeface="Times New Roman" panose="02020603050405020304" pitchFamily="18" charset="0"/>
              </a:rPr>
              <a:t>α</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Microsoft Yi Baiti" panose="03000500000000000000" pitchFamily="66" charset="0"/>
                <a:cs typeface="Times New Roman" panose="02020603050405020304" pitchFamily="18" charset="0"/>
              </a:rPr>
              <a:t>β</a:t>
            </a:r>
            <a:r>
              <a:rPr lang="en-US" altLang="zh-CN" dirty="0">
                <a:solidFill>
                  <a:srgbClr val="000000"/>
                </a:solidFill>
                <a:latin typeface="+mn-lt"/>
                <a:ea typeface="宋体" panose="02010600030101010101" pitchFamily="2" charset="-122"/>
                <a:cs typeface="Times New Roman" panose="02020603050405020304" pitchFamily="18" charset="0"/>
              </a:rPr>
              <a:t>),sin(</a:t>
            </a:r>
            <a:r>
              <a:rPr lang="en-US" altLang="zh-CN" i="1" dirty="0">
                <a:solidFill>
                  <a:srgbClr val="000000"/>
                </a:solidFill>
                <a:latin typeface="+mn-lt"/>
                <a:ea typeface="Microsoft Yi Baiti" panose="03000500000000000000" pitchFamily="66" charset="0"/>
                <a:cs typeface="Times New Roman" panose="02020603050405020304" pitchFamily="18" charset="0"/>
              </a:rPr>
              <a:t>α</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Microsoft Yi Baiti" panose="03000500000000000000" pitchFamily="66" charset="0"/>
                <a:cs typeface="Times New Roman" panose="02020603050405020304" pitchFamily="18" charset="0"/>
              </a:rPr>
              <a:t>β</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(1,0</a:t>
            </a:r>
            <a:r>
              <a:rPr lang="en-US" altLang="zh-CN" dirty="0" smtClean="0">
                <a:solidFill>
                  <a:srgbClr val="000000"/>
                </a:solidFill>
                <a:latin typeface="+mn-lt"/>
                <a:ea typeface="宋体" panose="02010600030101010101" pitchFamily="2" charset="-122"/>
                <a:cs typeface="Times New Roman" panose="02020603050405020304" pitchFamily="18" charset="0"/>
              </a:rPr>
              <a:t>),</a:t>
            </a:r>
          </a:p>
          <a:p>
            <a:pPr>
              <a:lnSpc>
                <a:spcPct val="120000"/>
              </a:lnSpc>
              <a:spcAft>
                <a:spcPts val="0"/>
              </a:spcAft>
              <a:tabLst>
                <a:tab pos="1188085" algn="l"/>
                <a:tab pos="2163445" algn="l"/>
                <a:tab pos="3142615" algn="l"/>
                <a:tab pos="4190365" algn="l"/>
              </a:tabLst>
            </a:pPr>
            <a:r>
              <a:rPr lang="zh-CN" altLang="zh-CN" dirty="0" smtClean="0">
                <a:solidFill>
                  <a:srgbClr val="000000"/>
                </a:solidFill>
                <a:latin typeface="+mn-lt"/>
                <a:ea typeface="宋体" panose="02010600030101010101" pitchFamily="2" charset="-122"/>
                <a:cs typeface="Times New Roman" panose="02020603050405020304" pitchFamily="18" charset="0"/>
              </a:rPr>
              <a:t>则</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i="1" dirty="0">
                <a:solidFill>
                  <a:srgbClr val="000000"/>
                </a:solidFill>
                <a:latin typeface="+mn-lt"/>
                <a:ea typeface="宋体" panose="02010600030101010101" pitchFamily="2" charset="-122"/>
                <a:cs typeface="Times New Roman" panose="02020603050405020304" pitchFamily="18" charset="0"/>
              </a:rPr>
              <a:t>　　</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1133430445"/>
              </p:ext>
            </p:extLst>
          </p:nvPr>
        </p:nvGraphicFramePr>
        <p:xfrm>
          <a:off x="432445" y="2914509"/>
          <a:ext cx="11671959" cy="2196598"/>
        </p:xfrm>
        <a:graphic>
          <a:graphicData uri="http://schemas.openxmlformats.org/presentationml/2006/ole">
            <mc:AlternateContent xmlns:mc="http://schemas.openxmlformats.org/markup-compatibility/2006">
              <mc:Choice xmlns:v="urn:schemas-microsoft-com:vml" Requires="v">
                <p:oleObj spid="_x0000_s50202" name="文档" r:id="rId4" imgW="3826872" imgH="720196" progId="Word.Document.12">
                  <p:embed/>
                </p:oleObj>
              </mc:Choice>
              <mc:Fallback>
                <p:oleObj name="文档" r:id="rId4" imgW="3826872" imgH="720196" progId="Word.Document.12">
                  <p:embed/>
                  <p:pic>
                    <p:nvPicPr>
                      <p:cNvPr id="0" name=""/>
                      <p:cNvPicPr/>
                      <p:nvPr/>
                    </p:nvPicPr>
                    <p:blipFill>
                      <a:blip r:embed="rId5"/>
                      <a:stretch>
                        <a:fillRect/>
                      </a:stretch>
                    </p:blipFill>
                    <p:spPr>
                      <a:xfrm>
                        <a:off x="432445" y="2914509"/>
                        <a:ext cx="11671959" cy="2196598"/>
                      </a:xfrm>
                      <a:prstGeom prst="rect">
                        <a:avLst/>
                      </a:prstGeom>
                    </p:spPr>
                  </p:pic>
                </p:oleObj>
              </mc:Fallback>
            </mc:AlternateContent>
          </a:graphicData>
        </a:graphic>
      </p:graphicFrame>
    </p:spTree>
    <p:extLst>
      <p:ext uri="{BB962C8B-B14F-4D97-AF65-F5344CB8AC3E}">
        <p14:creationId xmlns:p14="http://schemas.microsoft.com/office/powerpoint/2010/main" val="2865490899"/>
      </p:ext>
    </p:extLst>
  </p:cSld>
  <p:clrMapOvr>
    <a:masterClrMapping/>
  </p:clrMapOvr>
  <p:transition spd="slow">
    <p:randomBar dir="vert"/>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812060026"/>
              </p:ext>
            </p:extLst>
          </p:nvPr>
        </p:nvGraphicFramePr>
        <p:xfrm>
          <a:off x="432445" y="839366"/>
          <a:ext cx="11671959" cy="5281041"/>
        </p:xfrm>
        <a:graphic>
          <a:graphicData uri="http://schemas.openxmlformats.org/presentationml/2006/ole">
            <mc:AlternateContent xmlns:mc="http://schemas.openxmlformats.org/markup-compatibility/2006">
              <mc:Choice xmlns:v="urn:schemas-microsoft-com:vml" Requires="v">
                <p:oleObj spid="_x0000_s62474" name="文档" r:id="rId4" imgW="3826872" imgH="1731489" progId="Word.Document.12">
                  <p:embed/>
                </p:oleObj>
              </mc:Choice>
              <mc:Fallback>
                <p:oleObj name="文档" r:id="rId4" imgW="3826872" imgH="1731489" progId="Word.Document.12">
                  <p:embed/>
                  <p:pic>
                    <p:nvPicPr>
                      <p:cNvPr id="0" name=""/>
                      <p:cNvPicPr/>
                      <p:nvPr/>
                    </p:nvPicPr>
                    <p:blipFill>
                      <a:blip r:embed="rId5"/>
                      <a:stretch>
                        <a:fillRect/>
                      </a:stretch>
                    </p:blipFill>
                    <p:spPr>
                      <a:xfrm>
                        <a:off x="432445" y="839366"/>
                        <a:ext cx="11671959" cy="5281041"/>
                      </a:xfrm>
                      <a:prstGeom prst="rect">
                        <a:avLst/>
                      </a:prstGeom>
                    </p:spPr>
                  </p:pic>
                </p:oleObj>
              </mc:Fallback>
            </mc:AlternateContent>
          </a:graphicData>
        </a:graphic>
      </p:graphicFrame>
    </p:spTree>
    <p:extLst>
      <p:ext uri="{BB962C8B-B14F-4D97-AF65-F5344CB8AC3E}">
        <p14:creationId xmlns:p14="http://schemas.microsoft.com/office/powerpoint/2010/main" val="1172172340"/>
      </p:ext>
    </p:extLst>
  </p:cSld>
  <p:clrMapOvr>
    <a:masterClrMapping/>
  </p:clrMapOvr>
  <p:transition spd="slow">
    <p:randomBar dir="vert"/>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599215541"/>
              </p:ext>
            </p:extLst>
          </p:nvPr>
        </p:nvGraphicFramePr>
        <p:xfrm>
          <a:off x="432445" y="863823"/>
          <a:ext cx="11671959" cy="4339485"/>
        </p:xfrm>
        <a:graphic>
          <a:graphicData uri="http://schemas.openxmlformats.org/presentationml/2006/ole">
            <mc:AlternateContent xmlns:mc="http://schemas.openxmlformats.org/markup-compatibility/2006">
              <mc:Choice xmlns:v="urn:schemas-microsoft-com:vml" Requires="v">
                <p:oleObj spid="_x0000_s63498" name="文档" r:id="rId4" imgW="3826872" imgH="1422782" progId="Word.Document.12">
                  <p:embed/>
                </p:oleObj>
              </mc:Choice>
              <mc:Fallback>
                <p:oleObj name="文档" r:id="rId4" imgW="3826872" imgH="1422782" progId="Word.Document.12">
                  <p:embed/>
                  <p:pic>
                    <p:nvPicPr>
                      <p:cNvPr id="0" name=""/>
                      <p:cNvPicPr/>
                      <p:nvPr/>
                    </p:nvPicPr>
                    <p:blipFill>
                      <a:blip r:embed="rId5"/>
                      <a:stretch>
                        <a:fillRect/>
                      </a:stretch>
                    </p:blipFill>
                    <p:spPr>
                      <a:xfrm>
                        <a:off x="432445" y="863823"/>
                        <a:ext cx="11671959" cy="4339485"/>
                      </a:xfrm>
                      <a:prstGeom prst="rect">
                        <a:avLst/>
                      </a:prstGeom>
                    </p:spPr>
                  </p:pic>
                </p:oleObj>
              </mc:Fallback>
            </mc:AlternateContent>
          </a:graphicData>
        </a:graphic>
      </p:graphicFrame>
      <p:sp>
        <p:nvSpPr>
          <p:cNvPr id="4" name="矩形 3"/>
          <p:cNvSpPr>
            <a:spLocks noChangeAspect="1"/>
          </p:cNvSpPr>
          <p:nvPr/>
        </p:nvSpPr>
        <p:spPr>
          <a:xfrm>
            <a:off x="361950" y="5221119"/>
            <a:ext cx="1840568" cy="683264"/>
          </a:xfrm>
          <a:prstGeom prst="rect">
            <a:avLst/>
          </a:prstGeom>
        </p:spPr>
        <p:txBody>
          <a:bodyPr wrap="none">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AC </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2301347195"/>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矩形 2"/>
              <p:cNvSpPr>
                <a:spLocks noChangeAspect="1"/>
              </p:cNvSpPr>
              <p:nvPr/>
            </p:nvSpPr>
            <p:spPr>
              <a:xfrm>
                <a:off x="361950" y="802449"/>
                <a:ext cx="10807700" cy="4948086"/>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latin typeface="+mn-lt"/>
                    <a:ea typeface="宋体" panose="02010600030101010101" pitchFamily="2" charset="-122"/>
                    <a:cs typeface="Times New Roman" panose="02020603050405020304" pitchFamily="18" charset="0"/>
                  </a:rPr>
                  <a:t>3</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(2024·</a:t>
                </a:r>
                <a:r>
                  <a:rPr lang="zh-CN" altLang="zh-CN" dirty="0">
                    <a:solidFill>
                      <a:srgbClr val="000000"/>
                    </a:solidFill>
                    <a:effectLst/>
                    <a:latin typeface="+mn-lt"/>
                    <a:ea typeface="楷体" panose="02010609060101010101" pitchFamily="49" charset="-122"/>
                    <a:cs typeface="Times New Roman" panose="02020603050405020304" pitchFamily="18" charset="0"/>
                  </a:rPr>
                  <a:t>新高考</a:t>
                </a:r>
                <a:r>
                  <a:rPr lang="zh-CN" altLang="zh-CN" i="1" dirty="0">
                    <a:solidFill>
                      <a:srgbClr val="000000"/>
                    </a:solidFill>
                    <a:effectLst/>
                    <a:latin typeface="+mn-lt"/>
                    <a:ea typeface="宋体" panose="02010600030101010101" pitchFamily="2" charset="-122"/>
                    <a:cs typeface="宋体" panose="02010600030101010101" pitchFamily="2" charset="-122"/>
                  </a:rPr>
                  <a:t>Ⅱ</a:t>
                </a:r>
                <a:r>
                  <a:rPr lang="zh-CN" altLang="zh-CN" dirty="0">
                    <a:solidFill>
                      <a:srgbClr val="000000"/>
                    </a:solidFill>
                    <a:effectLst/>
                    <a:latin typeface="+mn-lt"/>
                    <a:ea typeface="楷体" panose="02010609060101010101" pitchFamily="49" charset="-122"/>
                    <a:cs typeface="Times New Roman" panose="02020603050405020304" pitchFamily="18" charset="0"/>
                  </a:rPr>
                  <a:t>卷</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zh-CN" altLang="zh-CN" dirty="0">
                    <a:solidFill>
                      <a:srgbClr val="000000"/>
                    </a:solidFill>
                    <a:effectLst/>
                    <a:latin typeface="+mn-lt"/>
                    <a:ea typeface="宋体" panose="02010600030101010101" pitchFamily="2" charset="-122"/>
                    <a:cs typeface="Times New Roman" panose="02020603050405020304" pitchFamily="18" charset="0"/>
                  </a:rPr>
                  <a:t>已知向量</a:t>
                </a:r>
                <a:r>
                  <a:rPr lang="en-US" altLang="zh-CN" dirty="0" err="1">
                    <a:solidFill>
                      <a:srgbClr val="000000"/>
                    </a:solidFill>
                    <a:latin typeface="+mn-lt"/>
                    <a:ea typeface="宋体" panose="02010600030101010101" pitchFamily="2" charset="-122"/>
                    <a:cs typeface="Times New Roman" panose="02020603050405020304" pitchFamily="18" charset="0"/>
                  </a:rPr>
                  <a:t>a</a:t>
                </a:r>
                <a:r>
                  <a:rPr lang="en-US" altLang="zh-CN" dirty="0" err="1">
                    <a:solidFill>
                      <a:srgbClr val="000000"/>
                    </a:solidFill>
                    <a:effectLst/>
                    <a:latin typeface="+mn-lt"/>
                    <a:ea typeface="宋体" panose="02010600030101010101" pitchFamily="2" charset="-122"/>
                    <a:cs typeface="Times New Roman" panose="02020603050405020304" pitchFamily="18" charset="0"/>
                  </a:rPr>
                  <a:t>,</a:t>
                </a:r>
                <a:r>
                  <a:rPr lang="en-US" altLang="zh-CN" dirty="0" err="1">
                    <a:solidFill>
                      <a:srgbClr val="000000"/>
                    </a:solidFill>
                    <a:latin typeface="+mn-lt"/>
                    <a:ea typeface="宋体" panose="02010600030101010101" pitchFamily="2" charset="-122"/>
                    <a:cs typeface="Times New Roman" panose="02020603050405020304" pitchFamily="18" charset="0"/>
                  </a:rPr>
                  <a:t>b</a:t>
                </a:r>
                <a:r>
                  <a:rPr lang="zh-CN" altLang="zh-CN" dirty="0">
                    <a:solidFill>
                      <a:srgbClr val="000000"/>
                    </a:solidFill>
                    <a:effectLst/>
                    <a:latin typeface="+mn-lt"/>
                    <a:ea typeface="宋体" panose="02010600030101010101" pitchFamily="2" charset="-122"/>
                    <a:cs typeface="Times New Roman" panose="02020603050405020304" pitchFamily="18" charset="0"/>
                  </a:rPr>
                  <a:t>满足</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a</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1,</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a</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2</a:t>
                </a:r>
                <a:r>
                  <a:rPr lang="en-US" altLang="zh-CN" dirty="0">
                    <a:solidFill>
                      <a:srgbClr val="000000"/>
                    </a:solidFill>
                    <a:latin typeface="+mn-lt"/>
                    <a:ea typeface="宋体" panose="02010600030101010101" pitchFamily="2" charset="-122"/>
                    <a:cs typeface="Times New Roman" panose="02020603050405020304" pitchFamily="18" charset="0"/>
                  </a:rPr>
                  <a:t>b</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2,</a:t>
                </a:r>
                <a:r>
                  <a:rPr lang="zh-CN" altLang="zh-CN" dirty="0">
                    <a:solidFill>
                      <a:srgbClr val="000000"/>
                    </a:solidFill>
                    <a:effectLst/>
                    <a:latin typeface="+mn-lt"/>
                    <a:ea typeface="宋体" panose="02010600030101010101" pitchFamily="2" charset="-122"/>
                    <a:cs typeface="Times New Roman" panose="02020603050405020304" pitchFamily="18" charset="0"/>
                  </a:rPr>
                  <a:t>且</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b</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2</a:t>
                </a:r>
                <a:r>
                  <a:rPr lang="en-US" altLang="zh-CN"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zh-CN" altLang="zh-CN" dirty="0">
                    <a:solidFill>
                      <a:srgbClr val="000000"/>
                    </a:solidFill>
                    <a:effectLst/>
                    <a:latin typeface="+mn-lt"/>
                    <a:ea typeface="宋体" panose="02010600030101010101" pitchFamily="2" charset="-122"/>
                    <a:cs typeface="宋体" panose="02010600030101010101" pitchFamily="2" charset="-122"/>
                  </a:rPr>
                  <a:t>⊥</a:t>
                </a:r>
                <a:r>
                  <a:rPr lang="en-US" altLang="zh-CN" dirty="0">
                    <a:solidFill>
                      <a:srgbClr val="000000"/>
                    </a:solidFill>
                    <a:latin typeface="+mn-lt"/>
                    <a:ea typeface="宋体" panose="02010600030101010101" pitchFamily="2" charset="-122"/>
                    <a:cs typeface="Times New Roman" panose="02020603050405020304" pitchFamily="18" charset="0"/>
                  </a:rPr>
                  <a:t>b</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zh-CN" altLang="zh-CN" dirty="0">
                    <a:solidFill>
                      <a:srgbClr val="000000"/>
                    </a:solidFill>
                    <a:effectLst/>
                    <a:latin typeface="+mn-lt"/>
                    <a:ea typeface="宋体" panose="02010600030101010101" pitchFamily="2" charset="-122"/>
                    <a:cs typeface="Times New Roman" panose="02020603050405020304" pitchFamily="18" charset="0"/>
                  </a:rPr>
                  <a:t>则</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b</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zh-CN" altLang="zh-CN" i="1" dirty="0">
                    <a:solidFill>
                      <a:srgbClr val="000000"/>
                    </a:solidFill>
                    <a:effectLst/>
                    <a:latin typeface="+mn-lt"/>
                    <a:ea typeface="宋体" panose="02010600030101010101" pitchFamily="2" charset="-122"/>
                    <a:cs typeface="Times New Roman" panose="02020603050405020304" pitchFamily="18" charset="0"/>
                  </a:rPr>
                  <a:t>　　</a:t>
                </a:r>
                <a:r>
                  <a:rPr lang="en-US" altLang="zh-CN" dirty="0">
                    <a:solidFill>
                      <a:srgbClr val="000000"/>
                    </a:solidFill>
                    <a:effectLst/>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ffectLst/>
                    <a:latin typeface="+mn-lt"/>
                    <a:ea typeface="宋体" panose="02010600030101010101" pitchFamily="2" charset="-122"/>
                    <a:cs typeface="Times New Roman" panose="02020603050405020304" pitchFamily="18" charset="0"/>
                  </a:rPr>
                  <a:t>A.</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den>
                    </m:f>
                  </m:oMath>
                </a14:m>
                <a:r>
                  <a:rPr lang="en-US" altLang="zh-CN" dirty="0">
                    <a:solidFill>
                      <a:srgbClr val="000000"/>
                    </a:solidFill>
                    <a:effectLst/>
                    <a:latin typeface="+mn-lt"/>
                    <a:ea typeface="宋体" panose="02010600030101010101" pitchFamily="2" charset="-122"/>
                    <a:cs typeface="Times New Roman" panose="02020603050405020304" pitchFamily="18" charset="0"/>
                  </a:rPr>
                  <a:t>	</a:t>
                </a:r>
                <a:r>
                  <a:rPr lang="en-US" altLang="zh-CN" dirty="0" smtClean="0">
                    <a:solidFill>
                      <a:srgbClr val="000000"/>
                    </a:solidFill>
                    <a:effectLst/>
                    <a:latin typeface="+mn-lt"/>
                    <a:ea typeface="宋体" panose="02010600030101010101" pitchFamily="2" charset="-122"/>
                    <a:cs typeface="Times New Roman" panose="02020603050405020304" pitchFamily="18" charset="0"/>
                  </a:rPr>
                  <a:t>	B</a:t>
                </a:r>
                <a:r>
                  <a:rPr lang="en-US" altLang="zh-CN" dirty="0">
                    <a:solidFill>
                      <a:srgbClr val="000000"/>
                    </a:solidFill>
                    <a:effectLst/>
                    <a:latin typeface="+mn-lt"/>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ad>
                          <m:radPr>
                            <m:degHide m:val="on"/>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e>
                        </m:rad>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den>
                    </m:f>
                  </m:oMath>
                </a14:m>
                <a:r>
                  <a:rPr lang="en-US" altLang="zh-CN" dirty="0">
                    <a:solidFill>
                      <a:srgbClr val="000000"/>
                    </a:solidFill>
                    <a:effectLst/>
                    <a:latin typeface="+mn-lt"/>
                    <a:ea typeface="宋体" panose="02010600030101010101" pitchFamily="2" charset="-122"/>
                    <a:cs typeface="Times New Roman" panose="02020603050405020304" pitchFamily="18" charset="0"/>
                  </a:rPr>
                  <a:t>	</a:t>
                </a:r>
                <a:r>
                  <a:rPr lang="en-US" altLang="zh-CN" dirty="0" smtClean="0">
                    <a:solidFill>
                      <a:srgbClr val="000000"/>
                    </a:solidFill>
                    <a:effectLst/>
                    <a:latin typeface="+mn-lt"/>
                    <a:ea typeface="宋体" panose="02010600030101010101" pitchFamily="2" charset="-122"/>
                    <a:cs typeface="Times New Roman" panose="02020603050405020304" pitchFamily="18" charset="0"/>
                  </a:rPr>
                  <a:t>	C</a:t>
                </a:r>
                <a:r>
                  <a:rPr lang="en-US" altLang="zh-CN" dirty="0">
                    <a:solidFill>
                      <a:srgbClr val="000000"/>
                    </a:solidFill>
                    <a:effectLst/>
                    <a:latin typeface="+mn-lt"/>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ad>
                          <m:radPr>
                            <m:degHide m:val="on"/>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3</m:t>
                            </m:r>
                          </m:e>
                        </m:rad>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den>
                    </m:f>
                  </m:oMath>
                </a14:m>
                <a:r>
                  <a:rPr lang="en-US" altLang="zh-CN" dirty="0">
                    <a:solidFill>
                      <a:srgbClr val="000000"/>
                    </a:solidFill>
                    <a:effectLst/>
                    <a:latin typeface="+mn-lt"/>
                    <a:ea typeface="宋体" panose="02010600030101010101" pitchFamily="2" charset="-122"/>
                    <a:cs typeface="Times New Roman" panose="02020603050405020304" pitchFamily="18" charset="0"/>
                  </a:rPr>
                  <a:t>	</a:t>
                </a:r>
                <a:r>
                  <a:rPr lang="en-US" altLang="zh-CN" dirty="0" smtClean="0">
                    <a:solidFill>
                      <a:srgbClr val="000000"/>
                    </a:solidFill>
                    <a:effectLst/>
                    <a:latin typeface="+mn-lt"/>
                    <a:ea typeface="宋体" panose="02010600030101010101" pitchFamily="2" charset="-122"/>
                    <a:cs typeface="Times New Roman" panose="02020603050405020304" pitchFamily="18" charset="0"/>
                  </a:rPr>
                  <a:t>	D.1</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smtClean="0">
                    <a:effectLst/>
                    <a:latin typeface="+mn-lt"/>
                    <a:cs typeface="Times New Roman" panose="02020603050405020304" pitchFamily="18" charset="0"/>
                  </a:rPr>
                  <a:t>解析</a:t>
                </a:r>
                <a:r>
                  <a:rPr lang="en-US" altLang="zh-CN" dirty="0" smtClean="0">
                    <a:effectLst/>
                    <a:latin typeface="+mn-lt"/>
                    <a:cs typeface="Times New Roman" panose="02020603050405020304" pitchFamily="18" charset="0"/>
                  </a:rPr>
                  <a:t>:</a:t>
                </a:r>
                <a:r>
                  <a:rPr lang="zh-CN" altLang="zh-CN" dirty="0" smtClean="0">
                    <a:solidFill>
                      <a:srgbClr val="000000"/>
                    </a:solidFill>
                    <a:effectLst/>
                    <a:latin typeface="+mn-lt"/>
                    <a:ea typeface="楷体" panose="02010609060101010101" pitchFamily="49" charset="-122"/>
                    <a:cs typeface="Times New Roman" panose="02020603050405020304" pitchFamily="18" charset="0"/>
                  </a:rPr>
                  <a:t>由</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a</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1,</a:t>
                </a:r>
                <a:r>
                  <a:rPr lang="zh-CN" altLang="zh-CN" dirty="0">
                    <a:solidFill>
                      <a:srgbClr val="000000"/>
                    </a:solidFill>
                    <a:effectLst/>
                    <a:latin typeface="+mn-lt"/>
                    <a:ea typeface="楷体" panose="02010609060101010101" pitchFamily="49" charset="-122"/>
                    <a:cs typeface="Times New Roman" panose="02020603050405020304" pitchFamily="18" charset="0"/>
                  </a:rPr>
                  <a:t>得</a:t>
                </a:r>
                <a:r>
                  <a:rPr lang="en-US" altLang="zh-CN" dirty="0">
                    <a:solidFill>
                      <a:srgbClr val="000000"/>
                    </a:solidFill>
                    <a:latin typeface="+mn-lt"/>
                    <a:ea typeface="宋体" panose="02010600030101010101" pitchFamily="2" charset="-122"/>
                    <a:cs typeface="Times New Roman" panose="02020603050405020304" pitchFamily="18" charset="0"/>
                  </a:rPr>
                  <a:t>a</a:t>
                </a:r>
                <a:r>
                  <a:rPr lang="en-US" altLang="zh-CN" baseline="30000" dirty="0">
                    <a:solidFill>
                      <a:srgbClr val="000000"/>
                    </a:solidFill>
                    <a:effectLst/>
                    <a:latin typeface="+mn-lt"/>
                    <a:ea typeface="宋体" panose="02010600030101010101" pitchFamily="2" charset="-122"/>
                    <a:cs typeface="Times New Roman" panose="02020603050405020304" pitchFamily="18" charset="0"/>
                  </a:rPr>
                  <a:t>2</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1,</a:t>
                </a:r>
                <a:r>
                  <a:rPr lang="zh-CN" altLang="zh-CN" dirty="0">
                    <a:solidFill>
                      <a:srgbClr val="000000"/>
                    </a:solidFill>
                    <a:effectLst/>
                    <a:latin typeface="+mn-lt"/>
                    <a:ea typeface="楷体" panose="02010609060101010101" pitchFamily="49" charset="-122"/>
                    <a:cs typeface="Times New Roman" panose="02020603050405020304" pitchFamily="18" charset="0"/>
                  </a:rPr>
                  <a:t>由</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a</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2</a:t>
                </a:r>
                <a:r>
                  <a:rPr lang="en-US" altLang="zh-CN" dirty="0">
                    <a:solidFill>
                      <a:srgbClr val="000000"/>
                    </a:solidFill>
                    <a:latin typeface="+mn-lt"/>
                    <a:ea typeface="宋体" panose="02010600030101010101" pitchFamily="2" charset="-122"/>
                    <a:cs typeface="Times New Roman" panose="02020603050405020304" pitchFamily="18" charset="0"/>
                  </a:rPr>
                  <a:t>b</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2,</a:t>
                </a:r>
                <a:r>
                  <a:rPr lang="zh-CN" altLang="zh-CN" dirty="0">
                    <a:solidFill>
                      <a:srgbClr val="000000"/>
                    </a:solidFill>
                    <a:effectLst/>
                    <a:latin typeface="+mn-lt"/>
                    <a:ea typeface="楷体" panose="02010609060101010101" pitchFamily="49" charset="-122"/>
                    <a:cs typeface="Times New Roman" panose="02020603050405020304" pitchFamily="18" charset="0"/>
                  </a:rPr>
                  <a:t>得</a:t>
                </a:r>
                <a:r>
                  <a:rPr lang="en-US" altLang="zh-CN" dirty="0">
                    <a:solidFill>
                      <a:srgbClr val="000000"/>
                    </a:solidFill>
                    <a:latin typeface="+mn-lt"/>
                    <a:ea typeface="宋体" panose="02010600030101010101" pitchFamily="2" charset="-122"/>
                    <a:cs typeface="Times New Roman" panose="02020603050405020304" pitchFamily="18" charset="0"/>
                  </a:rPr>
                  <a:t>a</a:t>
                </a:r>
                <a:r>
                  <a:rPr lang="en-US" altLang="zh-CN" baseline="30000" dirty="0">
                    <a:solidFill>
                      <a:srgbClr val="000000"/>
                    </a:solidFill>
                    <a:effectLst/>
                    <a:latin typeface="+mn-lt"/>
                    <a:ea typeface="宋体" panose="02010600030101010101" pitchFamily="2" charset="-122"/>
                    <a:cs typeface="Times New Roman" panose="02020603050405020304" pitchFamily="18" charset="0"/>
                  </a:rPr>
                  <a:t>2</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4</a:t>
                </a:r>
                <a:r>
                  <a:rPr lang="en-US" altLang="zh-CN"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b</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4</a:t>
                </a:r>
                <a:r>
                  <a:rPr lang="en-US" altLang="zh-CN" dirty="0">
                    <a:solidFill>
                      <a:srgbClr val="000000"/>
                    </a:solidFill>
                    <a:latin typeface="+mn-lt"/>
                    <a:ea typeface="宋体" panose="02010600030101010101" pitchFamily="2" charset="-122"/>
                    <a:cs typeface="Times New Roman" panose="02020603050405020304" pitchFamily="18" charset="0"/>
                  </a:rPr>
                  <a:t>b</a:t>
                </a:r>
                <a:r>
                  <a:rPr lang="en-US" altLang="zh-CN" baseline="30000" dirty="0">
                    <a:solidFill>
                      <a:srgbClr val="000000"/>
                    </a:solidFill>
                    <a:effectLst/>
                    <a:latin typeface="+mn-lt"/>
                    <a:ea typeface="宋体" panose="02010600030101010101" pitchFamily="2" charset="-122"/>
                    <a:cs typeface="Times New Roman" panose="02020603050405020304" pitchFamily="18" charset="0"/>
                  </a:rPr>
                  <a:t>2</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4</a:t>
                </a:r>
                <a:r>
                  <a:rPr lang="en-US" altLang="zh-CN" i="1" dirty="0">
                    <a:solidFill>
                      <a:srgbClr val="000000"/>
                    </a:solidFill>
                    <a:effectLst/>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ffectLst/>
                    <a:latin typeface="+mn-lt"/>
                    <a:ea typeface="楷体" panose="02010609060101010101" pitchFamily="49" charset="-122"/>
                    <a:cs typeface="Times New Roman" panose="02020603050405020304" pitchFamily="18" charset="0"/>
                  </a:rPr>
                  <a:t>又</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b-</a:t>
                </a:r>
                <a:r>
                  <a:rPr lang="en-US" altLang="zh-CN" dirty="0">
                    <a:solidFill>
                      <a:srgbClr val="000000"/>
                    </a:solidFill>
                    <a:effectLst/>
                    <a:latin typeface="+mn-lt"/>
                    <a:ea typeface="宋体" panose="02010600030101010101" pitchFamily="2" charset="-122"/>
                    <a:cs typeface="Times New Roman" panose="02020603050405020304" pitchFamily="18" charset="0"/>
                  </a:rPr>
                  <a:t>2</a:t>
                </a:r>
                <a:r>
                  <a:rPr lang="en-US" altLang="zh-CN"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zh-CN" altLang="zh-CN" dirty="0">
                    <a:solidFill>
                      <a:srgbClr val="000000"/>
                    </a:solidFill>
                    <a:effectLst/>
                    <a:latin typeface="+mn-lt"/>
                    <a:ea typeface="宋体" panose="02010600030101010101" pitchFamily="2" charset="-122"/>
                    <a:cs typeface="宋体" panose="02010600030101010101" pitchFamily="2" charset="-122"/>
                  </a:rPr>
                  <a:t>⊥</a:t>
                </a:r>
                <a:r>
                  <a:rPr lang="en-US" altLang="zh-CN" dirty="0">
                    <a:solidFill>
                      <a:srgbClr val="000000"/>
                    </a:solidFill>
                    <a:latin typeface="+mn-lt"/>
                    <a:ea typeface="宋体" panose="02010600030101010101" pitchFamily="2" charset="-122"/>
                    <a:cs typeface="Times New Roman" panose="02020603050405020304" pitchFamily="18" charset="0"/>
                  </a:rPr>
                  <a:t>b</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zh-CN" altLang="zh-CN" dirty="0">
                    <a:solidFill>
                      <a:srgbClr val="000000"/>
                    </a:solidFill>
                    <a:effectLst/>
                    <a:latin typeface="+mn-lt"/>
                    <a:ea typeface="楷体" panose="02010609060101010101" pitchFamily="49" charset="-122"/>
                    <a:cs typeface="Times New Roman" panose="02020603050405020304" pitchFamily="18" charset="0"/>
                  </a:rPr>
                  <a:t>所以</a:t>
                </a:r>
                <a:r>
                  <a:rPr lang="en-US" altLang="zh-CN" dirty="0">
                    <a:solidFill>
                      <a:srgbClr val="000000"/>
                    </a:solidFill>
                    <a:latin typeface="+mn-lt"/>
                    <a:ea typeface="宋体" panose="02010600030101010101" pitchFamily="2" charset="-122"/>
                    <a:cs typeface="Times New Roman" panose="02020603050405020304" pitchFamily="18" charset="0"/>
                  </a:rPr>
                  <a:t>b</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b</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2</a:t>
                </a:r>
                <a:r>
                  <a:rPr lang="en-US" altLang="zh-CN"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b</a:t>
                </a:r>
                <a:r>
                  <a:rPr lang="en-US" altLang="zh-CN" baseline="30000" dirty="0">
                    <a:solidFill>
                      <a:srgbClr val="000000"/>
                    </a:solidFill>
                    <a:effectLst/>
                    <a:latin typeface="+mn-lt"/>
                    <a:ea typeface="宋体" panose="02010600030101010101" pitchFamily="2" charset="-122"/>
                    <a:cs typeface="Times New Roman" panose="02020603050405020304" pitchFamily="18" charset="0"/>
                  </a:rPr>
                  <a:t>2</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2</a:t>
                </a:r>
                <a:r>
                  <a:rPr lang="en-US" altLang="zh-CN"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b</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0,</a:t>
                </a:r>
                <a:r>
                  <a:rPr lang="zh-CN" altLang="zh-CN" dirty="0">
                    <a:solidFill>
                      <a:srgbClr val="000000"/>
                    </a:solidFill>
                    <a:effectLst/>
                    <a:latin typeface="+mn-lt"/>
                    <a:ea typeface="楷体" panose="02010609060101010101" pitchFamily="49" charset="-122"/>
                    <a:cs typeface="Times New Roman" panose="02020603050405020304" pitchFamily="18" charset="0"/>
                  </a:rPr>
                  <a:t>所以</a:t>
                </a:r>
                <a:r>
                  <a:rPr lang="en-US" altLang="zh-CN" dirty="0">
                    <a:solidFill>
                      <a:srgbClr val="000000"/>
                    </a:solidFill>
                    <a:latin typeface="+mn-lt"/>
                    <a:ea typeface="宋体" panose="02010600030101010101" pitchFamily="2" charset="-122"/>
                    <a:cs typeface="Times New Roman" panose="02020603050405020304" pitchFamily="18" charset="0"/>
                  </a:rPr>
                  <a:t>b</a:t>
                </a:r>
                <a:r>
                  <a:rPr lang="en-US" altLang="zh-CN" baseline="30000" dirty="0">
                    <a:solidFill>
                      <a:srgbClr val="000000"/>
                    </a:solidFill>
                    <a:effectLst/>
                    <a:latin typeface="+mn-lt"/>
                    <a:ea typeface="宋体" panose="02010600030101010101" pitchFamily="2" charset="-122"/>
                    <a:cs typeface="Times New Roman" panose="02020603050405020304" pitchFamily="18" charset="0"/>
                  </a:rPr>
                  <a:t>2</a:t>
                </a:r>
                <a:r>
                  <a:rPr lang="en-US" altLang="zh-CN" i="1" dirty="0">
                    <a:solidFill>
                      <a:srgbClr val="000000"/>
                    </a:solidFill>
                    <a:effectLst/>
                    <a:latin typeface="+mn-lt"/>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den>
                    </m:f>
                  </m:oMath>
                </a14:m>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zh-CN" altLang="zh-CN" dirty="0">
                    <a:solidFill>
                      <a:srgbClr val="000000"/>
                    </a:solidFill>
                    <a:effectLst/>
                    <a:latin typeface="+mn-lt"/>
                    <a:ea typeface="楷体" panose="02010609060101010101" pitchFamily="49" charset="-122"/>
                    <a:cs typeface="Times New Roman" panose="02020603050405020304" pitchFamily="18" charset="0"/>
                  </a:rPr>
                  <a:t>即</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b</a:t>
                </a:r>
                <a:r>
                  <a:rPr lang="en-US" altLang="zh-CN" i="1" dirty="0">
                    <a:solidFill>
                      <a:srgbClr val="000000"/>
                    </a:solidFill>
                    <a:effectLst/>
                    <a:latin typeface="+mn-lt"/>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ad>
                          <m:radPr>
                            <m:degHide m:val="on"/>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e>
                        </m:rad>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den>
                    </m:f>
                  </m:oMath>
                </a14:m>
                <a:r>
                  <a:rPr lang="en-US" altLang="zh-CN" i="1" dirty="0" smtClean="0">
                    <a:solidFill>
                      <a:srgbClr val="000000"/>
                    </a:solidFill>
                    <a:effectLst/>
                    <a:latin typeface="+mn-lt"/>
                    <a:ea typeface="宋体" panose="02010600030101010101" pitchFamily="2" charset="-122"/>
                    <a:cs typeface="Times New Roman" panose="02020603050405020304" pitchFamily="18" charset="0"/>
                  </a:rPr>
                  <a:t>.</a:t>
                </a:r>
              </a:p>
              <a:p>
                <a:pPr>
                  <a:lnSpc>
                    <a:spcPct val="120000"/>
                  </a:lnSpc>
                  <a:spcAft>
                    <a:spcPts val="0"/>
                  </a:spcAft>
                  <a:tabLst>
                    <a:tab pos="1188085" algn="l"/>
                    <a:tab pos="2163445" algn="l"/>
                    <a:tab pos="3142615" algn="l"/>
                    <a:tab pos="4190365" algn="l"/>
                  </a:tabLst>
                </a:pPr>
                <a:r>
                  <a:rPr lang="zh-CN" altLang="zh-CN" dirty="0" smtClean="0">
                    <a:solidFill>
                      <a:srgbClr val="000000"/>
                    </a:solidFill>
                    <a:effectLst/>
                    <a:latin typeface="+mn-lt"/>
                    <a:ea typeface="楷体" panose="02010609060101010101" pitchFamily="49" charset="-122"/>
                    <a:cs typeface="Times New Roman" panose="02020603050405020304" pitchFamily="18" charset="0"/>
                  </a:rPr>
                  <a:t>故</a:t>
                </a:r>
                <a:r>
                  <a:rPr lang="zh-CN" altLang="zh-CN" dirty="0">
                    <a:solidFill>
                      <a:srgbClr val="000000"/>
                    </a:solidFill>
                    <a:effectLst/>
                    <a:latin typeface="+mn-lt"/>
                    <a:ea typeface="楷体" panose="02010609060101010101" pitchFamily="49" charset="-122"/>
                    <a:cs typeface="Times New Roman" panose="02020603050405020304" pitchFamily="18" charset="0"/>
                  </a:rPr>
                  <a:t>选</a:t>
                </a:r>
                <a:r>
                  <a:rPr lang="en-US" altLang="zh-CN" dirty="0">
                    <a:solidFill>
                      <a:srgbClr val="000000"/>
                    </a:solidFill>
                    <a:effectLst/>
                    <a:latin typeface="+mn-lt"/>
                    <a:ea typeface="宋体" panose="02010600030101010101" pitchFamily="2" charset="-122"/>
                    <a:cs typeface="Times New Roman" panose="02020603050405020304" pitchFamily="18" charset="0"/>
                  </a:rPr>
                  <a:t>B</a:t>
                </a:r>
                <a:r>
                  <a:rPr lang="en-US" altLang="zh-CN" i="1" dirty="0">
                    <a:solidFill>
                      <a:srgbClr val="000000"/>
                    </a:solidFill>
                    <a:effectLst/>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smtClean="0">
                    <a:effectLst/>
                    <a:latin typeface="+mn-lt"/>
                    <a:cs typeface="Times New Roman" panose="02020603050405020304" pitchFamily="18" charset="0"/>
                  </a:rPr>
                  <a:t>答案</a:t>
                </a:r>
                <a:r>
                  <a:rPr lang="en-US" altLang="zh-CN" dirty="0" smtClean="0">
                    <a:cs typeface="Times New Roman" panose="02020603050405020304" pitchFamily="18" charset="0"/>
                  </a:rPr>
                  <a:t>:</a:t>
                </a:r>
                <a:r>
                  <a:rPr lang="en-US" altLang="zh-CN" dirty="0" smtClean="0">
                    <a:solidFill>
                      <a:srgbClr val="000000"/>
                    </a:solidFill>
                    <a:effectLst/>
                    <a:latin typeface="+mn-lt"/>
                    <a:ea typeface="宋体" panose="02010600030101010101" pitchFamily="2" charset="-122"/>
                    <a:cs typeface="Times New Roman" panose="02020603050405020304" pitchFamily="18" charset="0"/>
                  </a:rPr>
                  <a:t>B</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p:txBody>
          </p:sp>
        </mc:Choice>
        <mc:Fallback xmlns="">
          <p:sp>
            <p:nvSpPr>
              <p:cNvPr id="3" name="矩形 2"/>
              <p:cNvSpPr>
                <a:spLocks noRot="1" noChangeAspect="1" noMove="1" noResize="1" noEditPoints="1" noAdjustHandles="1" noChangeArrowheads="1" noChangeShapeType="1" noTextEdit="1"/>
              </p:cNvSpPr>
              <p:nvPr/>
            </p:nvSpPr>
            <p:spPr>
              <a:xfrm>
                <a:off x="361950" y="802449"/>
                <a:ext cx="10807700" cy="4948086"/>
              </a:xfrm>
              <a:prstGeom prst="rect">
                <a:avLst/>
              </a:prstGeom>
              <a:blipFill rotWithShape="0">
                <a:blip r:embed="rId2"/>
                <a:stretch>
                  <a:fillRect l="-1410" t="-1233" b="-197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33105468"/>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7" dur="500"/>
                                        <p:tgtEl>
                                          <p:spTgt spid="3">
                                            <p:txEl>
                                              <p:pRg st="2" end="2"/>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0" dur="500"/>
                                        <p:tgtEl>
                                          <p:spTgt spid="3">
                                            <p:txEl>
                                              <p:pRg st="3" end="3"/>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randombar(horizontal)">
                                      <p:cBhvr>
                                        <p:cTn id="13" dur="500"/>
                                        <p:tgtEl>
                                          <p:spTgt spid="3">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nodeType="click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randombar(horizontal)">
                                      <p:cBhvr>
                                        <p:cTn id="18"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342675516"/>
              </p:ext>
            </p:extLst>
          </p:nvPr>
        </p:nvGraphicFramePr>
        <p:xfrm>
          <a:off x="504453" y="769208"/>
          <a:ext cx="11671959" cy="2504605"/>
        </p:xfrm>
        <a:graphic>
          <a:graphicData uri="http://schemas.openxmlformats.org/presentationml/2006/ole">
            <mc:AlternateContent xmlns:mc="http://schemas.openxmlformats.org/markup-compatibility/2006">
              <mc:Choice xmlns:v="urn:schemas-microsoft-com:vml" Requires="v">
                <p:oleObj spid="_x0000_s33846" name="文档" r:id="rId4" imgW="3826872" imgH="821182" progId="Word.Document.12">
                  <p:embed/>
                </p:oleObj>
              </mc:Choice>
              <mc:Fallback>
                <p:oleObj name="文档" r:id="rId4" imgW="3826872" imgH="821182" progId="Word.Document.12">
                  <p:embed/>
                  <p:pic>
                    <p:nvPicPr>
                      <p:cNvPr id="0" name=""/>
                      <p:cNvPicPr/>
                      <p:nvPr/>
                    </p:nvPicPr>
                    <p:blipFill>
                      <a:blip r:embed="rId5"/>
                      <a:stretch>
                        <a:fillRect/>
                      </a:stretch>
                    </p:blipFill>
                    <p:spPr>
                      <a:xfrm>
                        <a:off x="504453" y="769208"/>
                        <a:ext cx="11671959" cy="2504605"/>
                      </a:xfrm>
                      <a:prstGeom prst="rect">
                        <a:avLst/>
                      </a:prstGeom>
                    </p:spPr>
                  </p:pic>
                </p:oleObj>
              </mc:Fallback>
            </mc:AlternateContent>
          </a:graphicData>
        </a:graphic>
      </p:graphicFrame>
      <p:sp>
        <p:nvSpPr>
          <p:cNvPr id="3" name="矩形 2"/>
          <p:cNvSpPr>
            <a:spLocks noChangeAspect="1"/>
          </p:cNvSpPr>
          <p:nvPr/>
        </p:nvSpPr>
        <p:spPr>
          <a:xfrm>
            <a:off x="361950" y="3343817"/>
            <a:ext cx="10807700" cy="1241815"/>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latin typeface="+mn-lt"/>
                <a:cs typeface="Times New Roman" panose="02020603050405020304" pitchFamily="18" charset="0"/>
              </a:rPr>
              <a:t>解析</a:t>
            </a:r>
            <a:r>
              <a:rPr lang="en-US" altLang="zh-CN" dirty="0">
                <a:latin typeface="+mn-lt"/>
                <a:cs typeface="Times New Roman" panose="02020603050405020304" pitchFamily="18" charset="0"/>
              </a:rPr>
              <a:t>:</a:t>
            </a:r>
            <a:r>
              <a:rPr lang="zh-CN" altLang="zh-CN" i="1" dirty="0">
                <a:solidFill>
                  <a:srgbClr val="000000"/>
                </a:solidFill>
                <a:latin typeface="+mn-lt"/>
                <a:ea typeface="宋体" panose="02010600030101010101" pitchFamily="2" charset="-122"/>
                <a:cs typeface="宋体" panose="02010600030101010101" pitchFamily="2" charset="-122"/>
              </a:rPr>
              <a:t>∵</a:t>
            </a:r>
            <a:r>
              <a:rPr lang="en-US" altLang="zh-CN" dirty="0">
                <a:solidFill>
                  <a:srgbClr val="000000"/>
                </a:solidFill>
                <a:latin typeface="+mn-lt"/>
                <a:ea typeface="宋体" panose="02010600030101010101" pitchFamily="2" charset="-122"/>
                <a:cs typeface="Times New Roman" panose="02020603050405020304" pitchFamily="18" charset="0"/>
              </a:rPr>
              <a:t>a·(</a:t>
            </a:r>
            <a:r>
              <a:rPr lang="en-US" altLang="zh-CN" dirty="0" err="1">
                <a:solidFill>
                  <a:srgbClr val="000000"/>
                </a:solidFill>
                <a:latin typeface="+mn-lt"/>
                <a:ea typeface="宋体" panose="02010600030101010101" pitchFamily="2" charset="-122"/>
                <a:cs typeface="Times New Roman" panose="02020603050405020304" pitchFamily="18" charset="0"/>
              </a:rPr>
              <a:t>a</a:t>
            </a:r>
            <a:r>
              <a:rPr lang="en-US" altLang="zh-CN" i="1" dirty="0" err="1">
                <a:solidFill>
                  <a:srgbClr val="000000"/>
                </a:solidFill>
                <a:latin typeface="+mn-lt"/>
                <a:ea typeface="宋体" panose="02010600030101010101" pitchFamily="2" charset="-122"/>
                <a:cs typeface="Times New Roman" panose="02020603050405020304" pitchFamily="18" charset="0"/>
              </a:rPr>
              <a:t>+</a:t>
            </a:r>
            <a:r>
              <a:rPr lang="en-US" altLang="zh-CN" dirty="0" err="1">
                <a:solidFill>
                  <a:srgbClr val="000000"/>
                </a:solidFill>
                <a:latin typeface="+mn-lt"/>
                <a:ea typeface="宋体" panose="02010600030101010101" pitchFamily="2" charset="-122"/>
                <a:cs typeface="Times New Roman" panose="02020603050405020304" pitchFamily="18" charset="0"/>
              </a:rPr>
              <a:t>b</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a</a:t>
            </a:r>
            <a:r>
              <a:rPr lang="en-US" altLang="zh-CN" baseline="30000" dirty="0">
                <a:solidFill>
                  <a:srgbClr val="000000"/>
                </a:solidFill>
                <a:latin typeface="+mn-lt"/>
                <a:ea typeface="宋体" panose="02010600030101010101" pitchFamily="2" charset="-122"/>
                <a:cs typeface="Times New Roman" panose="02020603050405020304" pitchFamily="18" charset="0"/>
              </a:rPr>
              <a:t>2</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a·b</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25</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6</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19</a:t>
            </a:r>
            <a:r>
              <a:rPr lang="en-US" altLang="zh-CN" dirty="0" smtClean="0">
                <a:solidFill>
                  <a:srgbClr val="000000"/>
                </a:solidFill>
                <a:latin typeface="+mn-lt"/>
                <a:ea typeface="宋体" panose="02010600030101010101" pitchFamily="2" charset="-122"/>
                <a:cs typeface="Times New Roman" panose="02020603050405020304" pitchFamily="18" charset="0"/>
              </a:rPr>
              <a:t>,</a:t>
            </a:r>
          </a:p>
          <a:p>
            <a:pPr>
              <a:lnSpc>
                <a:spcPct val="120000"/>
              </a:lnSpc>
              <a:spcAft>
                <a:spcPts val="0"/>
              </a:spcAft>
              <a:tabLst>
                <a:tab pos="1188085" algn="l"/>
                <a:tab pos="2163445" algn="l"/>
                <a:tab pos="3142615" algn="l"/>
                <a:tab pos="4190365" algn="l"/>
              </a:tabLst>
            </a:pPr>
            <a:r>
              <a:rPr lang="en-US" altLang="zh-CN" i="1" dirty="0" smtClean="0">
                <a:solidFill>
                  <a:srgbClr val="000000"/>
                </a:solidFill>
                <a:latin typeface="+mn-lt"/>
                <a:ea typeface="宋体" panose="02010600030101010101" pitchFamily="2" charset="-122"/>
                <a:cs typeface="Times New Roman" panose="02020603050405020304" pitchFamily="18" charset="0"/>
              </a:rPr>
              <a:t>|</a:t>
            </a:r>
            <a:r>
              <a:rPr lang="en-US" altLang="zh-CN" dirty="0" smtClean="0">
                <a:solidFill>
                  <a:srgbClr val="000000"/>
                </a:solidFill>
                <a:latin typeface="+mn-lt"/>
                <a:ea typeface="宋体" panose="02010600030101010101" pitchFamily="2" charset="-122"/>
                <a:cs typeface="Times New Roman" panose="02020603050405020304" pitchFamily="18" charset="0"/>
              </a:rPr>
              <a:t>a</a:t>
            </a:r>
            <a:r>
              <a:rPr lang="en-US" altLang="zh-CN" i="1" dirty="0" smtClean="0">
                <a:solidFill>
                  <a:srgbClr val="000000"/>
                </a:solidFill>
                <a:latin typeface="+mn-lt"/>
                <a:ea typeface="宋体" panose="02010600030101010101" pitchFamily="2" charset="-122"/>
                <a:cs typeface="Times New Roman" panose="02020603050405020304" pitchFamily="18" charset="0"/>
              </a:rPr>
              <a:t>+</a:t>
            </a:r>
            <a:r>
              <a:rPr lang="en-US" altLang="zh-CN" dirty="0" smtClean="0">
                <a:solidFill>
                  <a:srgbClr val="000000"/>
                </a:solidFill>
                <a:latin typeface="+mn-lt"/>
                <a:ea typeface="宋体" panose="02010600030101010101" pitchFamily="2" charset="-122"/>
                <a:cs typeface="Times New Roman" panose="02020603050405020304" pitchFamily="18" charset="0"/>
              </a:rPr>
              <a:t>b</a:t>
            </a:r>
            <a:r>
              <a:rPr lang="en-US" altLang="zh-CN" i="1" dirty="0" smtClean="0">
                <a:solidFill>
                  <a:srgbClr val="000000"/>
                </a:solidFill>
                <a:latin typeface="+mn-lt"/>
                <a:ea typeface="宋体" panose="02010600030101010101" pitchFamily="2" charset="-122"/>
                <a:cs typeface="Times New Roman" panose="02020603050405020304" pitchFamily="18" charset="0"/>
              </a:rPr>
              <a:t>|</a:t>
            </a:r>
            <a:r>
              <a:rPr lang="en-US" altLang="zh-CN" baseline="30000" dirty="0" smtClean="0">
                <a:solidFill>
                  <a:srgbClr val="000000"/>
                </a:solidFill>
                <a:latin typeface="+mn-lt"/>
                <a:ea typeface="宋体" panose="02010600030101010101" pitchFamily="2" charset="-122"/>
                <a:cs typeface="Times New Roman" panose="02020603050405020304" pitchFamily="18" charset="0"/>
              </a:rPr>
              <a:t>2</a:t>
            </a:r>
            <a:r>
              <a:rPr lang="en-US" altLang="zh-CN" i="1" dirty="0" smtClean="0">
                <a:solidFill>
                  <a:srgbClr val="000000"/>
                </a:solidFill>
                <a:latin typeface="+mn-lt"/>
                <a:ea typeface="宋体" panose="02010600030101010101" pitchFamily="2" charset="-122"/>
                <a:cs typeface="Times New Roman" panose="02020603050405020304" pitchFamily="18" charset="0"/>
              </a:rPr>
              <a:t>=</a:t>
            </a:r>
            <a:r>
              <a:rPr lang="en-US" altLang="zh-CN" dirty="0" smtClean="0">
                <a:solidFill>
                  <a:srgbClr val="000000"/>
                </a:solidFill>
                <a:latin typeface="+mn-lt"/>
                <a:ea typeface="宋体" panose="02010600030101010101" pitchFamily="2" charset="-122"/>
                <a:cs typeface="Times New Roman" panose="02020603050405020304" pitchFamily="18" charset="0"/>
              </a:rPr>
              <a:t>a</a:t>
            </a:r>
            <a:r>
              <a:rPr lang="en-US" altLang="zh-CN" baseline="30000" dirty="0" smtClean="0">
                <a:solidFill>
                  <a:srgbClr val="000000"/>
                </a:solidFill>
                <a:latin typeface="+mn-lt"/>
                <a:ea typeface="宋体" panose="02010600030101010101" pitchFamily="2" charset="-122"/>
                <a:cs typeface="Times New Roman" panose="02020603050405020304" pitchFamily="18" charset="0"/>
              </a:rPr>
              <a:t>2</a:t>
            </a:r>
            <a:r>
              <a:rPr lang="en-US" altLang="zh-CN" i="1" dirty="0" smtClean="0">
                <a:solidFill>
                  <a:srgbClr val="000000"/>
                </a:solidFill>
                <a:latin typeface="+mn-lt"/>
                <a:ea typeface="宋体" panose="02010600030101010101" pitchFamily="2" charset="-122"/>
                <a:cs typeface="Times New Roman" panose="02020603050405020304" pitchFamily="18" charset="0"/>
              </a:rPr>
              <a:t>+</a:t>
            </a:r>
            <a:r>
              <a:rPr lang="en-US" altLang="zh-CN" dirty="0" smtClean="0">
                <a:solidFill>
                  <a:srgbClr val="000000"/>
                </a:solidFill>
                <a:latin typeface="+mn-lt"/>
                <a:ea typeface="宋体" panose="02010600030101010101" pitchFamily="2" charset="-122"/>
                <a:cs typeface="Times New Roman" panose="02020603050405020304" pitchFamily="18" charset="0"/>
              </a:rPr>
              <a:t>b</a:t>
            </a:r>
            <a:r>
              <a:rPr lang="en-US" altLang="zh-CN" baseline="30000" dirty="0" smtClean="0">
                <a:solidFill>
                  <a:srgbClr val="000000"/>
                </a:solidFill>
                <a:latin typeface="+mn-lt"/>
                <a:ea typeface="宋体" panose="02010600030101010101" pitchFamily="2" charset="-122"/>
                <a:cs typeface="Times New Roman" panose="02020603050405020304" pitchFamily="18" charset="0"/>
              </a:rPr>
              <a:t>2</a:t>
            </a:r>
            <a:r>
              <a:rPr lang="en-US" altLang="zh-CN" i="1" dirty="0" smtClean="0">
                <a:solidFill>
                  <a:srgbClr val="000000"/>
                </a:solidFill>
                <a:latin typeface="+mn-lt"/>
                <a:ea typeface="宋体" panose="02010600030101010101" pitchFamily="2" charset="-122"/>
                <a:cs typeface="Times New Roman" panose="02020603050405020304" pitchFamily="18" charset="0"/>
              </a:rPr>
              <a:t>+</a:t>
            </a:r>
            <a:r>
              <a:rPr lang="en-US" altLang="zh-CN" dirty="0" smtClean="0">
                <a:solidFill>
                  <a:srgbClr val="000000"/>
                </a:solidFill>
                <a:latin typeface="+mn-lt"/>
                <a:ea typeface="宋体" panose="02010600030101010101" pitchFamily="2" charset="-122"/>
                <a:cs typeface="Times New Roman" panose="02020603050405020304" pitchFamily="18" charset="0"/>
              </a:rPr>
              <a:t>2a·b</a:t>
            </a:r>
            <a:r>
              <a:rPr lang="en-US" altLang="zh-CN" i="1" dirty="0" smtClean="0">
                <a:solidFill>
                  <a:srgbClr val="000000"/>
                </a:solidFill>
                <a:latin typeface="+mn-lt"/>
                <a:ea typeface="宋体" panose="02010600030101010101" pitchFamily="2" charset="-122"/>
                <a:cs typeface="Times New Roman" panose="02020603050405020304" pitchFamily="18" charset="0"/>
              </a:rPr>
              <a:t>=</a:t>
            </a:r>
            <a:r>
              <a:rPr lang="en-US" altLang="zh-CN" dirty="0" smtClean="0">
                <a:solidFill>
                  <a:srgbClr val="000000"/>
                </a:solidFill>
                <a:latin typeface="+mn-lt"/>
                <a:ea typeface="宋体" panose="02010600030101010101" pitchFamily="2" charset="-122"/>
                <a:cs typeface="Times New Roman" panose="02020603050405020304" pitchFamily="18" charset="0"/>
              </a:rPr>
              <a:t>25</a:t>
            </a:r>
            <a:r>
              <a:rPr lang="en-US" altLang="zh-CN" i="1" dirty="0" smtClean="0">
                <a:solidFill>
                  <a:srgbClr val="000000"/>
                </a:solidFill>
                <a:latin typeface="+mn-lt"/>
                <a:ea typeface="宋体" panose="02010600030101010101" pitchFamily="2" charset="-122"/>
                <a:cs typeface="Times New Roman" panose="02020603050405020304" pitchFamily="18" charset="0"/>
              </a:rPr>
              <a:t>+</a:t>
            </a:r>
            <a:r>
              <a:rPr lang="en-US" altLang="zh-CN" dirty="0" smtClean="0">
                <a:solidFill>
                  <a:srgbClr val="000000"/>
                </a:solidFill>
                <a:latin typeface="+mn-lt"/>
                <a:ea typeface="宋体" panose="02010600030101010101" pitchFamily="2" charset="-122"/>
                <a:cs typeface="Times New Roman" panose="02020603050405020304" pitchFamily="18" charset="0"/>
              </a:rPr>
              <a:t>36</a:t>
            </a:r>
            <a:r>
              <a:rPr lang="en-US" altLang="zh-CN" i="1" dirty="0" smtClean="0">
                <a:solidFill>
                  <a:srgbClr val="000000"/>
                </a:solidFill>
                <a:latin typeface="+mn-lt"/>
                <a:ea typeface="宋体" panose="02010600030101010101" pitchFamily="2" charset="-122"/>
                <a:cs typeface="Times New Roman" panose="02020603050405020304" pitchFamily="18" charset="0"/>
              </a:rPr>
              <a:t>-</a:t>
            </a:r>
            <a:r>
              <a:rPr lang="en-US" altLang="zh-CN" dirty="0" smtClean="0">
                <a:solidFill>
                  <a:srgbClr val="000000"/>
                </a:solidFill>
                <a:latin typeface="+mn-lt"/>
                <a:ea typeface="宋体" panose="02010600030101010101" pitchFamily="2" charset="-122"/>
                <a:cs typeface="Times New Roman" panose="02020603050405020304" pitchFamily="18" charset="0"/>
              </a:rPr>
              <a:t>12</a:t>
            </a:r>
            <a:r>
              <a:rPr lang="en-US" altLang="zh-CN" i="1" dirty="0" smtClean="0">
                <a:solidFill>
                  <a:srgbClr val="000000"/>
                </a:solidFill>
                <a:latin typeface="+mn-lt"/>
                <a:ea typeface="宋体" panose="02010600030101010101" pitchFamily="2" charset="-122"/>
                <a:cs typeface="Times New Roman" panose="02020603050405020304" pitchFamily="18" charset="0"/>
              </a:rPr>
              <a:t>=</a:t>
            </a:r>
            <a:r>
              <a:rPr lang="en-US" altLang="zh-CN" dirty="0" smtClean="0">
                <a:solidFill>
                  <a:srgbClr val="000000"/>
                </a:solidFill>
                <a:latin typeface="+mn-lt"/>
                <a:ea typeface="宋体" panose="02010600030101010101" pitchFamily="2" charset="-122"/>
                <a:cs typeface="Times New Roman" panose="02020603050405020304" pitchFamily="18" charset="0"/>
              </a:rPr>
              <a:t>49,</a:t>
            </a:r>
            <a:r>
              <a:rPr lang="zh-CN" altLang="zh-CN" i="1" dirty="0" smtClean="0">
                <a:solidFill>
                  <a:srgbClr val="000000"/>
                </a:solidFill>
                <a:latin typeface="+mn-lt"/>
                <a:ea typeface="宋体" panose="02010600030101010101" pitchFamily="2" charset="-122"/>
                <a:cs typeface="宋体" panose="02010600030101010101" pitchFamily="2" charset="-122"/>
              </a:rPr>
              <a:t>∴</a:t>
            </a:r>
            <a:r>
              <a:rPr lang="en-US" altLang="zh-CN" i="1" dirty="0" smtClean="0">
                <a:solidFill>
                  <a:srgbClr val="000000"/>
                </a:solidFill>
                <a:latin typeface="+mn-lt"/>
                <a:ea typeface="宋体" panose="02010600030101010101" pitchFamily="2" charset="-122"/>
                <a:cs typeface="Times New Roman" panose="02020603050405020304" pitchFamily="18" charset="0"/>
              </a:rPr>
              <a:t>|</a:t>
            </a:r>
            <a:r>
              <a:rPr lang="en-US" altLang="zh-CN" dirty="0" err="1" smtClean="0">
                <a:solidFill>
                  <a:srgbClr val="000000"/>
                </a:solidFill>
                <a:latin typeface="+mn-lt"/>
                <a:ea typeface="宋体" panose="02010600030101010101" pitchFamily="2" charset="-122"/>
                <a:cs typeface="Times New Roman" panose="02020603050405020304" pitchFamily="18" charset="0"/>
              </a:rPr>
              <a:t>a</a:t>
            </a:r>
            <a:r>
              <a:rPr lang="en-US" altLang="zh-CN" i="1" dirty="0" err="1" smtClean="0">
                <a:solidFill>
                  <a:srgbClr val="000000"/>
                </a:solidFill>
                <a:latin typeface="+mn-lt"/>
                <a:ea typeface="宋体" panose="02010600030101010101" pitchFamily="2" charset="-122"/>
                <a:cs typeface="Times New Roman" panose="02020603050405020304" pitchFamily="18" charset="0"/>
              </a:rPr>
              <a:t>+</a:t>
            </a:r>
            <a:r>
              <a:rPr lang="en-US" altLang="zh-CN" dirty="0" err="1" smtClean="0">
                <a:solidFill>
                  <a:srgbClr val="000000"/>
                </a:solidFill>
                <a:latin typeface="+mn-lt"/>
                <a:ea typeface="宋体" panose="02010600030101010101" pitchFamily="2" charset="-122"/>
                <a:cs typeface="Times New Roman" panose="02020603050405020304" pitchFamily="18" charset="0"/>
              </a:rPr>
              <a:t>b</a:t>
            </a:r>
            <a:r>
              <a:rPr lang="en-US" altLang="zh-CN" i="1" dirty="0" smtClean="0">
                <a:solidFill>
                  <a:srgbClr val="000000"/>
                </a:solidFill>
                <a:latin typeface="+mn-lt"/>
                <a:ea typeface="宋体" panose="02010600030101010101" pitchFamily="2" charset="-122"/>
                <a:cs typeface="Times New Roman" panose="02020603050405020304" pitchFamily="18" charset="0"/>
              </a:rPr>
              <a:t>|=</a:t>
            </a:r>
            <a:r>
              <a:rPr lang="en-US" altLang="zh-CN" dirty="0" smtClean="0">
                <a:solidFill>
                  <a:srgbClr val="000000"/>
                </a:solidFill>
                <a:latin typeface="+mn-lt"/>
                <a:ea typeface="宋体" panose="02010600030101010101" pitchFamily="2" charset="-122"/>
                <a:cs typeface="Times New Roman" panose="02020603050405020304" pitchFamily="18" charset="0"/>
              </a:rPr>
              <a:t>7,</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2002543950"/>
              </p:ext>
            </p:extLst>
          </p:nvPr>
        </p:nvGraphicFramePr>
        <p:xfrm>
          <a:off x="361950" y="4605296"/>
          <a:ext cx="11671959" cy="802351"/>
        </p:xfrm>
        <a:graphic>
          <a:graphicData uri="http://schemas.openxmlformats.org/presentationml/2006/ole">
            <mc:AlternateContent xmlns:mc="http://schemas.openxmlformats.org/markup-compatibility/2006">
              <mc:Choice xmlns:v="urn:schemas-microsoft-com:vml" Requires="v">
                <p:oleObj spid="_x0000_s33847" name="文档" r:id="rId7" imgW="3826872" imgH="263066" progId="Word.Document.12">
                  <p:embed/>
                </p:oleObj>
              </mc:Choice>
              <mc:Fallback>
                <p:oleObj name="文档" r:id="rId7" imgW="3826872" imgH="263066" progId="Word.Document.12">
                  <p:embed/>
                  <p:pic>
                    <p:nvPicPr>
                      <p:cNvPr id="0" name=""/>
                      <p:cNvPicPr/>
                      <p:nvPr/>
                    </p:nvPicPr>
                    <p:blipFill>
                      <a:blip r:embed="rId8"/>
                      <a:stretch>
                        <a:fillRect/>
                      </a:stretch>
                    </p:blipFill>
                    <p:spPr>
                      <a:xfrm>
                        <a:off x="361950" y="4605296"/>
                        <a:ext cx="11671959" cy="802351"/>
                      </a:xfrm>
                      <a:prstGeom prst="rect">
                        <a:avLst/>
                      </a:prstGeom>
                    </p:spPr>
                  </p:pic>
                </p:oleObj>
              </mc:Fallback>
            </mc:AlternateContent>
          </a:graphicData>
        </a:graphic>
      </p:graphicFrame>
      <p:sp>
        <p:nvSpPr>
          <p:cNvPr id="5" name="矩形 4"/>
          <p:cNvSpPr>
            <a:spLocks noChangeAspect="1"/>
          </p:cNvSpPr>
          <p:nvPr/>
        </p:nvSpPr>
        <p:spPr>
          <a:xfrm>
            <a:off x="361950" y="5427311"/>
            <a:ext cx="1544012" cy="683264"/>
          </a:xfrm>
          <a:prstGeom prst="rect">
            <a:avLst/>
          </a:prstGeom>
        </p:spPr>
        <p:txBody>
          <a:bodyPr wrap="none">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D </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2670725937"/>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par>
                                <p:cTn id="8" presetID="14" presetClass="entr" presetSubtype="1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randombar(horizontal)">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randombar(horizontal)">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636660"/>
            <a:ext cx="10807700" cy="1235275"/>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(2023·</a:t>
            </a:r>
            <a:r>
              <a:rPr lang="zh-CN" altLang="zh-CN" dirty="0">
                <a:solidFill>
                  <a:srgbClr val="000000"/>
                </a:solidFill>
                <a:ea typeface="楷体" panose="02010609060101010101" pitchFamily="49" charset="-122"/>
                <a:cs typeface="Times New Roman" panose="02020603050405020304" pitchFamily="18" charset="0"/>
              </a:rPr>
              <a:t>全国甲高考</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已知向量</a:t>
            </a:r>
            <a:r>
              <a:rPr lang="en-US" altLang="zh-CN" dirty="0">
                <a:solidFill>
                  <a:srgbClr val="000000"/>
                </a:solidFill>
                <a:ea typeface="宋体" panose="02010600030101010101" pitchFamily="2" charset="-122"/>
                <a:cs typeface="Times New Roman" panose="02020603050405020304" pitchFamily="18" charset="0"/>
              </a:rPr>
              <a:t>a</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(3,1),b</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(2,2),</a:t>
            </a:r>
            <a:r>
              <a:rPr lang="zh-CN" altLang="zh-CN" dirty="0">
                <a:solidFill>
                  <a:srgbClr val="000000"/>
                </a:solidFill>
                <a:ea typeface="宋体" panose="02010600030101010101" pitchFamily="2" charset="-122"/>
                <a:cs typeface="Times New Roman" panose="02020603050405020304" pitchFamily="18" charset="0"/>
              </a:rPr>
              <a:t>则</a:t>
            </a:r>
            <a:r>
              <a:rPr lang="en-US" altLang="zh-CN" dirty="0">
                <a:solidFill>
                  <a:srgbClr val="000000"/>
                </a:solidFill>
                <a:ea typeface="宋体" panose="02010600030101010101" pitchFamily="2" charset="-122"/>
                <a:cs typeface="Times New Roman" panose="02020603050405020304" pitchFamily="18" charset="0"/>
              </a:rPr>
              <a:t>cos</a:t>
            </a:r>
            <a:r>
              <a:rPr lang="en-US" altLang="zh-CN" i="1" dirty="0">
                <a:solidFill>
                  <a:srgbClr val="000000"/>
                </a:solidFill>
                <a:ea typeface="宋体" panose="02010600030101010101" pitchFamily="2" charset="-122"/>
                <a:cs typeface="Times New Roman" panose="02020603050405020304" pitchFamily="18" charset="0"/>
              </a:rPr>
              <a:t>&lt;</a:t>
            </a:r>
            <a:r>
              <a:rPr lang="en-US" altLang="zh-CN" dirty="0" err="1">
                <a:solidFill>
                  <a:srgbClr val="000000"/>
                </a:solidFill>
                <a:ea typeface="宋体" panose="02010600030101010101" pitchFamily="2" charset="-122"/>
                <a:cs typeface="Times New Roman" panose="02020603050405020304" pitchFamily="18" charset="0"/>
              </a:rPr>
              <a:t>a</a:t>
            </a:r>
            <a:r>
              <a:rPr lang="en-US" altLang="zh-CN" i="1" dirty="0" err="1">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b,a</a:t>
            </a:r>
            <a:r>
              <a:rPr lang="en-US" altLang="zh-CN" i="1" dirty="0" err="1">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b</a:t>
            </a:r>
            <a:r>
              <a:rPr lang="en-US" altLang="zh-CN" i="1" dirty="0" smtClean="0">
                <a:solidFill>
                  <a:srgbClr val="000000"/>
                </a:solidFill>
                <a:ea typeface="宋体" panose="02010600030101010101" pitchFamily="2" charset="-122"/>
                <a:cs typeface="Times New Roman" panose="02020603050405020304" pitchFamily="18" charset="0"/>
              </a:rPr>
              <a:t>&gt; =</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566567323"/>
              </p:ext>
            </p:extLst>
          </p:nvPr>
        </p:nvGraphicFramePr>
        <p:xfrm>
          <a:off x="415950" y="1863623"/>
          <a:ext cx="11671959" cy="865925"/>
        </p:xfrm>
        <a:graphic>
          <a:graphicData uri="http://schemas.openxmlformats.org/presentationml/2006/ole">
            <mc:AlternateContent xmlns:mc="http://schemas.openxmlformats.org/markup-compatibility/2006">
              <mc:Choice xmlns:v="urn:schemas-microsoft-com:vml" Requires="v">
                <p:oleObj spid="_x0000_s34871" name="文档" r:id="rId4" imgW="3826872" imgH="283910" progId="Word.Document.12">
                  <p:embed/>
                </p:oleObj>
              </mc:Choice>
              <mc:Fallback>
                <p:oleObj name="文档" r:id="rId4" imgW="3826872" imgH="283910" progId="Word.Document.12">
                  <p:embed/>
                  <p:pic>
                    <p:nvPicPr>
                      <p:cNvPr id="0" name=""/>
                      <p:cNvPicPr/>
                      <p:nvPr/>
                    </p:nvPicPr>
                    <p:blipFill>
                      <a:blip r:embed="rId5"/>
                      <a:stretch>
                        <a:fillRect/>
                      </a:stretch>
                    </p:blipFill>
                    <p:spPr>
                      <a:xfrm>
                        <a:off x="415950" y="1863623"/>
                        <a:ext cx="11671959" cy="865925"/>
                      </a:xfrm>
                      <a:prstGeom prst="rect">
                        <a:avLst/>
                      </a:prstGeom>
                    </p:spPr>
                  </p:pic>
                </p:oleObj>
              </mc:Fallback>
            </mc:AlternateContent>
          </a:graphicData>
        </a:graphic>
      </p:graphicFrame>
      <p:sp>
        <p:nvSpPr>
          <p:cNvPr id="4" name="矩形 3"/>
          <p:cNvSpPr>
            <a:spLocks noChangeAspect="1"/>
          </p:cNvSpPr>
          <p:nvPr/>
        </p:nvSpPr>
        <p:spPr>
          <a:xfrm>
            <a:off x="361950" y="2738290"/>
            <a:ext cx="10807700" cy="1241815"/>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latin typeface="+mn-lt"/>
                <a:cs typeface="Times New Roman" panose="02020603050405020304" pitchFamily="18" charset="0"/>
              </a:rPr>
              <a:t>解析</a:t>
            </a:r>
            <a:r>
              <a:rPr lang="en-US" altLang="zh-CN" dirty="0">
                <a:latin typeface="+mn-lt"/>
                <a:cs typeface="Times New Roman" panose="02020603050405020304" pitchFamily="18" charset="0"/>
              </a:rPr>
              <a:t>:</a:t>
            </a:r>
            <a:r>
              <a:rPr lang="zh-CN" altLang="zh-CN" i="1" dirty="0">
                <a:solidFill>
                  <a:srgbClr val="000000"/>
                </a:solidFill>
                <a:latin typeface="+mn-lt"/>
                <a:ea typeface="宋体" panose="02010600030101010101" pitchFamily="2" charset="-122"/>
                <a:cs typeface="宋体" panose="02010600030101010101" pitchFamily="2" charset="-122"/>
              </a:rPr>
              <a:t>∵</a:t>
            </a:r>
            <a:r>
              <a:rPr lang="en-US" altLang="zh-CN" dirty="0">
                <a:solidFill>
                  <a:srgbClr val="000000"/>
                </a:solidFill>
                <a:latin typeface="+mn-lt"/>
                <a:ea typeface="宋体" panose="02010600030101010101" pitchFamily="2" charset="-122"/>
                <a:cs typeface="Times New Roman" panose="02020603050405020304" pitchFamily="18" charset="0"/>
              </a:rPr>
              <a:t>a</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(3,1),b</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(2,2),</a:t>
            </a:r>
            <a:endParaRPr lang="zh-CN" altLang="zh-CN" dirty="0">
              <a:solidFill>
                <a:srgbClr val="000000"/>
              </a:solidFill>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i="1" dirty="0">
                <a:solidFill>
                  <a:srgbClr val="000000"/>
                </a:solidFill>
                <a:latin typeface="+mn-lt"/>
                <a:ea typeface="宋体" panose="02010600030101010101" pitchFamily="2" charset="-122"/>
                <a:cs typeface="宋体" panose="02010600030101010101" pitchFamily="2" charset="-122"/>
              </a:rPr>
              <a:t>∴</a:t>
            </a:r>
            <a:r>
              <a:rPr lang="en-US" altLang="zh-CN" dirty="0" err="1">
                <a:solidFill>
                  <a:srgbClr val="000000"/>
                </a:solidFill>
                <a:latin typeface="+mn-lt"/>
                <a:ea typeface="宋体" panose="02010600030101010101" pitchFamily="2" charset="-122"/>
                <a:cs typeface="Times New Roman" panose="02020603050405020304" pitchFamily="18" charset="0"/>
              </a:rPr>
              <a:t>a</a:t>
            </a:r>
            <a:r>
              <a:rPr lang="en-US" altLang="zh-CN" i="1" dirty="0" err="1">
                <a:solidFill>
                  <a:srgbClr val="000000"/>
                </a:solidFill>
                <a:latin typeface="+mn-lt"/>
                <a:ea typeface="宋体" panose="02010600030101010101" pitchFamily="2" charset="-122"/>
                <a:cs typeface="Times New Roman" panose="02020603050405020304" pitchFamily="18" charset="0"/>
              </a:rPr>
              <a:t>+</a:t>
            </a:r>
            <a:r>
              <a:rPr lang="en-US" altLang="zh-CN" dirty="0" err="1">
                <a:solidFill>
                  <a:srgbClr val="000000"/>
                </a:solidFill>
                <a:latin typeface="+mn-lt"/>
                <a:ea typeface="宋体" panose="02010600030101010101" pitchFamily="2" charset="-122"/>
                <a:cs typeface="Times New Roman" panose="02020603050405020304" pitchFamily="18" charset="0"/>
              </a:rPr>
              <a:t>b</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(5,3),a</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b</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(1,</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1)</a:t>
            </a:r>
            <a:r>
              <a:rPr lang="en-US" altLang="zh-CN" i="1"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656318075"/>
              </p:ext>
            </p:extLst>
          </p:nvPr>
        </p:nvGraphicFramePr>
        <p:xfrm>
          <a:off x="412781" y="3998679"/>
          <a:ext cx="10610872" cy="1163866"/>
        </p:xfrm>
        <a:graphic>
          <a:graphicData uri="http://schemas.openxmlformats.org/presentationml/2006/ole">
            <mc:AlternateContent xmlns:mc="http://schemas.openxmlformats.org/markup-compatibility/2006">
              <mc:Choice xmlns:v="urn:schemas-microsoft-com:vml" Requires="v">
                <p:oleObj spid="_x0000_s34872" name="文档" r:id="rId7" imgW="3826872" imgH="419755" progId="Word.Document.12">
                  <p:embed/>
                </p:oleObj>
              </mc:Choice>
              <mc:Fallback>
                <p:oleObj name="文档" r:id="rId7" imgW="3826872" imgH="419755" progId="Word.Document.12">
                  <p:embed/>
                  <p:pic>
                    <p:nvPicPr>
                      <p:cNvPr id="0" name=""/>
                      <p:cNvPicPr/>
                      <p:nvPr/>
                    </p:nvPicPr>
                    <p:blipFill>
                      <a:blip r:embed="rId8"/>
                      <a:stretch>
                        <a:fillRect/>
                      </a:stretch>
                    </p:blipFill>
                    <p:spPr>
                      <a:xfrm>
                        <a:off x="412781" y="3998679"/>
                        <a:ext cx="10610872" cy="1163866"/>
                      </a:xfrm>
                      <a:prstGeom prst="rect">
                        <a:avLst/>
                      </a:prstGeom>
                    </p:spPr>
                  </p:pic>
                </p:oleObj>
              </mc:Fallback>
            </mc:AlternateContent>
          </a:graphicData>
        </a:graphic>
      </p:graphicFrame>
      <p:sp>
        <p:nvSpPr>
          <p:cNvPr id="13" name="矩形 12"/>
          <p:cNvSpPr>
            <a:spLocks noChangeAspect="1"/>
          </p:cNvSpPr>
          <p:nvPr/>
        </p:nvSpPr>
        <p:spPr>
          <a:xfrm>
            <a:off x="361950" y="5112295"/>
            <a:ext cx="1487908" cy="683264"/>
          </a:xfrm>
          <a:prstGeom prst="rect">
            <a:avLst/>
          </a:prstGeom>
        </p:spPr>
        <p:txBody>
          <a:bodyPr wrap="none">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故选</a:t>
            </a:r>
            <a:r>
              <a:rPr lang="en-US" altLang="zh-CN" dirty="0">
                <a:solidFill>
                  <a:srgbClr val="000000"/>
                </a:solidFill>
                <a:ea typeface="宋体" panose="02010600030101010101" pitchFamily="2" charset="-122"/>
                <a:cs typeface="Times New Roman" panose="02020603050405020304" pitchFamily="18" charset="0"/>
              </a:rPr>
              <a:t>B</a:t>
            </a:r>
            <a:r>
              <a:rPr lang="en-US" altLang="zh-CN" i="1" dirty="0" smtClean="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p:txBody>
      </p:sp>
      <p:sp>
        <p:nvSpPr>
          <p:cNvPr id="14" name="矩形 13"/>
          <p:cNvSpPr>
            <a:spLocks noChangeAspect="1"/>
          </p:cNvSpPr>
          <p:nvPr/>
        </p:nvSpPr>
        <p:spPr>
          <a:xfrm>
            <a:off x="361950" y="5796911"/>
            <a:ext cx="1521570" cy="683264"/>
          </a:xfrm>
          <a:prstGeom prst="rect">
            <a:avLst/>
          </a:prstGeom>
        </p:spPr>
        <p:txBody>
          <a:bodyPr wrap="none">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B </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75164750"/>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par>
                                <p:cTn id="8" presetID="14" presetClass="entr" presetSubtype="1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randombar(horizontal)">
                                      <p:cBhvr>
                                        <p:cTn id="10" dur="500"/>
                                        <p:tgtEl>
                                          <p:spTgt spid="5"/>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randombar(horizontal)">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randombar(horizontal)">
                                      <p:cBhvr>
                                        <p:cTn id="1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3" grpId="0"/>
      <p:bldP spid="1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565631"/>
            <a:ext cx="10807700" cy="1235275"/>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latin typeface="+mn-lt"/>
                <a:ea typeface="宋体" panose="02010600030101010101" pitchFamily="2" charset="-122"/>
                <a:cs typeface="Times New Roman" panose="02020603050405020304" pitchFamily="18" charset="0"/>
              </a:rPr>
              <a:t>6</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(2021·</a:t>
            </a:r>
            <a:r>
              <a:rPr lang="zh-CN" altLang="zh-CN" dirty="0">
                <a:solidFill>
                  <a:srgbClr val="000000"/>
                </a:solidFill>
                <a:latin typeface="+mn-lt"/>
                <a:ea typeface="楷体" panose="02010609060101010101" pitchFamily="49" charset="-122"/>
                <a:cs typeface="Times New Roman" panose="02020603050405020304" pitchFamily="18" charset="0"/>
              </a:rPr>
              <a:t>全国</a:t>
            </a:r>
            <a:r>
              <a:rPr lang="zh-CN" altLang="zh-CN" i="1" dirty="0">
                <a:solidFill>
                  <a:srgbClr val="000000"/>
                </a:solidFill>
                <a:latin typeface="+mn-lt"/>
                <a:ea typeface="宋体" panose="02010600030101010101" pitchFamily="2" charset="-122"/>
                <a:cs typeface="宋体" panose="02010600030101010101" pitchFamily="2" charset="-122"/>
              </a:rPr>
              <a:t>Ⅰ</a:t>
            </a:r>
            <a:r>
              <a:rPr lang="zh-CN" altLang="zh-CN" dirty="0">
                <a:solidFill>
                  <a:srgbClr val="000000"/>
                </a:solidFill>
                <a:latin typeface="+mn-lt"/>
                <a:ea typeface="楷体" panose="02010609060101010101" pitchFamily="49" charset="-122"/>
                <a:cs typeface="Times New Roman" panose="02020603050405020304" pitchFamily="18" charset="0"/>
              </a:rPr>
              <a:t>高考</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已知向量</a:t>
            </a:r>
            <a:r>
              <a:rPr lang="en-US" altLang="zh-CN" dirty="0">
                <a:solidFill>
                  <a:srgbClr val="000000"/>
                </a:solidFill>
                <a:latin typeface="+mn-lt"/>
                <a:ea typeface="宋体" panose="02010600030101010101" pitchFamily="2" charset="-122"/>
                <a:cs typeface="Times New Roman" panose="02020603050405020304" pitchFamily="18" charset="0"/>
              </a:rPr>
              <a:t>a</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(2,5),b</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Microsoft Yi Baiti" panose="03000500000000000000" pitchFamily="66" charset="0"/>
                <a:cs typeface="Times New Roman" panose="02020603050405020304" pitchFamily="18" charset="0"/>
              </a:rPr>
              <a:t>λ</a:t>
            </a:r>
            <a:r>
              <a:rPr lang="en-US" altLang="zh-CN" dirty="0">
                <a:solidFill>
                  <a:srgbClr val="000000"/>
                </a:solidFill>
                <a:latin typeface="+mn-lt"/>
                <a:ea typeface="宋体" panose="02010600030101010101" pitchFamily="2" charset="-122"/>
                <a:cs typeface="Times New Roman" panose="02020603050405020304" pitchFamily="18" charset="0"/>
              </a:rPr>
              <a:t>,4),</a:t>
            </a:r>
            <a:r>
              <a:rPr lang="zh-CN" altLang="zh-CN" dirty="0">
                <a:solidFill>
                  <a:srgbClr val="000000"/>
                </a:solidFill>
                <a:latin typeface="+mn-lt"/>
                <a:ea typeface="宋体" panose="02010600030101010101" pitchFamily="2" charset="-122"/>
                <a:cs typeface="Times New Roman" panose="02020603050405020304" pitchFamily="18" charset="0"/>
              </a:rPr>
              <a:t>若</a:t>
            </a:r>
            <a:r>
              <a:rPr lang="en-US" altLang="zh-CN" dirty="0">
                <a:solidFill>
                  <a:srgbClr val="000000"/>
                </a:solidFill>
                <a:latin typeface="+mn-lt"/>
                <a:ea typeface="宋体" panose="02010600030101010101" pitchFamily="2" charset="-122"/>
                <a:cs typeface="Times New Roman" panose="02020603050405020304" pitchFamily="18" charset="0"/>
              </a:rPr>
              <a:t>a</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dirty="0">
                <a:solidFill>
                  <a:srgbClr val="000000"/>
                </a:solidFill>
                <a:latin typeface="+mn-lt"/>
                <a:ea typeface="宋体" panose="02010600030101010101" pitchFamily="2" charset="-122"/>
                <a:cs typeface="Times New Roman" panose="02020603050405020304" pitchFamily="18" charset="0"/>
              </a:rPr>
              <a:t>b,</a:t>
            </a:r>
            <a:r>
              <a:rPr lang="zh-CN" altLang="zh-CN" dirty="0">
                <a:solidFill>
                  <a:srgbClr val="000000"/>
                </a:solidFill>
                <a:latin typeface="+mn-lt"/>
                <a:ea typeface="宋体" panose="02010600030101010101" pitchFamily="2" charset="-122"/>
                <a:cs typeface="Times New Roman" panose="02020603050405020304" pitchFamily="18" charset="0"/>
              </a:rPr>
              <a:t>则</a:t>
            </a:r>
            <a:r>
              <a:rPr lang="en-US" altLang="zh-CN" i="1" dirty="0">
                <a:solidFill>
                  <a:srgbClr val="000000"/>
                </a:solidFill>
                <a:latin typeface="+mn-lt"/>
                <a:ea typeface="Microsoft Yi Baiti" panose="03000500000000000000" pitchFamily="66" charset="0"/>
                <a:cs typeface="Times New Roman" panose="02020603050405020304" pitchFamily="18" charset="0"/>
              </a:rPr>
              <a:t>λ</a:t>
            </a:r>
            <a:r>
              <a:rPr lang="en-US" altLang="zh-CN" i="1" dirty="0">
                <a:solidFill>
                  <a:srgbClr val="000000"/>
                </a:solidFill>
                <a:latin typeface="+mn-lt"/>
                <a:ea typeface="宋体" panose="02010600030101010101" pitchFamily="2" charset="-122"/>
                <a:cs typeface="Times New Roman" panose="02020603050405020304" pitchFamily="18" charset="0"/>
              </a:rPr>
              <a:t>=</a:t>
            </a:r>
            <a:r>
              <a:rPr lang="zh-CN" altLang="zh-CN" i="1" u="sng" dirty="0">
                <a:uFill>
                  <a:solidFill>
                    <a:srgbClr val="000000"/>
                  </a:solidFill>
                </a:uFill>
                <a:latin typeface="+mn-lt"/>
                <a:ea typeface="宋体" panose="02010600030101010101" pitchFamily="2" charset="-122"/>
                <a:cs typeface="Times New Roman" panose="02020603050405020304" pitchFamily="18" charset="0"/>
              </a:rPr>
              <a:t>　　　　　</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NEU-BZ-S92" panose="02020503000000020003" pitchFamily="18" charset="-122"/>
                <a:cs typeface="Times New Roman" panose="02020603050405020304" pitchFamily="18" charset="0"/>
              </a:rPr>
              <a:t> </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2457389026"/>
              </p:ext>
            </p:extLst>
          </p:nvPr>
        </p:nvGraphicFramePr>
        <p:xfrm>
          <a:off x="386416" y="1727919"/>
          <a:ext cx="11671959" cy="734391"/>
        </p:xfrm>
        <a:graphic>
          <a:graphicData uri="http://schemas.openxmlformats.org/presentationml/2006/ole">
            <mc:AlternateContent xmlns:mc="http://schemas.openxmlformats.org/markup-compatibility/2006">
              <mc:Choice xmlns:v="urn:schemas-microsoft-com:vml" Requires="v">
                <p:oleObj spid="_x0000_s35900" name="文档" r:id="rId4" imgW="3826872" imgH="240784" progId="Word.Document.12">
                  <p:embed/>
                </p:oleObj>
              </mc:Choice>
              <mc:Fallback>
                <p:oleObj name="文档" r:id="rId4" imgW="3826872" imgH="240784" progId="Word.Document.12">
                  <p:embed/>
                  <p:pic>
                    <p:nvPicPr>
                      <p:cNvPr id="0" name=""/>
                      <p:cNvPicPr/>
                      <p:nvPr/>
                    </p:nvPicPr>
                    <p:blipFill>
                      <a:blip r:embed="rId5"/>
                      <a:stretch>
                        <a:fillRect/>
                      </a:stretch>
                    </p:blipFill>
                    <p:spPr>
                      <a:xfrm>
                        <a:off x="386416" y="1727919"/>
                        <a:ext cx="11671959" cy="734391"/>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620812926"/>
              </p:ext>
            </p:extLst>
          </p:nvPr>
        </p:nvGraphicFramePr>
        <p:xfrm>
          <a:off x="361950" y="2447999"/>
          <a:ext cx="11671959" cy="725622"/>
        </p:xfrm>
        <a:graphic>
          <a:graphicData uri="http://schemas.openxmlformats.org/presentationml/2006/ole">
            <mc:AlternateContent xmlns:mc="http://schemas.openxmlformats.org/markup-compatibility/2006">
              <mc:Choice xmlns:v="urn:schemas-microsoft-com:vml" Requires="v">
                <p:oleObj spid="_x0000_s35901" name="文档" r:id="rId7" imgW="3826872" imgH="237909" progId="Word.Document.12">
                  <p:embed/>
                </p:oleObj>
              </mc:Choice>
              <mc:Fallback>
                <p:oleObj name="文档" r:id="rId7" imgW="3826872" imgH="237909" progId="Word.Document.12">
                  <p:embed/>
                  <p:pic>
                    <p:nvPicPr>
                      <p:cNvPr id="0" name=""/>
                      <p:cNvPicPr/>
                      <p:nvPr/>
                    </p:nvPicPr>
                    <p:blipFill>
                      <a:blip r:embed="rId8"/>
                      <a:stretch>
                        <a:fillRect/>
                      </a:stretch>
                    </p:blipFill>
                    <p:spPr>
                      <a:xfrm>
                        <a:off x="361950" y="2447999"/>
                        <a:ext cx="11671959" cy="725622"/>
                      </a:xfrm>
                      <a:prstGeom prst="rect">
                        <a:avLst/>
                      </a:prstGeom>
                    </p:spPr>
                  </p:pic>
                </p:oleObj>
              </mc:Fallback>
            </mc:AlternateContent>
          </a:graphicData>
        </a:graphic>
      </p:graphicFrame>
      <p:sp>
        <p:nvSpPr>
          <p:cNvPr id="8" name="矩形 7"/>
          <p:cNvSpPr>
            <a:spLocks noChangeAspect="1"/>
          </p:cNvSpPr>
          <p:nvPr/>
        </p:nvSpPr>
        <p:spPr>
          <a:xfrm>
            <a:off x="361950" y="3198559"/>
            <a:ext cx="10807700" cy="1274195"/>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latin typeface="+mn-lt"/>
                <a:ea typeface="宋体" panose="02010600030101010101" pitchFamily="2" charset="-122"/>
                <a:cs typeface="Times New Roman" panose="02020603050405020304" pitchFamily="18" charset="0"/>
              </a:rPr>
              <a:t>7</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(2021·</a:t>
            </a:r>
            <a:r>
              <a:rPr lang="zh-CN" altLang="zh-CN" dirty="0">
                <a:solidFill>
                  <a:srgbClr val="000000"/>
                </a:solidFill>
                <a:latin typeface="+mn-lt"/>
                <a:ea typeface="楷体" panose="02010609060101010101" pitchFamily="49" charset="-122"/>
                <a:cs typeface="Times New Roman" panose="02020603050405020304" pitchFamily="18" charset="0"/>
              </a:rPr>
              <a:t>全国</a:t>
            </a:r>
            <a:r>
              <a:rPr lang="zh-CN" altLang="zh-CN" i="1" dirty="0">
                <a:solidFill>
                  <a:srgbClr val="000000"/>
                </a:solidFill>
                <a:latin typeface="+mn-lt"/>
                <a:ea typeface="宋体" panose="02010600030101010101" pitchFamily="2" charset="-122"/>
                <a:cs typeface="宋体" panose="02010600030101010101" pitchFamily="2" charset="-122"/>
              </a:rPr>
              <a:t>Ⅱ</a:t>
            </a:r>
            <a:r>
              <a:rPr lang="zh-CN" altLang="zh-CN" dirty="0">
                <a:solidFill>
                  <a:srgbClr val="000000"/>
                </a:solidFill>
                <a:latin typeface="+mn-lt"/>
                <a:ea typeface="楷体" panose="02010609060101010101" pitchFamily="49" charset="-122"/>
                <a:cs typeface="Times New Roman" panose="02020603050405020304" pitchFamily="18" charset="0"/>
              </a:rPr>
              <a:t>高考</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已知向量</a:t>
            </a:r>
            <a:r>
              <a:rPr lang="en-US" altLang="zh-CN" dirty="0">
                <a:solidFill>
                  <a:srgbClr val="000000"/>
                </a:solidFill>
                <a:latin typeface="+mn-lt"/>
                <a:ea typeface="宋体" panose="02010600030101010101" pitchFamily="2" charset="-122"/>
                <a:cs typeface="Times New Roman" panose="02020603050405020304" pitchFamily="18" charset="0"/>
              </a:rPr>
              <a:t>a</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(3,1),b</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(1,0),c</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err="1">
                <a:solidFill>
                  <a:srgbClr val="000000"/>
                </a:solidFill>
                <a:latin typeface="+mn-lt"/>
                <a:ea typeface="宋体" panose="02010600030101010101" pitchFamily="2" charset="-122"/>
                <a:cs typeface="Times New Roman" panose="02020603050405020304" pitchFamily="18" charset="0"/>
              </a:rPr>
              <a:t>a</a:t>
            </a:r>
            <a:r>
              <a:rPr lang="en-US" altLang="zh-CN" i="1" dirty="0" err="1">
                <a:solidFill>
                  <a:srgbClr val="000000"/>
                </a:solidFill>
                <a:latin typeface="+mn-lt"/>
                <a:ea typeface="宋体" panose="02010600030101010101" pitchFamily="2" charset="-122"/>
                <a:cs typeface="Times New Roman" panose="02020603050405020304" pitchFamily="18" charset="0"/>
              </a:rPr>
              <a:t>+k</a:t>
            </a:r>
            <a:r>
              <a:rPr lang="en-US" altLang="zh-CN" dirty="0" err="1">
                <a:solidFill>
                  <a:srgbClr val="000000"/>
                </a:solidFill>
                <a:latin typeface="+mn-lt"/>
                <a:ea typeface="宋体" panose="02010600030101010101" pitchFamily="2" charset="-122"/>
                <a:cs typeface="Times New Roman" panose="02020603050405020304" pitchFamily="18" charset="0"/>
              </a:rPr>
              <a:t>b</a:t>
            </a:r>
            <a:r>
              <a:rPr lang="en-US" altLang="zh-CN" i="1"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若</a:t>
            </a:r>
            <a:r>
              <a:rPr lang="en-US" altLang="zh-CN" dirty="0">
                <a:solidFill>
                  <a:srgbClr val="000000"/>
                </a:solidFill>
                <a:latin typeface="+mn-lt"/>
                <a:ea typeface="宋体" panose="02010600030101010101" pitchFamily="2" charset="-122"/>
                <a:cs typeface="Times New Roman" panose="02020603050405020304" pitchFamily="18" charset="0"/>
              </a:rPr>
              <a:t>a</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dirty="0">
                <a:solidFill>
                  <a:srgbClr val="000000"/>
                </a:solidFill>
                <a:latin typeface="+mn-lt"/>
                <a:ea typeface="宋体" panose="02010600030101010101" pitchFamily="2" charset="-122"/>
                <a:cs typeface="Times New Roman" panose="02020603050405020304" pitchFamily="18" charset="0"/>
              </a:rPr>
              <a:t>c,</a:t>
            </a:r>
            <a:r>
              <a:rPr lang="zh-CN" altLang="zh-CN" dirty="0">
                <a:solidFill>
                  <a:srgbClr val="000000"/>
                </a:solidFill>
                <a:latin typeface="+mn-lt"/>
                <a:ea typeface="宋体" panose="02010600030101010101" pitchFamily="2" charset="-122"/>
                <a:cs typeface="Times New Roman" panose="02020603050405020304" pitchFamily="18" charset="0"/>
              </a:rPr>
              <a:t>则</a:t>
            </a:r>
            <a:r>
              <a:rPr lang="en-US" altLang="zh-CN" i="1" dirty="0">
                <a:solidFill>
                  <a:srgbClr val="000000"/>
                </a:solidFill>
                <a:latin typeface="+mn-lt"/>
                <a:ea typeface="宋体" panose="02010600030101010101" pitchFamily="2" charset="-122"/>
                <a:cs typeface="Times New Roman" panose="02020603050405020304" pitchFamily="18" charset="0"/>
              </a:rPr>
              <a:t>k=</a:t>
            </a:r>
            <a:r>
              <a:rPr lang="zh-CN" altLang="zh-CN" i="1" u="sng" dirty="0">
                <a:uFill>
                  <a:solidFill>
                    <a:srgbClr val="000000"/>
                  </a:solidFill>
                </a:uFill>
                <a:latin typeface="+mn-lt"/>
                <a:ea typeface="宋体" panose="02010600030101010101" pitchFamily="2" charset="-122"/>
                <a:cs typeface="Times New Roman" panose="02020603050405020304" pitchFamily="18" charset="0"/>
              </a:rPr>
              <a:t>　　　　　</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NEU-BZ-S92" panose="02020503000000020003" pitchFamily="18" charset="-122"/>
                <a:cs typeface="Times New Roman" panose="02020603050405020304" pitchFamily="18" charset="0"/>
              </a:rPr>
              <a:t> </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p:txBody>
      </p:sp>
      <p:sp>
        <p:nvSpPr>
          <p:cNvPr id="9" name="矩形 8"/>
          <p:cNvSpPr>
            <a:spLocks noChangeAspect="1"/>
          </p:cNvSpPr>
          <p:nvPr/>
        </p:nvSpPr>
        <p:spPr>
          <a:xfrm>
            <a:off x="361950" y="4371895"/>
            <a:ext cx="10807700" cy="1217641"/>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latin typeface="+mn-lt"/>
                <a:cs typeface="Times New Roman" panose="02020603050405020304" pitchFamily="18" charset="0"/>
              </a:rPr>
              <a:t>解析</a:t>
            </a:r>
            <a:r>
              <a:rPr lang="en-US" altLang="zh-CN" dirty="0">
                <a:latin typeface="+mn-lt"/>
                <a:cs typeface="Times New Roman" panose="02020603050405020304" pitchFamily="18" charset="0"/>
              </a:rPr>
              <a:t>:</a:t>
            </a:r>
            <a:r>
              <a:rPr lang="zh-CN" altLang="zh-CN" i="1" dirty="0">
                <a:solidFill>
                  <a:srgbClr val="000000"/>
                </a:solidFill>
                <a:latin typeface="+mn-lt"/>
                <a:ea typeface="宋体" panose="02010600030101010101" pitchFamily="2" charset="-122"/>
                <a:cs typeface="宋体" panose="02010600030101010101" pitchFamily="2" charset="-122"/>
              </a:rPr>
              <a:t>∵</a:t>
            </a:r>
            <a:r>
              <a:rPr lang="en-US" altLang="zh-CN" dirty="0">
                <a:solidFill>
                  <a:srgbClr val="000000"/>
                </a:solidFill>
                <a:latin typeface="+mn-lt"/>
                <a:ea typeface="宋体" panose="02010600030101010101" pitchFamily="2" charset="-122"/>
                <a:cs typeface="Times New Roman" panose="02020603050405020304" pitchFamily="18" charset="0"/>
              </a:rPr>
              <a:t>a</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dirty="0">
                <a:solidFill>
                  <a:srgbClr val="000000"/>
                </a:solidFill>
                <a:latin typeface="+mn-lt"/>
                <a:ea typeface="宋体" panose="02010600030101010101" pitchFamily="2" charset="-122"/>
                <a:cs typeface="Times New Roman" panose="02020603050405020304" pitchFamily="18" charset="0"/>
              </a:rPr>
              <a:t>c,</a:t>
            </a:r>
            <a:r>
              <a:rPr lang="zh-CN" altLang="zh-CN" i="1" dirty="0">
                <a:solidFill>
                  <a:srgbClr val="000000"/>
                </a:solidFill>
                <a:latin typeface="+mn-lt"/>
                <a:ea typeface="宋体" panose="02010600030101010101" pitchFamily="2" charset="-122"/>
                <a:cs typeface="宋体" panose="02010600030101010101" pitchFamily="2" charset="-122"/>
              </a:rPr>
              <a:t>∴</a:t>
            </a:r>
            <a:r>
              <a:rPr lang="en-US" altLang="zh-CN" dirty="0" err="1">
                <a:solidFill>
                  <a:srgbClr val="000000"/>
                </a:solidFill>
                <a:latin typeface="+mn-lt"/>
                <a:ea typeface="宋体" panose="02010600030101010101" pitchFamily="2" charset="-122"/>
                <a:cs typeface="Times New Roman" panose="02020603050405020304" pitchFamily="18" charset="0"/>
              </a:rPr>
              <a:t>a·c</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0,</a:t>
            </a:r>
            <a:r>
              <a:rPr lang="zh-CN" altLang="zh-CN" dirty="0">
                <a:solidFill>
                  <a:srgbClr val="000000"/>
                </a:solidFill>
                <a:latin typeface="+mn-lt"/>
                <a:ea typeface="楷体" panose="02010609060101010101" pitchFamily="49" charset="-122"/>
                <a:cs typeface="Times New Roman" panose="02020603050405020304" pitchFamily="18" charset="0"/>
              </a:rPr>
              <a:t>即</a:t>
            </a:r>
            <a:r>
              <a:rPr lang="en-US" altLang="zh-CN" dirty="0">
                <a:solidFill>
                  <a:srgbClr val="000000"/>
                </a:solidFill>
                <a:latin typeface="+mn-lt"/>
                <a:ea typeface="宋体" panose="02010600030101010101" pitchFamily="2" charset="-122"/>
                <a:cs typeface="Times New Roman" panose="02020603050405020304" pitchFamily="18" charset="0"/>
              </a:rPr>
              <a:t>a·(</a:t>
            </a:r>
            <a:r>
              <a:rPr lang="en-US" altLang="zh-CN" dirty="0" err="1">
                <a:solidFill>
                  <a:srgbClr val="000000"/>
                </a:solidFill>
                <a:latin typeface="+mn-lt"/>
                <a:ea typeface="宋体" panose="02010600030101010101" pitchFamily="2" charset="-122"/>
                <a:cs typeface="Times New Roman" panose="02020603050405020304" pitchFamily="18" charset="0"/>
              </a:rPr>
              <a:t>a</a:t>
            </a:r>
            <a:r>
              <a:rPr lang="en-US" altLang="zh-CN" i="1" dirty="0" err="1">
                <a:solidFill>
                  <a:srgbClr val="000000"/>
                </a:solidFill>
                <a:latin typeface="+mn-lt"/>
                <a:ea typeface="宋体" panose="02010600030101010101" pitchFamily="2" charset="-122"/>
                <a:cs typeface="Times New Roman" panose="02020603050405020304" pitchFamily="18" charset="0"/>
              </a:rPr>
              <a:t>+k</a:t>
            </a:r>
            <a:r>
              <a:rPr lang="en-US" altLang="zh-CN" dirty="0" err="1">
                <a:solidFill>
                  <a:srgbClr val="000000"/>
                </a:solidFill>
                <a:latin typeface="+mn-lt"/>
                <a:ea typeface="宋体" panose="02010600030101010101" pitchFamily="2" charset="-122"/>
                <a:cs typeface="Times New Roman" panose="02020603050405020304" pitchFamily="18" charset="0"/>
              </a:rPr>
              <a:t>b</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0,</a:t>
            </a:r>
            <a:r>
              <a:rPr lang="zh-CN" altLang="zh-CN" i="1" dirty="0">
                <a:solidFill>
                  <a:srgbClr val="000000"/>
                </a:solidFill>
                <a:latin typeface="+mn-lt"/>
                <a:ea typeface="宋体" panose="02010600030101010101" pitchFamily="2" charset="-122"/>
                <a:cs typeface="宋体" panose="02010600030101010101" pitchFamily="2" charset="-122"/>
              </a:rPr>
              <a:t>∴</a:t>
            </a:r>
            <a:r>
              <a:rPr lang="en-US" altLang="zh-CN" dirty="0">
                <a:solidFill>
                  <a:srgbClr val="000000"/>
                </a:solidFill>
                <a:latin typeface="+mn-lt"/>
                <a:ea typeface="宋体" panose="02010600030101010101" pitchFamily="2" charset="-122"/>
                <a:cs typeface="Times New Roman" panose="02020603050405020304" pitchFamily="18" charset="0"/>
              </a:rPr>
              <a:t>a</a:t>
            </a:r>
            <a:r>
              <a:rPr lang="en-US" altLang="zh-CN" baseline="30000" dirty="0">
                <a:solidFill>
                  <a:srgbClr val="000000"/>
                </a:solidFill>
                <a:latin typeface="+mn-lt"/>
                <a:ea typeface="宋体" panose="02010600030101010101" pitchFamily="2" charset="-122"/>
                <a:cs typeface="Times New Roman" panose="02020603050405020304" pitchFamily="18" charset="0"/>
              </a:rPr>
              <a:t>2</a:t>
            </a:r>
            <a:r>
              <a:rPr lang="en-US" altLang="zh-CN" i="1" dirty="0">
                <a:solidFill>
                  <a:srgbClr val="000000"/>
                </a:solidFill>
                <a:latin typeface="+mn-lt"/>
                <a:ea typeface="宋体" panose="02010600030101010101" pitchFamily="2" charset="-122"/>
                <a:cs typeface="Times New Roman" panose="02020603050405020304" pitchFamily="18" charset="0"/>
              </a:rPr>
              <a:t>+k</a:t>
            </a:r>
            <a:r>
              <a:rPr lang="en-US" altLang="zh-CN" dirty="0">
                <a:solidFill>
                  <a:srgbClr val="000000"/>
                </a:solidFill>
                <a:latin typeface="+mn-lt"/>
                <a:ea typeface="宋体" panose="02010600030101010101" pitchFamily="2" charset="-122"/>
                <a:cs typeface="Times New Roman" panose="02020603050405020304" pitchFamily="18" charset="0"/>
              </a:rPr>
              <a:t>a·b</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0</a:t>
            </a:r>
            <a:r>
              <a:rPr lang="en-US" altLang="zh-CN" dirty="0" smtClean="0">
                <a:solidFill>
                  <a:srgbClr val="000000"/>
                </a:solidFill>
                <a:latin typeface="+mn-lt"/>
                <a:ea typeface="宋体" panose="02010600030101010101" pitchFamily="2" charset="-122"/>
                <a:cs typeface="Times New Roman" panose="02020603050405020304" pitchFamily="18" charset="0"/>
              </a:rPr>
              <a:t>,</a:t>
            </a:r>
          </a:p>
          <a:p>
            <a:pPr>
              <a:lnSpc>
                <a:spcPct val="120000"/>
              </a:lnSpc>
              <a:spcAft>
                <a:spcPts val="0"/>
              </a:spcAft>
              <a:tabLst>
                <a:tab pos="1188085" algn="l"/>
                <a:tab pos="2163445" algn="l"/>
                <a:tab pos="3142615" algn="l"/>
                <a:tab pos="4190365" algn="l"/>
              </a:tabLst>
            </a:pPr>
            <a:r>
              <a:rPr lang="zh-CN" altLang="zh-CN" i="1" dirty="0" smtClean="0">
                <a:solidFill>
                  <a:srgbClr val="000000"/>
                </a:solidFill>
                <a:latin typeface="+mn-lt"/>
                <a:ea typeface="宋体" panose="02010600030101010101" pitchFamily="2" charset="-122"/>
                <a:cs typeface="宋体" panose="02010600030101010101" pitchFamily="2" charset="-122"/>
              </a:rPr>
              <a:t>∵</a:t>
            </a:r>
            <a:r>
              <a:rPr lang="en-US" altLang="zh-CN" dirty="0">
                <a:solidFill>
                  <a:srgbClr val="000000"/>
                </a:solidFill>
                <a:latin typeface="+mn-lt"/>
                <a:ea typeface="宋体" panose="02010600030101010101" pitchFamily="2" charset="-122"/>
                <a:cs typeface="Times New Roman" panose="02020603050405020304" pitchFamily="18" charset="0"/>
              </a:rPr>
              <a:t>a</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(3,1),b</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(1,0),</a:t>
            </a:r>
            <a:r>
              <a:rPr lang="zh-CN" altLang="zh-CN" i="1" dirty="0">
                <a:solidFill>
                  <a:srgbClr val="000000"/>
                </a:solidFill>
                <a:latin typeface="+mn-lt"/>
                <a:ea typeface="宋体" panose="02010600030101010101" pitchFamily="2" charset="-122"/>
                <a:cs typeface="宋体" panose="02010600030101010101" pitchFamily="2" charset="-122"/>
              </a:rPr>
              <a:t>∴</a:t>
            </a:r>
            <a:r>
              <a:rPr lang="en-US" altLang="zh-CN" dirty="0">
                <a:solidFill>
                  <a:srgbClr val="000000"/>
                </a:solidFill>
                <a:latin typeface="+mn-lt"/>
                <a:ea typeface="宋体" panose="02010600030101010101" pitchFamily="2" charset="-122"/>
                <a:cs typeface="Times New Roman" panose="02020603050405020304" pitchFamily="18" charset="0"/>
              </a:rPr>
              <a:t>10</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3</a:t>
            </a:r>
            <a:r>
              <a:rPr lang="en-US" altLang="zh-CN" i="1" dirty="0">
                <a:solidFill>
                  <a:srgbClr val="000000"/>
                </a:solidFill>
                <a:latin typeface="+mn-lt"/>
                <a:ea typeface="宋体" panose="02010600030101010101" pitchFamily="2" charset="-122"/>
                <a:cs typeface="Times New Roman" panose="02020603050405020304" pitchFamily="18" charset="0"/>
              </a:rPr>
              <a:t>k=</a:t>
            </a:r>
            <a:r>
              <a:rPr lang="en-US" altLang="zh-CN" dirty="0">
                <a:solidFill>
                  <a:srgbClr val="000000"/>
                </a:solidFill>
                <a:latin typeface="+mn-lt"/>
                <a:ea typeface="宋体" panose="02010600030101010101" pitchFamily="2" charset="-122"/>
                <a:cs typeface="Times New Roman" panose="02020603050405020304" pitchFamily="18" charset="0"/>
              </a:rPr>
              <a:t>0,</a:t>
            </a:r>
            <a:r>
              <a:rPr lang="zh-CN" altLang="zh-CN" dirty="0">
                <a:solidFill>
                  <a:srgbClr val="000000"/>
                </a:solidFill>
                <a:latin typeface="+mn-lt"/>
                <a:ea typeface="楷体" panose="02010609060101010101" pitchFamily="49" charset="-122"/>
                <a:cs typeface="Times New Roman" panose="02020603050405020304" pitchFamily="18" charset="0"/>
              </a:rPr>
              <a:t>解得</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p:txBody>
      </p:sp>
      <p:graphicFrame>
        <p:nvGraphicFramePr>
          <p:cNvPr id="13" name="对象 12"/>
          <p:cNvGraphicFramePr>
            <a:graphicFrameLocks noChangeAspect="1"/>
          </p:cNvGraphicFramePr>
          <p:nvPr>
            <p:extLst>
              <p:ext uri="{D42A27DB-BD31-4B8C-83A1-F6EECF244321}">
                <p14:modId xmlns:p14="http://schemas.microsoft.com/office/powerpoint/2010/main" val="1088602089"/>
              </p:ext>
            </p:extLst>
          </p:nvPr>
        </p:nvGraphicFramePr>
        <p:xfrm>
          <a:off x="6347261" y="4944551"/>
          <a:ext cx="11671959" cy="725622"/>
        </p:xfrm>
        <a:graphic>
          <a:graphicData uri="http://schemas.openxmlformats.org/presentationml/2006/ole">
            <mc:AlternateContent xmlns:mc="http://schemas.openxmlformats.org/markup-compatibility/2006">
              <mc:Choice xmlns:v="urn:schemas-microsoft-com:vml" Requires="v">
                <p:oleObj spid="_x0000_s35902" name="文档" r:id="rId10" imgW="3826872" imgH="237909" progId="Word.Document.12">
                  <p:embed/>
                </p:oleObj>
              </mc:Choice>
              <mc:Fallback>
                <p:oleObj name="文档" r:id="rId10" imgW="3826872" imgH="237909" progId="Word.Document.12">
                  <p:embed/>
                  <p:pic>
                    <p:nvPicPr>
                      <p:cNvPr id="0" name=""/>
                      <p:cNvPicPr/>
                      <p:nvPr/>
                    </p:nvPicPr>
                    <p:blipFill>
                      <a:blip r:embed="rId11"/>
                      <a:stretch>
                        <a:fillRect/>
                      </a:stretch>
                    </p:blipFill>
                    <p:spPr>
                      <a:xfrm>
                        <a:off x="6347261" y="4944551"/>
                        <a:ext cx="11671959" cy="725622"/>
                      </a:xfrm>
                      <a:prstGeom prst="rect">
                        <a:avLst/>
                      </a:prstGeom>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2422266694"/>
              </p:ext>
            </p:extLst>
          </p:nvPr>
        </p:nvGraphicFramePr>
        <p:xfrm>
          <a:off x="511281" y="5626511"/>
          <a:ext cx="11671959" cy="725622"/>
        </p:xfrm>
        <a:graphic>
          <a:graphicData uri="http://schemas.openxmlformats.org/presentationml/2006/ole">
            <mc:AlternateContent xmlns:mc="http://schemas.openxmlformats.org/markup-compatibility/2006">
              <mc:Choice xmlns:v="urn:schemas-microsoft-com:vml" Requires="v">
                <p:oleObj spid="_x0000_s35903" name="文档" r:id="rId13" imgW="3826872" imgH="237909" progId="Word.Document.12">
                  <p:embed/>
                </p:oleObj>
              </mc:Choice>
              <mc:Fallback>
                <p:oleObj name="文档" r:id="rId13" imgW="3826872" imgH="237909" progId="Word.Document.12">
                  <p:embed/>
                  <p:pic>
                    <p:nvPicPr>
                      <p:cNvPr id="0" name=""/>
                      <p:cNvPicPr/>
                      <p:nvPr/>
                    </p:nvPicPr>
                    <p:blipFill>
                      <a:blip r:embed="rId14"/>
                      <a:stretch>
                        <a:fillRect/>
                      </a:stretch>
                    </p:blipFill>
                    <p:spPr>
                      <a:xfrm>
                        <a:off x="511281" y="5626511"/>
                        <a:ext cx="11671959" cy="725622"/>
                      </a:xfrm>
                      <a:prstGeom prst="rect">
                        <a:avLst/>
                      </a:prstGeom>
                    </p:spPr>
                  </p:pic>
                </p:oleObj>
              </mc:Fallback>
            </mc:AlternateContent>
          </a:graphicData>
        </a:graphic>
      </p:graphicFrame>
    </p:spTree>
    <p:extLst>
      <p:ext uri="{BB962C8B-B14F-4D97-AF65-F5344CB8AC3E}">
        <p14:creationId xmlns:p14="http://schemas.microsoft.com/office/powerpoint/2010/main" val="814022059"/>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randombar(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randombar(horizontal)">
                                      <p:cBhvr>
                                        <p:cTn id="17" dur="500"/>
                                        <p:tgtEl>
                                          <p:spTgt spid="9"/>
                                        </p:tgtEl>
                                      </p:cBhvr>
                                    </p:animEffect>
                                  </p:childTnLst>
                                </p:cTn>
                              </p:par>
                              <p:par>
                                <p:cTn id="18" presetID="14" presetClass="entr" presetSubtype="10" fill="hold"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randombar(horizontal)">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randombar(horizontal)">
                                      <p:cBhvr>
                                        <p:cTn id="2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矩形 3"/>
              <p:cNvSpPr>
                <a:spLocks noChangeAspect="1"/>
              </p:cNvSpPr>
              <p:nvPr/>
            </p:nvSpPr>
            <p:spPr>
              <a:xfrm>
                <a:off x="361950" y="1439887"/>
                <a:ext cx="10807700" cy="2792944"/>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8</a:t>
                </a:r>
                <a:r>
                  <a:rPr lang="en-US" altLang="zh-CN" i="1" dirty="0">
                    <a:solidFill>
                      <a:srgbClr val="000000"/>
                    </a:solidFill>
                    <a:effectLst/>
                    <a:ea typeface="宋体" panose="02010600030101010101" pitchFamily="2" charset="-122"/>
                    <a:cs typeface="Times New Roman" panose="02020603050405020304" pitchFamily="18" charset="0"/>
                  </a:rPr>
                  <a:t>.</a:t>
                </a:r>
                <a:r>
                  <a:rPr lang="en-US" altLang="zh-CN" dirty="0">
                    <a:solidFill>
                      <a:srgbClr val="000000"/>
                    </a:solidFill>
                    <a:effectLst/>
                    <a:ea typeface="宋体" panose="02010600030101010101" pitchFamily="2" charset="-122"/>
                    <a:cs typeface="Times New Roman" panose="02020603050405020304" pitchFamily="18" charset="0"/>
                  </a:rPr>
                  <a:t>(2024·</a:t>
                </a:r>
                <a:r>
                  <a:rPr lang="zh-CN" altLang="zh-CN" dirty="0">
                    <a:solidFill>
                      <a:srgbClr val="000000"/>
                    </a:solidFill>
                    <a:effectLst/>
                    <a:ea typeface="楷体" panose="02010609060101010101" pitchFamily="49" charset="-122"/>
                    <a:cs typeface="Times New Roman" panose="02020603050405020304" pitchFamily="18" charset="0"/>
                  </a:rPr>
                  <a:t>天津高考</a:t>
                </a:r>
                <a:r>
                  <a:rPr lang="en-US" altLang="zh-CN" dirty="0">
                    <a:solidFill>
                      <a:srgbClr val="000000"/>
                    </a:solidFill>
                    <a:effectLst/>
                    <a:ea typeface="宋体" panose="02010600030101010101" pitchFamily="2" charset="-122"/>
                    <a:cs typeface="Times New Roman" panose="02020603050405020304" pitchFamily="18" charset="0"/>
                  </a:rPr>
                  <a:t>)</a:t>
                </a:r>
                <a:r>
                  <a:rPr lang="zh-CN" altLang="zh-CN" dirty="0">
                    <a:solidFill>
                      <a:srgbClr val="000000"/>
                    </a:solidFill>
                    <a:effectLst/>
                    <a:ea typeface="宋体" panose="02010600030101010101" pitchFamily="2" charset="-122"/>
                    <a:cs typeface="Times New Roman" panose="02020603050405020304" pitchFamily="18" charset="0"/>
                  </a:rPr>
                  <a:t>在边长为</a:t>
                </a:r>
                <a:r>
                  <a:rPr lang="en-US" altLang="zh-CN" dirty="0">
                    <a:solidFill>
                      <a:srgbClr val="000000"/>
                    </a:solidFill>
                    <a:effectLst/>
                    <a:ea typeface="宋体" panose="02010600030101010101" pitchFamily="2" charset="-122"/>
                    <a:cs typeface="Times New Roman" panose="02020603050405020304" pitchFamily="18" charset="0"/>
                  </a:rPr>
                  <a:t>1</a:t>
                </a:r>
                <a:r>
                  <a:rPr lang="zh-CN" altLang="zh-CN" dirty="0">
                    <a:solidFill>
                      <a:srgbClr val="000000"/>
                    </a:solidFill>
                    <a:effectLst/>
                    <a:ea typeface="宋体" panose="02010600030101010101" pitchFamily="2" charset="-122"/>
                    <a:cs typeface="Times New Roman" panose="02020603050405020304" pitchFamily="18" charset="0"/>
                  </a:rPr>
                  <a:t>的正方形</a:t>
                </a:r>
                <a:r>
                  <a:rPr lang="en-US" altLang="zh-CN" i="1" dirty="0">
                    <a:solidFill>
                      <a:srgbClr val="000000"/>
                    </a:solidFill>
                    <a:effectLst/>
                    <a:ea typeface="宋体" panose="02010600030101010101" pitchFamily="2" charset="-122"/>
                    <a:cs typeface="Times New Roman" panose="02020603050405020304" pitchFamily="18" charset="0"/>
                  </a:rPr>
                  <a:t>ABCD</a:t>
                </a:r>
                <a:r>
                  <a:rPr lang="zh-CN" altLang="zh-CN" dirty="0">
                    <a:solidFill>
                      <a:srgbClr val="000000"/>
                    </a:solidFill>
                    <a:effectLst/>
                    <a:ea typeface="宋体" panose="02010600030101010101" pitchFamily="2" charset="-122"/>
                    <a:cs typeface="Times New Roman" panose="02020603050405020304" pitchFamily="18" charset="0"/>
                  </a:rPr>
                  <a:t>中</a:t>
                </a:r>
                <a:r>
                  <a:rPr lang="en-US" altLang="zh-CN" dirty="0">
                    <a:solidFill>
                      <a:srgbClr val="000000"/>
                    </a:solidFill>
                    <a:effectLst/>
                    <a:ea typeface="宋体" panose="02010600030101010101" pitchFamily="2" charset="-122"/>
                    <a:cs typeface="Times New Roman" panose="02020603050405020304" pitchFamily="18" charset="0"/>
                  </a:rPr>
                  <a:t>,</a:t>
                </a:r>
                <a:r>
                  <a:rPr lang="en-US" altLang="zh-CN" i="1" dirty="0">
                    <a:solidFill>
                      <a:srgbClr val="000000"/>
                    </a:solidFill>
                    <a:effectLst/>
                    <a:ea typeface="宋体" panose="02010600030101010101" pitchFamily="2" charset="-122"/>
                    <a:cs typeface="Times New Roman" panose="02020603050405020304" pitchFamily="18" charset="0"/>
                  </a:rPr>
                  <a:t>E</a:t>
                </a:r>
                <a:r>
                  <a:rPr lang="zh-CN" altLang="zh-CN" dirty="0">
                    <a:solidFill>
                      <a:srgbClr val="000000"/>
                    </a:solidFill>
                    <a:effectLst/>
                    <a:ea typeface="宋体" panose="02010600030101010101" pitchFamily="2" charset="-122"/>
                    <a:cs typeface="Times New Roman" panose="02020603050405020304" pitchFamily="18" charset="0"/>
                  </a:rPr>
                  <a:t>为线段</a:t>
                </a:r>
                <a:r>
                  <a:rPr lang="en-US" altLang="zh-CN" i="1" dirty="0">
                    <a:solidFill>
                      <a:srgbClr val="000000"/>
                    </a:solidFill>
                    <a:effectLst/>
                    <a:ea typeface="宋体" panose="02010600030101010101" pitchFamily="2" charset="-122"/>
                    <a:cs typeface="Times New Roman" panose="02020603050405020304" pitchFamily="18" charset="0"/>
                  </a:rPr>
                  <a:t>CD</a:t>
                </a:r>
                <a:r>
                  <a:rPr lang="zh-CN" altLang="zh-CN" dirty="0">
                    <a:solidFill>
                      <a:srgbClr val="000000"/>
                    </a:solidFill>
                    <a:effectLst/>
                    <a:ea typeface="宋体" panose="02010600030101010101" pitchFamily="2" charset="-122"/>
                    <a:cs typeface="Times New Roman" panose="02020603050405020304" pitchFamily="18" charset="0"/>
                  </a:rPr>
                  <a:t>的三等分点</a:t>
                </a:r>
                <a:r>
                  <a:rPr lang="en-US" altLang="zh-CN" dirty="0">
                    <a:solidFill>
                      <a:srgbClr val="000000"/>
                    </a:solidFill>
                    <a:effectLst/>
                    <a:ea typeface="宋体" panose="02010600030101010101" pitchFamily="2" charset="-122"/>
                    <a:cs typeface="Times New Roman" panose="02020603050405020304" pitchFamily="18" charset="0"/>
                  </a:rPr>
                  <a:t>,</a:t>
                </a:r>
                <a:r>
                  <a:rPr lang="en-US" altLang="zh-CN" i="1" dirty="0">
                    <a:solidFill>
                      <a:srgbClr val="000000"/>
                    </a:solidFill>
                    <a:effectLst/>
                    <a:ea typeface="宋体" panose="02010600030101010101" pitchFamily="2" charset="-122"/>
                    <a:cs typeface="Times New Roman" panose="02020603050405020304" pitchFamily="18" charset="0"/>
                  </a:rPr>
                  <a:t>CE=</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den>
                    </m:f>
                  </m:oMath>
                </a14:m>
                <a:r>
                  <a:rPr lang="en-US" altLang="zh-CN" i="1" dirty="0">
                    <a:solidFill>
                      <a:srgbClr val="000000"/>
                    </a:solidFill>
                    <a:effectLst/>
                    <a:ea typeface="宋体" panose="02010600030101010101" pitchFamily="2" charset="-122"/>
                    <a:cs typeface="Times New Roman" panose="02020603050405020304" pitchFamily="18" charset="0"/>
                  </a:rPr>
                  <a:t>DE</a:t>
                </a:r>
                <a:r>
                  <a:rPr lang="en-US" altLang="zh-CN" dirty="0">
                    <a:solidFill>
                      <a:srgbClr val="000000"/>
                    </a:solidFill>
                    <a:effectLst/>
                    <a:ea typeface="宋体" panose="02010600030101010101" pitchFamily="2" charset="-122"/>
                    <a:cs typeface="Times New Roman" panose="02020603050405020304" pitchFamily="18" charset="0"/>
                  </a:rPr>
                  <a:t>,</a:t>
                </a:r>
                <a14:m>
                  <m:oMath xmlns:m="http://schemas.openxmlformats.org/officeDocument/2006/math">
                    <m:acc>
                      <m:accPr>
                        <m:chr m:val="⃗"/>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𝐵𝐸</m:t>
                        </m:r>
                      </m:e>
                    </m:acc>
                  </m:oMath>
                </a14:m>
                <a:r>
                  <a:rPr lang="en-US" altLang="zh-CN" i="1" dirty="0">
                    <a:solidFill>
                      <a:srgbClr val="000000"/>
                    </a:solidFill>
                    <a:effectLst/>
                    <a:ea typeface="宋体" panose="02010600030101010101" pitchFamily="2" charset="-122"/>
                    <a:cs typeface="Times New Roman" panose="02020603050405020304" pitchFamily="18" charset="0"/>
                  </a:rPr>
                  <a:t>=</a:t>
                </a:r>
                <a:r>
                  <a:rPr lang="en-US" altLang="zh-CN" i="1" dirty="0">
                    <a:solidFill>
                      <a:srgbClr val="000000"/>
                    </a:solidFill>
                    <a:effectLst/>
                    <a:ea typeface="Microsoft Yi Baiti" panose="03000500000000000000" pitchFamily="66" charset="0"/>
                    <a:cs typeface="Times New Roman" panose="02020603050405020304" pitchFamily="18" charset="0"/>
                  </a:rPr>
                  <a:t>λ</a:t>
                </a:r>
                <a14:m>
                  <m:oMath xmlns:m="http://schemas.openxmlformats.org/officeDocument/2006/math">
                    <m:acc>
                      <m:accPr>
                        <m:chr m:val="⃗"/>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𝐵𝐴</m:t>
                        </m:r>
                      </m:e>
                    </m:acc>
                  </m:oMath>
                </a14:m>
                <a:r>
                  <a:rPr lang="en-US" altLang="zh-CN" i="1" dirty="0">
                    <a:solidFill>
                      <a:srgbClr val="000000"/>
                    </a:solidFill>
                    <a:effectLst/>
                    <a:ea typeface="宋体" panose="02010600030101010101" pitchFamily="2" charset="-122"/>
                    <a:cs typeface="Times New Roman" panose="02020603050405020304" pitchFamily="18" charset="0"/>
                  </a:rPr>
                  <a:t>+</a:t>
                </a:r>
                <a:r>
                  <a:rPr lang="en-US" altLang="zh-CN" i="1" dirty="0">
                    <a:solidFill>
                      <a:srgbClr val="000000"/>
                    </a:solidFill>
                    <a:effectLst/>
                    <a:ea typeface="Microsoft Yi Baiti" panose="03000500000000000000" pitchFamily="66" charset="0"/>
                    <a:cs typeface="Times New Roman" panose="02020603050405020304" pitchFamily="18" charset="0"/>
                  </a:rPr>
                  <a:t>μ</a:t>
                </a:r>
                <a14:m>
                  <m:oMath xmlns:m="http://schemas.openxmlformats.org/officeDocument/2006/math">
                    <m:acc>
                      <m:accPr>
                        <m:chr m:val="⃗"/>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𝐵𝐶</m:t>
                        </m:r>
                      </m:e>
                    </m:acc>
                  </m:oMath>
                </a14:m>
                <a:r>
                  <a:rPr lang="en-US" altLang="zh-CN" dirty="0">
                    <a:solidFill>
                      <a:srgbClr val="000000"/>
                    </a:solidFill>
                    <a:effectLst/>
                    <a:ea typeface="宋体" panose="02010600030101010101" pitchFamily="2" charset="-122"/>
                    <a:cs typeface="Times New Roman" panose="02020603050405020304" pitchFamily="18" charset="0"/>
                  </a:rPr>
                  <a:t>,</a:t>
                </a:r>
                <a:r>
                  <a:rPr lang="zh-CN" altLang="zh-CN" dirty="0">
                    <a:solidFill>
                      <a:srgbClr val="000000"/>
                    </a:solidFill>
                    <a:effectLst/>
                    <a:ea typeface="宋体" panose="02010600030101010101" pitchFamily="2" charset="-122"/>
                    <a:cs typeface="Times New Roman" panose="02020603050405020304" pitchFamily="18" charset="0"/>
                  </a:rPr>
                  <a:t>则</a:t>
                </a:r>
                <a:r>
                  <a:rPr lang="en-US" altLang="zh-CN" i="1" dirty="0" err="1">
                    <a:solidFill>
                      <a:srgbClr val="000000"/>
                    </a:solidFill>
                    <a:effectLst/>
                    <a:ea typeface="Microsoft Yi Baiti" panose="03000500000000000000" pitchFamily="66" charset="0"/>
                    <a:cs typeface="Times New Roman" panose="02020603050405020304" pitchFamily="18" charset="0"/>
                  </a:rPr>
                  <a:t>λ</a:t>
                </a:r>
                <a:r>
                  <a:rPr lang="en-US" altLang="zh-CN" i="1" dirty="0" err="1">
                    <a:solidFill>
                      <a:srgbClr val="000000"/>
                    </a:solidFill>
                    <a:effectLst/>
                    <a:ea typeface="宋体" panose="02010600030101010101" pitchFamily="2" charset="-122"/>
                    <a:cs typeface="Times New Roman" panose="02020603050405020304" pitchFamily="18" charset="0"/>
                  </a:rPr>
                  <a:t>+</a:t>
                </a:r>
                <a:r>
                  <a:rPr lang="en-US" altLang="zh-CN" i="1" dirty="0" err="1">
                    <a:solidFill>
                      <a:srgbClr val="000000"/>
                    </a:solidFill>
                    <a:effectLst/>
                    <a:ea typeface="Microsoft Yi Baiti" panose="03000500000000000000" pitchFamily="66" charset="0"/>
                    <a:cs typeface="Times New Roman" panose="02020603050405020304" pitchFamily="18" charset="0"/>
                  </a:rPr>
                  <a:t>μ</a:t>
                </a:r>
                <a:r>
                  <a:rPr lang="en-US" altLang="zh-CN" i="1" dirty="0">
                    <a:solidFill>
                      <a:srgbClr val="000000"/>
                    </a:solidFill>
                    <a:effectLst/>
                    <a:ea typeface="宋体" panose="02010600030101010101" pitchFamily="2" charset="-122"/>
                    <a:cs typeface="Times New Roman" panose="02020603050405020304" pitchFamily="18" charset="0"/>
                  </a:rPr>
                  <a:t>=</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dirty="0">
                    <a:solidFill>
                      <a:srgbClr val="000000"/>
                    </a:solidFill>
                    <a:effectLst/>
                    <a:ea typeface="宋体" panose="02010600030101010101" pitchFamily="2" charset="-122"/>
                    <a:cs typeface="Times New Roman" panose="02020603050405020304" pitchFamily="18" charset="0"/>
                  </a:rPr>
                  <a:t>;</a:t>
                </a:r>
                <a:r>
                  <a:rPr lang="en-US" altLang="zh-CN" i="1" dirty="0">
                    <a:solidFill>
                      <a:srgbClr val="000000"/>
                    </a:solidFill>
                    <a:effectLst/>
                    <a:ea typeface="宋体" panose="02010600030101010101" pitchFamily="2" charset="-122"/>
                    <a:cs typeface="Times New Roman" panose="02020603050405020304" pitchFamily="18" charset="0"/>
                  </a:rPr>
                  <a:t>F</a:t>
                </a:r>
                <a:r>
                  <a:rPr lang="zh-CN" altLang="zh-CN" dirty="0">
                    <a:solidFill>
                      <a:srgbClr val="000000"/>
                    </a:solidFill>
                    <a:effectLst/>
                    <a:ea typeface="宋体" panose="02010600030101010101" pitchFamily="2" charset="-122"/>
                    <a:cs typeface="Times New Roman" panose="02020603050405020304" pitchFamily="18" charset="0"/>
                  </a:rPr>
                  <a:t>为线段</a:t>
                </a:r>
                <a:r>
                  <a:rPr lang="en-US" altLang="zh-CN" i="1" dirty="0">
                    <a:solidFill>
                      <a:srgbClr val="000000"/>
                    </a:solidFill>
                    <a:effectLst/>
                    <a:ea typeface="宋体" panose="02010600030101010101" pitchFamily="2" charset="-122"/>
                    <a:cs typeface="Times New Roman" panose="02020603050405020304" pitchFamily="18" charset="0"/>
                  </a:rPr>
                  <a:t>BE</a:t>
                </a:r>
                <a:r>
                  <a:rPr lang="zh-CN" altLang="zh-CN" dirty="0">
                    <a:solidFill>
                      <a:srgbClr val="000000"/>
                    </a:solidFill>
                    <a:effectLst/>
                    <a:ea typeface="宋体" panose="02010600030101010101" pitchFamily="2" charset="-122"/>
                    <a:cs typeface="Times New Roman" panose="02020603050405020304" pitchFamily="18" charset="0"/>
                  </a:rPr>
                  <a:t>上的动点</a:t>
                </a:r>
                <a:r>
                  <a:rPr lang="en-US" altLang="zh-CN" dirty="0">
                    <a:solidFill>
                      <a:srgbClr val="000000"/>
                    </a:solidFill>
                    <a:effectLst/>
                    <a:ea typeface="宋体" panose="02010600030101010101" pitchFamily="2" charset="-122"/>
                    <a:cs typeface="Times New Roman" panose="02020603050405020304" pitchFamily="18" charset="0"/>
                  </a:rPr>
                  <a:t>,</a:t>
                </a:r>
                <a:r>
                  <a:rPr lang="en-US" altLang="zh-CN" i="1" dirty="0">
                    <a:solidFill>
                      <a:srgbClr val="000000"/>
                    </a:solidFill>
                    <a:effectLst/>
                    <a:ea typeface="宋体" panose="02010600030101010101" pitchFamily="2" charset="-122"/>
                    <a:cs typeface="Times New Roman" panose="02020603050405020304" pitchFamily="18" charset="0"/>
                  </a:rPr>
                  <a:t>G</a:t>
                </a:r>
                <a:r>
                  <a:rPr lang="zh-CN" altLang="zh-CN" dirty="0">
                    <a:solidFill>
                      <a:srgbClr val="000000"/>
                    </a:solidFill>
                    <a:effectLst/>
                    <a:ea typeface="宋体" panose="02010600030101010101" pitchFamily="2" charset="-122"/>
                    <a:cs typeface="Times New Roman" panose="02020603050405020304" pitchFamily="18" charset="0"/>
                  </a:rPr>
                  <a:t>为线段</a:t>
                </a:r>
                <a:r>
                  <a:rPr lang="en-US" altLang="zh-CN" i="1" dirty="0">
                    <a:solidFill>
                      <a:srgbClr val="000000"/>
                    </a:solidFill>
                    <a:effectLst/>
                    <a:ea typeface="宋体" panose="02010600030101010101" pitchFamily="2" charset="-122"/>
                    <a:cs typeface="Times New Roman" panose="02020603050405020304" pitchFamily="18" charset="0"/>
                  </a:rPr>
                  <a:t>AF</a:t>
                </a:r>
                <a:r>
                  <a:rPr lang="zh-CN" altLang="zh-CN" dirty="0">
                    <a:solidFill>
                      <a:srgbClr val="000000"/>
                    </a:solidFill>
                    <a:effectLst/>
                    <a:ea typeface="宋体" panose="02010600030101010101" pitchFamily="2" charset="-122"/>
                    <a:cs typeface="Times New Roman" panose="02020603050405020304" pitchFamily="18" charset="0"/>
                  </a:rPr>
                  <a:t>的中点</a:t>
                </a:r>
                <a:r>
                  <a:rPr lang="en-US" altLang="zh-CN" dirty="0">
                    <a:solidFill>
                      <a:srgbClr val="000000"/>
                    </a:solidFill>
                    <a:effectLst/>
                    <a:ea typeface="宋体" panose="02010600030101010101" pitchFamily="2" charset="-122"/>
                    <a:cs typeface="Times New Roman" panose="02020603050405020304" pitchFamily="18" charset="0"/>
                  </a:rPr>
                  <a:t>,</a:t>
                </a:r>
                <a:r>
                  <a:rPr lang="zh-CN" altLang="zh-CN" dirty="0">
                    <a:solidFill>
                      <a:srgbClr val="000000"/>
                    </a:solidFill>
                    <a:effectLst/>
                    <a:ea typeface="宋体" panose="02010600030101010101" pitchFamily="2" charset="-122"/>
                    <a:cs typeface="Times New Roman" panose="02020603050405020304" pitchFamily="18" charset="0"/>
                  </a:rPr>
                  <a:t>则</a:t>
                </a:r>
                <a14:m>
                  <m:oMath xmlns:m="http://schemas.openxmlformats.org/officeDocument/2006/math">
                    <m:acc>
                      <m:accPr>
                        <m:chr m:val="⃗"/>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𝐴𝐹</m:t>
                        </m:r>
                      </m:e>
                    </m:acc>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acc>
                      <m:accPr>
                        <m:chr m:val="⃗"/>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𝐷𝐺</m:t>
                        </m:r>
                      </m:e>
                    </m:acc>
                  </m:oMath>
                </a14:m>
                <a:r>
                  <a:rPr lang="zh-CN" altLang="zh-CN" dirty="0">
                    <a:solidFill>
                      <a:srgbClr val="000000"/>
                    </a:solidFill>
                    <a:effectLst/>
                    <a:ea typeface="宋体" panose="02010600030101010101" pitchFamily="2" charset="-122"/>
                    <a:cs typeface="Times New Roman" panose="02020603050405020304" pitchFamily="18" charset="0"/>
                  </a:rPr>
                  <a:t>的最小值为</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i="1" dirty="0">
                    <a:solidFill>
                      <a:srgbClr val="000000"/>
                    </a:solidFill>
                    <a:effectLst/>
                    <a:ea typeface="宋体" panose="02010600030101010101" pitchFamily="2" charset="-122"/>
                    <a:cs typeface="Times New Roman" panose="02020603050405020304" pitchFamily="18" charset="0"/>
                  </a:rPr>
                  <a:t>.</a:t>
                </a:r>
                <a:r>
                  <a:rPr lang="en-US" altLang="zh-CN" i="1" dirty="0">
                    <a:solidFill>
                      <a:srgbClr val="000000"/>
                    </a:solidFill>
                    <a:effectLst/>
                    <a:latin typeface="宋体" panose="02010600030101010101" pitchFamily="2" charset="-122"/>
                    <a:ea typeface="NEU-BZ-S92" panose="02020503000000020003" pitchFamily="18" charset="-122"/>
                    <a:cs typeface="Times New Roman" panose="02020603050405020304" pitchFamily="18" charset="0"/>
                  </a:rPr>
                  <a:t> </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p:txBody>
          </p:sp>
        </mc:Choice>
        <mc:Fallback>
          <p:sp>
            <p:nvSpPr>
              <p:cNvPr id="4" name="矩形 3"/>
              <p:cNvSpPr>
                <a:spLocks noRot="1" noChangeAspect="1" noMove="1" noResize="1" noEditPoints="1" noAdjustHandles="1" noChangeArrowheads="1" noChangeShapeType="1" noTextEdit="1"/>
              </p:cNvSpPr>
              <p:nvPr/>
            </p:nvSpPr>
            <p:spPr>
              <a:xfrm>
                <a:off x="361950" y="1439887"/>
                <a:ext cx="10807700" cy="2792944"/>
              </a:xfrm>
              <a:prstGeom prst="rect">
                <a:avLst/>
              </a:prstGeom>
              <a:blipFill rotWithShape="0">
                <a:blip r:embed="rId2"/>
                <a:stretch>
                  <a:fillRect l="-1410" t="-2183" b="-371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51196979"/>
      </p:ext>
    </p:extLst>
  </p:cSld>
  <p:clrMapOvr>
    <a:masterClrMapping/>
  </p:clrMapOvr>
  <p:transition spd="slow">
    <p:randomBar dir="vert"/>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6" name="矩形 35"/>
              <p:cNvSpPr>
                <a:spLocks noChangeAspect="1"/>
              </p:cNvSpPr>
              <p:nvPr/>
            </p:nvSpPr>
            <p:spPr>
              <a:xfrm>
                <a:off x="361950" y="595455"/>
                <a:ext cx="10807700" cy="5781583"/>
              </a:xfrm>
              <a:prstGeom prst="rect">
                <a:avLst/>
              </a:prstGeom>
            </p:spPr>
            <p:txBody>
              <a:bodyPr>
                <a:spAutoFit/>
              </a:bodyPr>
              <a:lstStyle/>
              <a:p>
                <a:pPr>
                  <a:lnSpc>
                    <a:spcPct val="110000"/>
                  </a:lnSpc>
                  <a:spcAft>
                    <a:spcPts val="0"/>
                  </a:spcAft>
                  <a:tabLst>
                    <a:tab pos="1188085" algn="l"/>
                    <a:tab pos="2163445" algn="l"/>
                    <a:tab pos="3142615" algn="l"/>
                    <a:tab pos="4190365" algn="l"/>
                  </a:tabLst>
                </a:pPr>
                <a:r>
                  <a:rPr lang="zh-CN" altLang="zh-CN" dirty="0">
                    <a:latin typeface="+mn-lt"/>
                    <a:cs typeface="Times New Roman" panose="02020603050405020304" pitchFamily="18" charset="0"/>
                  </a:rPr>
                  <a:t>解析</a:t>
                </a:r>
                <a:r>
                  <a:rPr lang="en-US" altLang="zh-CN" dirty="0">
                    <a:latin typeface="+mn-lt"/>
                    <a:ea typeface="宋体" panose="02010600030101010101" pitchFamily="2" charset="-122"/>
                    <a:cs typeface="Times New Roman" panose="02020603050405020304" pitchFamily="18" charset="0"/>
                  </a:rPr>
                  <a:t>:</a:t>
                </a:r>
                <a:r>
                  <a:rPr lang="zh-CN" altLang="zh-CN" dirty="0">
                    <a:solidFill>
                      <a:srgbClr val="000000"/>
                    </a:solidFill>
                    <a:effectLst/>
                    <a:latin typeface="+mn-lt"/>
                    <a:ea typeface="楷体" panose="02010609060101010101" pitchFamily="49" charset="-122"/>
                    <a:cs typeface="Times New Roman" panose="02020603050405020304" pitchFamily="18" charset="0"/>
                  </a:rPr>
                  <a:t>如图</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zh-CN" altLang="zh-CN" dirty="0">
                    <a:solidFill>
                      <a:srgbClr val="000000"/>
                    </a:solidFill>
                    <a:effectLst/>
                    <a:latin typeface="+mn-lt"/>
                    <a:ea typeface="楷体" panose="02010609060101010101" pitchFamily="49" charset="-122"/>
                    <a:cs typeface="Times New Roman" panose="02020603050405020304" pitchFamily="18" charset="0"/>
                  </a:rPr>
                  <a:t>以</a:t>
                </a:r>
                <a:r>
                  <a:rPr lang="en-US" altLang="zh-CN" i="1" dirty="0">
                    <a:solidFill>
                      <a:srgbClr val="000000"/>
                    </a:solidFill>
                    <a:effectLst/>
                    <a:latin typeface="+mn-lt"/>
                    <a:ea typeface="宋体" panose="02010600030101010101" pitchFamily="2" charset="-122"/>
                    <a:cs typeface="Times New Roman" panose="02020603050405020304" pitchFamily="18" charset="0"/>
                  </a:rPr>
                  <a:t>B</a:t>
                </a:r>
                <a:r>
                  <a:rPr lang="zh-CN" altLang="zh-CN" dirty="0">
                    <a:solidFill>
                      <a:srgbClr val="000000"/>
                    </a:solidFill>
                    <a:effectLst/>
                    <a:latin typeface="+mn-lt"/>
                    <a:ea typeface="楷体" panose="02010609060101010101" pitchFamily="49" charset="-122"/>
                    <a:cs typeface="Times New Roman" panose="02020603050405020304" pitchFamily="18" charset="0"/>
                  </a:rPr>
                  <a:t>为坐标原点建立平面直角坐标系</a:t>
                </a:r>
                <a:r>
                  <a:rPr lang="en-US" altLang="zh-CN" i="1" dirty="0">
                    <a:solidFill>
                      <a:srgbClr val="000000"/>
                    </a:solidFill>
                    <a:effectLst/>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a:p>
                <a:pPr>
                  <a:lnSpc>
                    <a:spcPct val="110000"/>
                  </a:lnSpc>
                  <a:spcAft>
                    <a:spcPts val="0"/>
                  </a:spcAft>
                  <a:tabLst>
                    <a:tab pos="1188085" algn="l"/>
                    <a:tab pos="2163445" algn="l"/>
                    <a:tab pos="3142615" algn="l"/>
                    <a:tab pos="4190365" algn="l"/>
                  </a:tabLst>
                </a:pPr>
                <a:r>
                  <a:rPr lang="zh-CN" altLang="zh-CN" dirty="0">
                    <a:solidFill>
                      <a:srgbClr val="000000"/>
                    </a:solidFill>
                    <a:effectLst/>
                    <a:latin typeface="+mn-lt"/>
                    <a:ea typeface="楷体" panose="02010609060101010101" pitchFamily="49" charset="-122"/>
                    <a:cs typeface="Times New Roman" panose="02020603050405020304" pitchFamily="18" charset="0"/>
                  </a:rPr>
                  <a:t>由题意可知点</a:t>
                </a:r>
                <a:r>
                  <a:rPr lang="en-US" altLang="zh-CN" i="1" dirty="0">
                    <a:solidFill>
                      <a:srgbClr val="000000"/>
                    </a:solidFill>
                    <a:effectLst/>
                    <a:latin typeface="+mn-lt"/>
                    <a:ea typeface="宋体" panose="02010600030101010101" pitchFamily="2" charset="-122"/>
                    <a:cs typeface="Times New Roman" panose="02020603050405020304" pitchFamily="18" charset="0"/>
                  </a:rPr>
                  <a:t>A</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1,0),</a:t>
                </a:r>
                <a:r>
                  <a:rPr lang="en-US" altLang="zh-CN" i="1" dirty="0">
                    <a:solidFill>
                      <a:srgbClr val="000000"/>
                    </a:solidFill>
                    <a:effectLst/>
                    <a:latin typeface="+mn-lt"/>
                    <a:ea typeface="宋体" panose="02010600030101010101" pitchFamily="2" charset="-122"/>
                    <a:cs typeface="Times New Roman" panose="02020603050405020304" pitchFamily="18" charset="0"/>
                  </a:rPr>
                  <a:t>B</a:t>
                </a:r>
                <a:r>
                  <a:rPr lang="en-US" altLang="zh-CN" dirty="0">
                    <a:solidFill>
                      <a:srgbClr val="000000"/>
                    </a:solidFill>
                    <a:effectLst/>
                    <a:latin typeface="+mn-lt"/>
                    <a:ea typeface="宋体" panose="02010600030101010101" pitchFamily="2" charset="-122"/>
                    <a:cs typeface="Times New Roman" panose="02020603050405020304" pitchFamily="18" charset="0"/>
                  </a:rPr>
                  <a:t>(0,0),</a:t>
                </a:r>
                <a:r>
                  <a:rPr lang="en-US" altLang="zh-CN" i="1" dirty="0">
                    <a:solidFill>
                      <a:srgbClr val="000000"/>
                    </a:solidFill>
                    <a:effectLst/>
                    <a:latin typeface="+mn-lt"/>
                    <a:ea typeface="宋体" panose="02010600030101010101" pitchFamily="2" charset="-122"/>
                    <a:cs typeface="Times New Roman" panose="02020603050405020304" pitchFamily="18" charset="0"/>
                  </a:rPr>
                  <a:t>C</a:t>
                </a:r>
                <a:r>
                  <a:rPr lang="en-US" altLang="zh-CN" dirty="0">
                    <a:solidFill>
                      <a:srgbClr val="000000"/>
                    </a:solidFill>
                    <a:effectLst/>
                    <a:latin typeface="+mn-lt"/>
                    <a:ea typeface="宋体" panose="02010600030101010101" pitchFamily="2" charset="-122"/>
                    <a:cs typeface="Times New Roman" panose="02020603050405020304" pitchFamily="18" charset="0"/>
                  </a:rPr>
                  <a:t>(0,1),</a:t>
                </a:r>
                <a:r>
                  <a:rPr lang="en-US" altLang="zh-CN" i="1" dirty="0">
                    <a:solidFill>
                      <a:srgbClr val="000000"/>
                    </a:solidFill>
                    <a:effectLst/>
                    <a:latin typeface="+mn-lt"/>
                    <a:ea typeface="宋体" panose="02010600030101010101" pitchFamily="2" charset="-122"/>
                    <a:cs typeface="Times New Roman" panose="02020603050405020304" pitchFamily="18" charset="0"/>
                  </a:rPr>
                  <a:t>D</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1,1),</a:t>
                </a:r>
                <a:r>
                  <a:rPr lang="en-US" altLang="zh-CN" i="1" dirty="0">
                    <a:solidFill>
                      <a:srgbClr val="000000"/>
                    </a:solidFill>
                    <a:effectLst/>
                    <a:latin typeface="+mn-lt"/>
                    <a:ea typeface="宋体" panose="02010600030101010101" pitchFamily="2" charset="-122"/>
                    <a:cs typeface="Times New Roman" panose="02020603050405020304" pitchFamily="18" charset="0"/>
                  </a:rPr>
                  <a:t>E</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3</m:t>
                        </m:r>
                      </m:den>
                    </m:f>
                  </m:oMath>
                </a14:m>
                <a:r>
                  <a:rPr lang="en-US" altLang="zh-CN" dirty="0">
                    <a:solidFill>
                      <a:srgbClr val="000000"/>
                    </a:solidFill>
                    <a:effectLst/>
                    <a:latin typeface="+mn-lt"/>
                    <a:ea typeface="宋体" panose="02010600030101010101" pitchFamily="2" charset="-122"/>
                    <a:cs typeface="Times New Roman" panose="02020603050405020304" pitchFamily="18" charset="0"/>
                  </a:rPr>
                  <a:t>,1),</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a:p>
                <a:pPr>
                  <a:lnSpc>
                    <a:spcPct val="110000"/>
                  </a:lnSpc>
                  <a:spcAft>
                    <a:spcPts val="0"/>
                  </a:spcAft>
                  <a:tabLst>
                    <a:tab pos="1188085" algn="l"/>
                    <a:tab pos="2163445" algn="l"/>
                    <a:tab pos="3142615" algn="l"/>
                    <a:tab pos="4190365" algn="l"/>
                  </a:tabLst>
                </a:pPr>
                <a:r>
                  <a:rPr lang="zh-CN" altLang="zh-CN" dirty="0">
                    <a:solidFill>
                      <a:srgbClr val="000000"/>
                    </a:solidFill>
                    <a:effectLst/>
                    <a:latin typeface="+mn-lt"/>
                    <a:ea typeface="楷体" panose="02010609060101010101" pitchFamily="49" charset="-122"/>
                    <a:cs typeface="Times New Roman" panose="02020603050405020304" pitchFamily="18" charset="0"/>
                  </a:rPr>
                  <a:t>则</a:t>
                </a:r>
                <a14:m>
                  <m:oMath xmlns:m="http://schemas.openxmlformats.org/officeDocument/2006/math">
                    <m:acc>
                      <m:accPr>
                        <m:chr m:val="⃗"/>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𝐵𝐴</m:t>
                        </m:r>
                      </m:e>
                    </m:acc>
                  </m:oMath>
                </a14:m>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1,0),</a:t>
                </a:r>
                <a14:m>
                  <m:oMath xmlns:m="http://schemas.openxmlformats.org/officeDocument/2006/math">
                    <m:acc>
                      <m:accPr>
                        <m:chr m:val="⃗"/>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𝐵𝐶</m:t>
                        </m:r>
                      </m:e>
                    </m:acc>
                  </m:oMath>
                </a14:m>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(0,1),</a:t>
                </a:r>
                <a14:m>
                  <m:oMath xmlns:m="http://schemas.openxmlformats.org/officeDocument/2006/math">
                    <m:acc>
                      <m:accPr>
                        <m:chr m:val="⃗"/>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𝐵𝐸</m:t>
                        </m:r>
                      </m:e>
                    </m:acc>
                  </m:oMath>
                </a14:m>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3</m:t>
                        </m:r>
                      </m:den>
                    </m:f>
                  </m:oMath>
                </a14:m>
                <a:r>
                  <a:rPr lang="en-US" altLang="zh-CN" dirty="0">
                    <a:solidFill>
                      <a:srgbClr val="000000"/>
                    </a:solidFill>
                    <a:effectLst/>
                    <a:latin typeface="+mn-lt"/>
                    <a:ea typeface="宋体" panose="02010600030101010101" pitchFamily="2" charset="-122"/>
                    <a:cs typeface="Times New Roman" panose="02020603050405020304" pitchFamily="18" charset="0"/>
                  </a:rPr>
                  <a:t>,1)</a:t>
                </a:r>
                <a:r>
                  <a:rPr lang="en-US" altLang="zh-CN" i="1" dirty="0">
                    <a:solidFill>
                      <a:srgbClr val="000000"/>
                    </a:solidFill>
                    <a:effectLst/>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a:p>
                <a:pPr>
                  <a:lnSpc>
                    <a:spcPct val="110000"/>
                  </a:lnSpc>
                  <a:spcAft>
                    <a:spcPts val="0"/>
                  </a:spcAft>
                  <a:tabLst>
                    <a:tab pos="1188085" algn="l"/>
                    <a:tab pos="2163445" algn="l"/>
                    <a:tab pos="3142615" algn="l"/>
                    <a:tab pos="4190365" algn="l"/>
                  </a:tabLst>
                </a:pPr>
                <a:r>
                  <a:rPr lang="zh-CN" altLang="zh-CN" dirty="0">
                    <a:solidFill>
                      <a:srgbClr val="000000"/>
                    </a:solidFill>
                    <a:effectLst/>
                    <a:latin typeface="+mn-lt"/>
                    <a:ea typeface="楷体" panose="02010609060101010101" pitchFamily="49" charset="-122"/>
                    <a:cs typeface="Times New Roman" panose="02020603050405020304" pitchFamily="18" charset="0"/>
                  </a:rPr>
                  <a:t>由</a:t>
                </a:r>
                <a14:m>
                  <m:oMath xmlns:m="http://schemas.openxmlformats.org/officeDocument/2006/math">
                    <m:acc>
                      <m:accPr>
                        <m:chr m:val="⃗"/>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𝐵𝐸</m:t>
                        </m:r>
                      </m:e>
                    </m:acc>
                  </m:oMath>
                </a14:m>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i="1" dirty="0">
                    <a:solidFill>
                      <a:srgbClr val="000000"/>
                    </a:solidFill>
                    <a:effectLst/>
                    <a:latin typeface="+mn-lt"/>
                    <a:ea typeface="Microsoft Yi Baiti" panose="03000500000000000000" pitchFamily="66" charset="0"/>
                    <a:cs typeface="Times New Roman" panose="02020603050405020304" pitchFamily="18" charset="0"/>
                  </a:rPr>
                  <a:t>λ</a:t>
                </a:r>
                <a14:m>
                  <m:oMath xmlns:m="http://schemas.openxmlformats.org/officeDocument/2006/math">
                    <m:acc>
                      <m:accPr>
                        <m:chr m:val="⃗"/>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𝐵𝐴</m:t>
                        </m:r>
                      </m:e>
                    </m:acc>
                  </m:oMath>
                </a14:m>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i="1" dirty="0">
                    <a:solidFill>
                      <a:srgbClr val="000000"/>
                    </a:solidFill>
                    <a:effectLst/>
                    <a:latin typeface="+mn-lt"/>
                    <a:ea typeface="Microsoft Yi Baiti" panose="03000500000000000000" pitchFamily="66" charset="0"/>
                    <a:cs typeface="Times New Roman" panose="02020603050405020304" pitchFamily="18" charset="0"/>
                  </a:rPr>
                  <a:t>μ</a:t>
                </a:r>
                <a14:m>
                  <m:oMath xmlns:m="http://schemas.openxmlformats.org/officeDocument/2006/math">
                    <m:acc>
                      <m:accPr>
                        <m:chr m:val="⃗"/>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𝐵𝐶</m:t>
                        </m:r>
                      </m:e>
                    </m:acc>
                  </m:oMath>
                </a14:m>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zh-CN" altLang="zh-CN" dirty="0">
                    <a:solidFill>
                      <a:srgbClr val="000000"/>
                    </a:solidFill>
                    <a:effectLst/>
                    <a:latin typeface="+mn-lt"/>
                    <a:ea typeface="楷体" panose="02010609060101010101" pitchFamily="49" charset="-122"/>
                    <a:cs typeface="Times New Roman" panose="02020603050405020304" pitchFamily="18" charset="0"/>
                  </a:rPr>
                  <a:t>得</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3</m:t>
                        </m:r>
                      </m:den>
                    </m:f>
                  </m:oMath>
                </a14:m>
                <a:r>
                  <a:rPr lang="en-US" altLang="zh-CN" dirty="0">
                    <a:solidFill>
                      <a:srgbClr val="000000"/>
                    </a:solidFill>
                    <a:effectLst/>
                    <a:latin typeface="+mn-lt"/>
                    <a:ea typeface="宋体" panose="02010600030101010101" pitchFamily="2" charset="-122"/>
                    <a:cs typeface="Times New Roman" panose="02020603050405020304" pitchFamily="18" charset="0"/>
                  </a:rPr>
                  <a:t>,1)</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i="1" dirty="0">
                    <a:solidFill>
                      <a:srgbClr val="000000"/>
                    </a:solidFill>
                    <a:effectLst/>
                    <a:latin typeface="+mn-lt"/>
                    <a:ea typeface="Microsoft Yi Baiti" panose="03000500000000000000" pitchFamily="66" charset="0"/>
                    <a:cs typeface="Times New Roman" panose="02020603050405020304" pitchFamily="18" charset="0"/>
                  </a:rPr>
                  <a:t>λ</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1,0)</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i="1" dirty="0">
                    <a:solidFill>
                      <a:srgbClr val="000000"/>
                    </a:solidFill>
                    <a:effectLst/>
                    <a:latin typeface="+mn-lt"/>
                    <a:ea typeface="Microsoft Yi Baiti" panose="03000500000000000000" pitchFamily="66" charset="0"/>
                    <a:cs typeface="Times New Roman" panose="02020603050405020304" pitchFamily="18" charset="0"/>
                  </a:rPr>
                  <a:t>μ</a:t>
                </a:r>
                <a:r>
                  <a:rPr lang="en-US" altLang="zh-CN" dirty="0">
                    <a:solidFill>
                      <a:srgbClr val="000000"/>
                    </a:solidFill>
                    <a:effectLst/>
                    <a:latin typeface="+mn-lt"/>
                    <a:ea typeface="宋体" panose="02010600030101010101" pitchFamily="2" charset="-122"/>
                    <a:cs typeface="Times New Roman" panose="02020603050405020304" pitchFamily="18" charset="0"/>
                  </a:rPr>
                  <a:t>(0,1</a:t>
                </a:r>
                <a:r>
                  <a:rPr lang="en-US" altLang="zh-CN" dirty="0" smtClean="0">
                    <a:solidFill>
                      <a:srgbClr val="000000"/>
                    </a:solidFill>
                    <a:effectLst/>
                    <a:latin typeface="+mn-lt"/>
                    <a:ea typeface="宋体" panose="02010600030101010101" pitchFamily="2" charset="-122"/>
                    <a:cs typeface="Times New Roman" panose="02020603050405020304" pitchFamily="18" charset="0"/>
                  </a:rPr>
                  <a:t>),</a:t>
                </a:r>
              </a:p>
              <a:p>
                <a:pPr>
                  <a:lnSpc>
                    <a:spcPct val="110000"/>
                  </a:lnSpc>
                  <a:spcAft>
                    <a:spcPts val="0"/>
                  </a:spcAft>
                  <a:tabLst>
                    <a:tab pos="1188085" algn="l"/>
                    <a:tab pos="2163445" algn="l"/>
                    <a:tab pos="3142615" algn="l"/>
                    <a:tab pos="4190365" algn="l"/>
                  </a:tabLst>
                </a:pPr>
                <a:r>
                  <a:rPr lang="zh-CN" altLang="zh-CN" i="1" dirty="0" smtClean="0">
                    <a:solidFill>
                      <a:srgbClr val="000000"/>
                    </a:solidFill>
                    <a:effectLst/>
                    <a:latin typeface="+mn-lt"/>
                    <a:ea typeface="宋体" panose="02010600030101010101" pitchFamily="2" charset="-122"/>
                    <a:cs typeface="宋体" panose="02010600030101010101" pitchFamily="2" charset="-122"/>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i="1" dirty="0">
                    <a:solidFill>
                      <a:srgbClr val="000000"/>
                    </a:solidFill>
                    <a:effectLst/>
                    <a:latin typeface="+mn-lt"/>
                    <a:ea typeface="Microsoft Yi Baiti" panose="03000500000000000000" pitchFamily="66" charset="0"/>
                    <a:cs typeface="Times New Roman" panose="02020603050405020304" pitchFamily="18" charset="0"/>
                  </a:rPr>
                  <a:t>λ</a:t>
                </a:r>
                <a:r>
                  <a:rPr lang="en-US" altLang="zh-CN" i="1" dirty="0">
                    <a:solidFill>
                      <a:srgbClr val="000000"/>
                    </a:solidFill>
                    <a:effectLst/>
                    <a:latin typeface="+mn-lt"/>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3</m:t>
                        </m:r>
                      </m:den>
                    </m:f>
                  </m:oMath>
                </a14:m>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i="1" dirty="0">
                    <a:solidFill>
                      <a:srgbClr val="000000"/>
                    </a:solidFill>
                    <a:effectLst/>
                    <a:latin typeface="+mn-lt"/>
                    <a:ea typeface="Microsoft Yi Baiti" panose="03000500000000000000" pitchFamily="66" charset="0"/>
                    <a:cs typeface="Times New Roman" panose="02020603050405020304" pitchFamily="18" charset="0"/>
                  </a:rPr>
                  <a:t>μ</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1,</a:t>
                </a:r>
                <a:r>
                  <a:rPr lang="zh-CN" altLang="zh-CN" i="1" dirty="0">
                    <a:solidFill>
                      <a:srgbClr val="000000"/>
                    </a:solidFill>
                    <a:effectLst/>
                    <a:latin typeface="+mn-lt"/>
                    <a:ea typeface="宋体" panose="02010600030101010101" pitchFamily="2" charset="-122"/>
                    <a:cs typeface="宋体" panose="02010600030101010101" pitchFamily="2" charset="-122"/>
                  </a:rPr>
                  <a:t>∴</a:t>
                </a:r>
                <a:r>
                  <a:rPr lang="en-US" altLang="zh-CN" i="1" dirty="0">
                    <a:solidFill>
                      <a:srgbClr val="000000"/>
                    </a:solidFill>
                    <a:effectLst/>
                    <a:latin typeface="+mn-lt"/>
                    <a:ea typeface="Microsoft Yi Baiti" panose="03000500000000000000" pitchFamily="66" charset="0"/>
                    <a:cs typeface="Times New Roman" panose="02020603050405020304" pitchFamily="18" charset="0"/>
                  </a:rPr>
                  <a:t>λ</a:t>
                </a:r>
                <a:r>
                  <a:rPr lang="en-US" altLang="zh-CN" i="1" dirty="0">
                    <a:solidFill>
                      <a:srgbClr val="000000"/>
                    </a:solidFill>
                    <a:effectLst/>
                    <a:latin typeface="+mn-lt"/>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3</m:t>
                        </m:r>
                      </m:den>
                    </m:f>
                  </m:oMath>
                </a14:m>
                <a:r>
                  <a:rPr lang="en-US" altLang="zh-CN" i="1" dirty="0" smtClean="0">
                    <a:solidFill>
                      <a:srgbClr val="000000"/>
                    </a:solidFill>
                    <a:effectLst/>
                    <a:latin typeface="+mn-lt"/>
                    <a:ea typeface="宋体" panose="02010600030101010101" pitchFamily="2" charset="-122"/>
                    <a:cs typeface="Times New Roman" panose="02020603050405020304" pitchFamily="18" charset="0"/>
                  </a:rPr>
                  <a:t>.</a:t>
                </a:r>
                <a:r>
                  <a:rPr lang="zh-CN" altLang="zh-CN" i="1" dirty="0" smtClean="0">
                    <a:solidFill>
                      <a:srgbClr val="000000"/>
                    </a:solidFill>
                    <a:effectLst/>
                    <a:latin typeface="+mn-lt"/>
                    <a:ea typeface="宋体" panose="02010600030101010101" pitchFamily="2" charset="-122"/>
                    <a:cs typeface="宋体" panose="02010600030101010101" pitchFamily="2" charset="-122"/>
                  </a:rPr>
                  <a:t>∴</a:t>
                </a:r>
                <a:r>
                  <a:rPr lang="en-US" altLang="zh-CN" i="1" dirty="0" smtClean="0">
                    <a:solidFill>
                      <a:srgbClr val="000000"/>
                    </a:solidFill>
                    <a:effectLst/>
                    <a:latin typeface="+mn-lt"/>
                    <a:ea typeface="Microsoft Yi Baiti" panose="03000500000000000000" pitchFamily="66" charset="0"/>
                    <a:cs typeface="Times New Roman" panose="02020603050405020304" pitchFamily="18" charset="0"/>
                  </a:rPr>
                  <a:t>λ</a:t>
                </a:r>
                <a:r>
                  <a:rPr lang="en-US" altLang="zh-CN" i="1" dirty="0" err="1">
                    <a:solidFill>
                      <a:srgbClr val="000000"/>
                    </a:solidFill>
                    <a:effectLst/>
                    <a:latin typeface="+mn-lt"/>
                    <a:ea typeface="宋体" panose="02010600030101010101" pitchFamily="2" charset="-122"/>
                    <a:cs typeface="Times New Roman" panose="02020603050405020304" pitchFamily="18" charset="0"/>
                  </a:rPr>
                  <a:t>+</a:t>
                </a:r>
                <a:r>
                  <a:rPr lang="en-US" altLang="zh-CN" i="1" dirty="0" err="1">
                    <a:solidFill>
                      <a:srgbClr val="000000"/>
                    </a:solidFill>
                    <a:effectLst/>
                    <a:latin typeface="+mn-lt"/>
                    <a:ea typeface="Microsoft Yi Baiti" panose="03000500000000000000" pitchFamily="66" charset="0"/>
                    <a:cs typeface="Times New Roman" panose="02020603050405020304" pitchFamily="18" charset="0"/>
                  </a:rPr>
                  <a:t>μ</a:t>
                </a:r>
                <a:r>
                  <a:rPr lang="en-US" altLang="zh-CN" i="1" dirty="0">
                    <a:solidFill>
                      <a:srgbClr val="000000"/>
                    </a:solidFill>
                    <a:effectLst/>
                    <a:latin typeface="+mn-lt"/>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3</m:t>
                        </m:r>
                      </m:den>
                    </m:f>
                  </m:oMath>
                </a14:m>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1</a:t>
                </a:r>
                <a:r>
                  <a:rPr lang="en-US" altLang="zh-CN" i="1" dirty="0">
                    <a:solidFill>
                      <a:srgbClr val="000000"/>
                    </a:solidFill>
                    <a:effectLst/>
                    <a:latin typeface="+mn-lt"/>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4</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3</m:t>
                        </m:r>
                      </m:den>
                    </m:f>
                  </m:oMath>
                </a14:m>
                <a:r>
                  <a:rPr lang="en-US" altLang="zh-CN" i="1" dirty="0">
                    <a:solidFill>
                      <a:srgbClr val="000000"/>
                    </a:solidFill>
                    <a:effectLst/>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a:p>
                <a:pPr>
                  <a:lnSpc>
                    <a:spcPct val="110000"/>
                  </a:lnSpc>
                  <a:spcAft>
                    <a:spcPts val="0"/>
                  </a:spcAft>
                  <a:tabLst>
                    <a:tab pos="1188085" algn="l"/>
                    <a:tab pos="2163445" algn="l"/>
                    <a:tab pos="3142615" algn="l"/>
                    <a:tab pos="4190365" algn="l"/>
                  </a:tabLst>
                </a:pPr>
                <a:r>
                  <a:rPr lang="zh-CN" altLang="zh-CN" i="1" dirty="0">
                    <a:solidFill>
                      <a:srgbClr val="000000"/>
                    </a:solidFill>
                    <a:effectLst/>
                    <a:latin typeface="+mn-lt"/>
                    <a:ea typeface="宋体" panose="02010600030101010101" pitchFamily="2" charset="-122"/>
                    <a:cs typeface="宋体" panose="02010600030101010101" pitchFamily="2" charset="-122"/>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F</a:t>
                </a:r>
                <a:r>
                  <a:rPr lang="zh-CN" altLang="zh-CN" dirty="0">
                    <a:solidFill>
                      <a:srgbClr val="000000"/>
                    </a:solidFill>
                    <a:effectLst/>
                    <a:latin typeface="+mn-lt"/>
                    <a:ea typeface="楷体" panose="02010609060101010101" pitchFamily="49" charset="-122"/>
                    <a:cs typeface="Times New Roman" panose="02020603050405020304" pitchFamily="18" charset="0"/>
                  </a:rPr>
                  <a:t>为线段</a:t>
                </a:r>
                <a:r>
                  <a:rPr lang="en-US" altLang="zh-CN" i="1" dirty="0">
                    <a:solidFill>
                      <a:srgbClr val="000000"/>
                    </a:solidFill>
                    <a:effectLst/>
                    <a:latin typeface="+mn-lt"/>
                    <a:ea typeface="宋体" panose="02010600030101010101" pitchFamily="2" charset="-122"/>
                    <a:cs typeface="Times New Roman" panose="02020603050405020304" pitchFamily="18" charset="0"/>
                  </a:rPr>
                  <a:t>BE</a:t>
                </a:r>
                <a:r>
                  <a:rPr lang="zh-CN" altLang="zh-CN" dirty="0">
                    <a:solidFill>
                      <a:srgbClr val="000000"/>
                    </a:solidFill>
                    <a:effectLst/>
                    <a:latin typeface="+mn-lt"/>
                    <a:ea typeface="楷体" panose="02010609060101010101" pitchFamily="49" charset="-122"/>
                    <a:cs typeface="Times New Roman" panose="02020603050405020304" pitchFamily="18" charset="0"/>
                  </a:rPr>
                  <a:t>上的动点</a:t>
                </a:r>
                <a:r>
                  <a:rPr lang="en-US" altLang="zh-CN" dirty="0" smtClean="0">
                    <a:solidFill>
                      <a:srgbClr val="000000"/>
                    </a:solidFill>
                    <a:effectLst/>
                    <a:latin typeface="+mn-lt"/>
                    <a:ea typeface="宋体" panose="02010600030101010101" pitchFamily="2" charset="-122"/>
                    <a:cs typeface="Times New Roman" panose="02020603050405020304" pitchFamily="18" charset="0"/>
                  </a:rPr>
                  <a:t>,</a:t>
                </a:r>
              </a:p>
              <a:p>
                <a:pPr>
                  <a:lnSpc>
                    <a:spcPct val="110000"/>
                  </a:lnSpc>
                  <a:spcAft>
                    <a:spcPts val="0"/>
                  </a:spcAft>
                  <a:tabLst>
                    <a:tab pos="1188085" algn="l"/>
                    <a:tab pos="2163445" algn="l"/>
                    <a:tab pos="3142615" algn="l"/>
                    <a:tab pos="4190365" algn="l"/>
                  </a:tabLst>
                </a:pPr>
                <a:r>
                  <a:rPr lang="zh-CN" altLang="zh-CN" dirty="0" smtClean="0">
                    <a:solidFill>
                      <a:srgbClr val="000000"/>
                    </a:solidFill>
                    <a:effectLst/>
                    <a:latin typeface="+mn-lt"/>
                    <a:ea typeface="楷体" panose="02010609060101010101" pitchFamily="49" charset="-122"/>
                    <a:cs typeface="Times New Roman" panose="02020603050405020304" pitchFamily="18" charset="0"/>
                  </a:rPr>
                  <a:t>设</a:t>
                </a:r>
                <a14:m>
                  <m:oMath xmlns:m="http://schemas.openxmlformats.org/officeDocument/2006/math">
                    <m:acc>
                      <m:accPr>
                        <m:chr m:val="⃗"/>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𝐵𝐹</m:t>
                        </m:r>
                      </m:e>
                    </m:acc>
                  </m:oMath>
                </a14:m>
                <a:r>
                  <a:rPr lang="en-US" altLang="zh-CN" i="1" dirty="0">
                    <a:solidFill>
                      <a:srgbClr val="000000"/>
                    </a:solidFill>
                    <a:effectLst/>
                    <a:latin typeface="+mn-lt"/>
                    <a:ea typeface="宋体" panose="02010600030101010101" pitchFamily="2" charset="-122"/>
                    <a:cs typeface="Times New Roman" panose="02020603050405020304" pitchFamily="18" charset="0"/>
                  </a:rPr>
                  <a:t>=a</a:t>
                </a:r>
                <a14:m>
                  <m:oMath xmlns:m="http://schemas.openxmlformats.org/officeDocument/2006/math">
                    <m:acc>
                      <m:accPr>
                        <m:chr m:val="⃗"/>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𝐵𝐸</m:t>
                        </m:r>
                      </m:e>
                    </m:acc>
                  </m:oMath>
                </a14:m>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zh-CN" altLang="zh-CN" dirty="0">
                    <a:solidFill>
                      <a:srgbClr val="000000"/>
                    </a:solidFill>
                    <a:effectLst/>
                    <a:latin typeface="+mn-lt"/>
                    <a:ea typeface="楷体" panose="02010609060101010101" pitchFamily="49" charset="-122"/>
                    <a:cs typeface="Times New Roman" panose="02020603050405020304" pitchFamily="18" charset="0"/>
                  </a:rPr>
                  <a:t>则</a:t>
                </a:r>
                <a14:m>
                  <m:oMath xmlns:m="http://schemas.openxmlformats.org/officeDocument/2006/math">
                    <m:acc>
                      <m:accPr>
                        <m:chr m:val="⃗"/>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𝐵𝐹</m:t>
                        </m:r>
                      </m:e>
                    </m:acc>
                  </m:oMath>
                </a14:m>
                <a:r>
                  <a:rPr lang="en-US" altLang="zh-CN" i="1" dirty="0">
                    <a:solidFill>
                      <a:srgbClr val="000000"/>
                    </a:solidFill>
                    <a:effectLst/>
                    <a:latin typeface="+mn-lt"/>
                    <a:ea typeface="宋体" panose="02010600030101010101" pitchFamily="2" charset="-122"/>
                    <a:cs typeface="Times New Roman" panose="02020603050405020304" pitchFamily="18" charset="0"/>
                  </a:rPr>
                  <a:t>=a</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3</m:t>
                        </m:r>
                      </m:den>
                    </m:f>
                  </m:oMath>
                </a14:m>
                <a:r>
                  <a:rPr lang="en-US" altLang="zh-CN" dirty="0">
                    <a:solidFill>
                      <a:srgbClr val="000000"/>
                    </a:solidFill>
                    <a:effectLst/>
                    <a:latin typeface="+mn-lt"/>
                    <a:ea typeface="宋体" panose="02010600030101010101" pitchFamily="2" charset="-122"/>
                    <a:cs typeface="Times New Roman" panose="02020603050405020304" pitchFamily="18" charset="0"/>
                  </a:rPr>
                  <a:t>,1)</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3</m:t>
                        </m:r>
                      </m:den>
                    </m:f>
                  </m:oMath>
                </a14:m>
                <a:r>
                  <a:rPr lang="en-US" altLang="zh-CN" i="1" dirty="0" err="1">
                    <a:solidFill>
                      <a:srgbClr val="000000"/>
                    </a:solidFill>
                    <a:effectLst/>
                    <a:latin typeface="+mn-lt"/>
                    <a:ea typeface="宋体" panose="02010600030101010101" pitchFamily="2" charset="-122"/>
                    <a:cs typeface="Times New Roman" panose="02020603050405020304" pitchFamily="18" charset="0"/>
                  </a:rPr>
                  <a:t>a</a:t>
                </a:r>
                <a:r>
                  <a:rPr lang="en-US" altLang="zh-CN" dirty="0" err="1">
                    <a:solidFill>
                      <a:srgbClr val="000000"/>
                    </a:solidFill>
                    <a:effectLst/>
                    <a:latin typeface="+mn-lt"/>
                    <a:ea typeface="宋体" panose="02010600030101010101" pitchFamily="2" charset="-122"/>
                    <a:cs typeface="Times New Roman" panose="02020603050405020304" pitchFamily="18" charset="0"/>
                  </a:rPr>
                  <a:t>,</a:t>
                </a:r>
                <a:r>
                  <a:rPr lang="en-US" altLang="zh-CN" i="1" dirty="0" err="1">
                    <a:solidFill>
                      <a:srgbClr val="000000"/>
                    </a:solidFill>
                    <a:effectLst/>
                    <a:latin typeface="+mn-lt"/>
                    <a:ea typeface="宋体" panose="02010600030101010101" pitchFamily="2" charset="-122"/>
                    <a:cs typeface="Times New Roman" panose="02020603050405020304" pitchFamily="18" charset="0"/>
                  </a:rPr>
                  <a:t>a</a:t>
                </a:r>
                <a:r>
                  <a:rPr lang="en-US" altLang="zh-CN" dirty="0">
                    <a:solidFill>
                      <a:srgbClr val="000000"/>
                    </a:solidFill>
                    <a:effectLst/>
                    <a:latin typeface="+mn-lt"/>
                    <a:ea typeface="宋体" panose="02010600030101010101" pitchFamily="2" charset="-122"/>
                    <a:cs typeface="Times New Roman" panose="02020603050405020304" pitchFamily="18" charset="0"/>
                  </a:rPr>
                  <a:t>)(0</a:t>
                </a:r>
                <a:r>
                  <a:rPr lang="en-US" altLang="zh-CN" dirty="0">
                    <a:solidFill>
                      <a:srgbClr val="000000"/>
                    </a:solidFill>
                    <a:effectLst/>
                    <a:latin typeface="+mn-lt"/>
                    <a:ea typeface="NEU-BZ-S92" panose="02020503000000020003" pitchFamily="18" charset="-122"/>
                    <a:cs typeface="Times New Roman" panose="02020603050405020304" pitchFamily="18" charset="0"/>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a</a:t>
                </a:r>
                <a:r>
                  <a:rPr lang="en-US" altLang="zh-CN" dirty="0">
                    <a:solidFill>
                      <a:srgbClr val="000000"/>
                    </a:solidFill>
                    <a:effectLst/>
                    <a:latin typeface="+mn-lt"/>
                    <a:ea typeface="NEU-BZ-S92" panose="02020503000000020003" pitchFamily="18"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1</a:t>
                </a:r>
                <a:r>
                  <a:rPr lang="en-US" altLang="zh-CN" dirty="0" smtClean="0">
                    <a:solidFill>
                      <a:srgbClr val="000000"/>
                    </a:solidFill>
                    <a:effectLst/>
                    <a:latin typeface="+mn-lt"/>
                    <a:ea typeface="宋体" panose="02010600030101010101" pitchFamily="2" charset="-122"/>
                    <a:cs typeface="Times New Roman" panose="02020603050405020304" pitchFamily="18" charset="0"/>
                  </a:rPr>
                  <a:t>)</a:t>
                </a:r>
                <a:r>
                  <a:rPr lang="en-US" altLang="zh-CN" i="1" dirty="0" smtClean="0">
                    <a:solidFill>
                      <a:srgbClr val="000000"/>
                    </a:solidFill>
                    <a:effectLst/>
                    <a:latin typeface="+mn-lt"/>
                    <a:ea typeface="宋体" panose="02010600030101010101" pitchFamily="2" charset="-122"/>
                    <a:cs typeface="Times New Roman" panose="02020603050405020304" pitchFamily="18" charset="0"/>
                  </a:rPr>
                  <a:t>.</a:t>
                </a:r>
              </a:p>
              <a:p>
                <a:pPr>
                  <a:lnSpc>
                    <a:spcPct val="11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又</a:t>
                </a:r>
                <a14:m>
                  <m:oMath xmlns:m="http://schemas.openxmlformats.org/officeDocument/2006/math">
                    <m:acc>
                      <m:accPr>
                        <m:chr m:val="⃗"/>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𝐴𝐵</m:t>
                        </m:r>
                      </m:e>
                    </m:acc>
                  </m:oMath>
                </a14:m>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(1,0),</a:t>
                </a:r>
                <a:r>
                  <a:rPr lang="zh-CN" altLang="zh-CN" i="1" dirty="0">
                    <a:solidFill>
                      <a:srgbClr val="000000"/>
                    </a:solidFill>
                    <a:ea typeface="宋体" panose="02010600030101010101" pitchFamily="2" charset="-122"/>
                    <a:cs typeface="宋体" panose="02010600030101010101" pitchFamily="2" charset="-122"/>
                  </a:rPr>
                  <a:t>∴</a:t>
                </a:r>
                <a14:m>
                  <m:oMath xmlns:m="http://schemas.openxmlformats.org/officeDocument/2006/math">
                    <m:acc>
                      <m:accPr>
                        <m:chr m:val="⃗"/>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𝐴𝐹</m:t>
                        </m:r>
                      </m:e>
                    </m:acc>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acc>
                      <m:accPr>
                        <m:chr m:val="⃗"/>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𝐴𝐵</m:t>
                        </m:r>
                      </m:e>
                    </m:acc>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acc>
                      <m:accPr>
                        <m:chr m:val="⃗"/>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𝐵𝐹</m:t>
                        </m:r>
                      </m:e>
                    </m:acc>
                  </m:oMath>
                </a14:m>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3</m:t>
                        </m:r>
                      </m:den>
                    </m:f>
                  </m:oMath>
                </a14:m>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3</m:t>
                        </m:r>
                      </m:den>
                    </m:f>
                  </m:oMath>
                </a14:m>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a typeface="NEU-BZ-S92" panose="02020503000000020003" pitchFamily="18" charset="-122"/>
                  <a:cs typeface="Times New Roman" panose="02020603050405020304" pitchFamily="18" charset="0"/>
                </a:endParaRPr>
              </a:p>
            </p:txBody>
          </p:sp>
        </mc:Choice>
        <mc:Fallback>
          <p:sp>
            <p:nvSpPr>
              <p:cNvPr id="36" name="矩形 35"/>
              <p:cNvSpPr>
                <a:spLocks noRot="1" noChangeAspect="1" noMove="1" noResize="1" noEditPoints="1" noAdjustHandles="1" noChangeArrowheads="1" noChangeShapeType="1" noTextEdit="1"/>
              </p:cNvSpPr>
              <p:nvPr/>
            </p:nvSpPr>
            <p:spPr>
              <a:xfrm>
                <a:off x="361950" y="595455"/>
                <a:ext cx="10807700" cy="5781583"/>
              </a:xfrm>
              <a:prstGeom prst="rect">
                <a:avLst/>
              </a:prstGeom>
              <a:blipFill rotWithShape="0">
                <a:blip r:embed="rId2"/>
                <a:stretch>
                  <a:fillRect l="-1410" t="-1688" b="-527"/>
                </a:stretch>
              </a:blipFill>
            </p:spPr>
            <p:txBody>
              <a:bodyPr/>
              <a:lstStyle/>
              <a:p>
                <a:r>
                  <a:rPr lang="zh-CN" altLang="en-US">
                    <a:noFill/>
                  </a:rPr>
                  <a:t> </a:t>
                </a:r>
              </a:p>
            </p:txBody>
          </p:sp>
        </mc:Fallback>
      </mc:AlternateContent>
      <p:pic>
        <p:nvPicPr>
          <p:cNvPr id="3" name="25T15.eps" descr="id:2147536345;FounderCES"/>
          <p:cNvPicPr/>
          <p:nvPr/>
        </p:nvPicPr>
        <p:blipFill>
          <a:blip r:embed="rId3"/>
          <a:stretch>
            <a:fillRect/>
          </a:stretch>
        </p:blipFill>
        <p:spPr>
          <a:xfrm>
            <a:off x="7929290" y="2173729"/>
            <a:ext cx="3240360" cy="2625033"/>
          </a:xfrm>
          <a:prstGeom prst="rect">
            <a:avLst/>
          </a:prstGeom>
        </p:spPr>
      </p:pic>
    </p:spTree>
    <p:extLst>
      <p:ext uri="{BB962C8B-B14F-4D97-AF65-F5344CB8AC3E}">
        <p14:creationId xmlns:p14="http://schemas.microsoft.com/office/powerpoint/2010/main" val="3913305915"/>
      </p:ext>
    </p:extLst>
  </p:cSld>
  <p:clrMapOvr>
    <a:masterClrMapping/>
  </p:clrMapOvr>
  <p:transition spd="slow">
    <p:randomBar dir="vert"/>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7" name="矩形 36"/>
              <p:cNvSpPr>
                <a:spLocks noChangeAspect="1"/>
              </p:cNvSpPr>
              <p:nvPr/>
            </p:nvSpPr>
            <p:spPr>
              <a:xfrm>
                <a:off x="361950" y="493951"/>
                <a:ext cx="10807700" cy="5891677"/>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smtClean="0">
                    <a:solidFill>
                      <a:srgbClr val="000000"/>
                    </a:solidFill>
                    <a:ea typeface="楷体" panose="02010609060101010101" pitchFamily="49" charset="-122"/>
                    <a:cs typeface="Times New Roman" panose="02020603050405020304" pitchFamily="18" charset="0"/>
                  </a:rPr>
                  <a:t>又</a:t>
                </a:r>
                <a:r>
                  <a:rPr lang="en-US" altLang="zh-CN" i="1" dirty="0">
                    <a:solidFill>
                      <a:srgbClr val="000000"/>
                    </a:solidFill>
                    <a:ea typeface="宋体" panose="02010600030101010101" pitchFamily="2" charset="-122"/>
                    <a:cs typeface="Times New Roman" panose="02020603050405020304" pitchFamily="18" charset="0"/>
                  </a:rPr>
                  <a:t>G</a:t>
                </a:r>
                <a:r>
                  <a:rPr lang="zh-CN" altLang="zh-CN" dirty="0">
                    <a:solidFill>
                      <a:srgbClr val="000000"/>
                    </a:solidFill>
                    <a:ea typeface="楷体" panose="02010609060101010101" pitchFamily="49" charset="-122"/>
                    <a:cs typeface="Times New Roman" panose="02020603050405020304" pitchFamily="18" charset="0"/>
                  </a:rPr>
                  <a:t>为线段</a:t>
                </a:r>
                <a:r>
                  <a:rPr lang="en-US" altLang="zh-CN" i="1" dirty="0">
                    <a:solidFill>
                      <a:srgbClr val="000000"/>
                    </a:solidFill>
                    <a:ea typeface="宋体" panose="02010600030101010101" pitchFamily="2" charset="-122"/>
                    <a:cs typeface="Times New Roman" panose="02020603050405020304" pitchFamily="18" charset="0"/>
                  </a:rPr>
                  <a:t>AF</a:t>
                </a:r>
                <a:r>
                  <a:rPr lang="zh-CN" altLang="zh-CN" dirty="0">
                    <a:solidFill>
                      <a:srgbClr val="000000"/>
                    </a:solidFill>
                    <a:ea typeface="楷体" panose="02010609060101010101" pitchFamily="49" charset="-122"/>
                    <a:cs typeface="Times New Roman" panose="02020603050405020304" pitchFamily="18" charset="0"/>
                  </a:rPr>
                  <a:t>的中点</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宋体" panose="02010600030101010101" pitchFamily="2" charset="-122"/>
                  </a:rPr>
                  <a:t>∴</a:t>
                </a:r>
                <a14:m>
                  <m:oMath xmlns:m="http://schemas.openxmlformats.org/officeDocument/2006/math">
                    <m:acc>
                      <m:accPr>
                        <m:chr m:val="⃗"/>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𝐴𝐺</m:t>
                        </m:r>
                      </m:e>
                    </m:acc>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2</m:t>
                        </m:r>
                      </m:den>
                    </m:f>
                    <m:acc>
                      <m:accPr>
                        <m:chr m:val="⃗"/>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𝐴𝐹</m:t>
                        </m:r>
                      </m:e>
                    </m:acc>
                  </m:oMath>
                </a14:m>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2</m:t>
                        </m:r>
                      </m:den>
                    </m:f>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6</m:t>
                        </m:r>
                      </m:den>
                    </m:f>
                  </m:oMath>
                </a14:m>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2</m:t>
                        </m:r>
                      </m:den>
                    </m:f>
                  </m:oMath>
                </a14:m>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latin typeface="+mn-lt"/>
                    <a:ea typeface="楷体" panose="02010609060101010101" pitchFamily="49" charset="-122"/>
                    <a:cs typeface="Times New Roman" panose="02020603050405020304" pitchFamily="18" charset="0"/>
                  </a:rPr>
                  <a:t>又</a:t>
                </a:r>
                <a14:m>
                  <m:oMath xmlns:m="http://schemas.openxmlformats.org/officeDocument/2006/math">
                    <m:acc>
                      <m:accPr>
                        <m:chr m:val="⃗"/>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𝐷𝐴</m:t>
                        </m:r>
                      </m:e>
                    </m:acc>
                  </m:oMath>
                </a14:m>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(0,</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1),</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i="1" dirty="0">
                    <a:solidFill>
                      <a:srgbClr val="000000"/>
                    </a:solidFill>
                    <a:effectLst/>
                    <a:latin typeface="+mn-lt"/>
                    <a:ea typeface="宋体" panose="02010600030101010101" pitchFamily="2" charset="-122"/>
                    <a:cs typeface="宋体" panose="02010600030101010101" pitchFamily="2" charset="-122"/>
                  </a:rPr>
                  <a:t>∴</a:t>
                </a:r>
                <a14:m>
                  <m:oMath xmlns:m="http://schemas.openxmlformats.org/officeDocument/2006/math">
                    <m:acc>
                      <m:accPr>
                        <m:chr m:val="⃗"/>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𝐷𝐺</m:t>
                        </m:r>
                      </m:e>
                    </m:acc>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acc>
                      <m:accPr>
                        <m:chr m:val="⃗"/>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𝐷𝐴</m:t>
                        </m:r>
                      </m:e>
                    </m:acc>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acc>
                      <m:accPr>
                        <m:chr m:val="⃗"/>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𝐴𝐺</m:t>
                        </m:r>
                      </m:e>
                    </m:acc>
                  </m:oMath>
                </a14:m>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(0,</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1)</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den>
                    </m:f>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6</m:t>
                        </m:r>
                      </m:den>
                    </m:f>
                  </m:oMath>
                </a14:m>
                <a:r>
                  <a:rPr lang="en-US" altLang="zh-CN" i="1" dirty="0">
                    <a:solidFill>
                      <a:srgbClr val="000000"/>
                    </a:solidFill>
                    <a:effectLst/>
                    <a:latin typeface="+mn-lt"/>
                    <a:ea typeface="宋体" panose="02010600030101010101" pitchFamily="2" charset="-122"/>
                    <a:cs typeface="Times New Roman" panose="02020603050405020304" pitchFamily="18" charset="0"/>
                  </a:rPr>
                  <a:t>a</a:t>
                </a:r>
                <a:r>
                  <a:rPr lang="en-US" altLang="zh-CN" dirty="0">
                    <a:solidFill>
                      <a:srgbClr val="000000"/>
                    </a:solidFill>
                    <a:effectLst/>
                    <a:latin typeface="+mn-lt"/>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den>
                    </m:f>
                  </m:oMath>
                </a14:m>
                <a:r>
                  <a:rPr lang="en-US" altLang="zh-CN" i="1" dirty="0">
                    <a:solidFill>
                      <a:srgbClr val="000000"/>
                    </a:solidFill>
                    <a:effectLst/>
                    <a:latin typeface="+mn-lt"/>
                    <a:ea typeface="宋体" panose="02010600030101010101" pitchFamily="2" charset="-122"/>
                    <a:cs typeface="Times New Roman" panose="02020603050405020304" pitchFamily="18" charset="0"/>
                  </a:rPr>
                  <a:t>a</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den>
                    </m:f>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6</m:t>
                        </m:r>
                      </m:den>
                    </m:f>
                  </m:oMath>
                </a14:m>
                <a:r>
                  <a:rPr lang="en-US" altLang="zh-CN" i="1" dirty="0">
                    <a:solidFill>
                      <a:srgbClr val="000000"/>
                    </a:solidFill>
                    <a:effectLst/>
                    <a:latin typeface="+mn-lt"/>
                    <a:ea typeface="宋体" panose="02010600030101010101" pitchFamily="2" charset="-122"/>
                    <a:cs typeface="Times New Roman" panose="02020603050405020304" pitchFamily="18" charset="0"/>
                  </a:rPr>
                  <a:t>a</a:t>
                </a:r>
                <a:r>
                  <a:rPr lang="en-US" altLang="zh-CN" dirty="0">
                    <a:solidFill>
                      <a:srgbClr val="000000"/>
                    </a:solidFill>
                    <a:effectLst/>
                    <a:latin typeface="+mn-lt"/>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den>
                    </m:f>
                  </m:oMath>
                </a14:m>
                <a:r>
                  <a:rPr lang="en-US" altLang="zh-CN" i="1" dirty="0">
                    <a:solidFill>
                      <a:srgbClr val="000000"/>
                    </a:solidFill>
                    <a:effectLst/>
                    <a:latin typeface="+mn-lt"/>
                    <a:ea typeface="宋体" panose="02010600030101010101" pitchFamily="2" charset="-122"/>
                    <a:cs typeface="Times New Roman" panose="02020603050405020304" pitchFamily="18" charset="0"/>
                  </a:rPr>
                  <a:t>a-</a:t>
                </a:r>
                <a:r>
                  <a:rPr lang="en-US" altLang="zh-CN" dirty="0">
                    <a:solidFill>
                      <a:srgbClr val="000000"/>
                    </a:solidFill>
                    <a:effectLst/>
                    <a:latin typeface="+mn-lt"/>
                    <a:ea typeface="宋体" panose="02010600030101010101" pitchFamily="2" charset="-122"/>
                    <a:cs typeface="Times New Roman" panose="02020603050405020304" pitchFamily="18" charset="0"/>
                  </a:rPr>
                  <a:t>1),</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i="1" dirty="0">
                    <a:solidFill>
                      <a:srgbClr val="000000"/>
                    </a:solidFill>
                    <a:effectLst/>
                    <a:latin typeface="+mn-lt"/>
                    <a:ea typeface="宋体" panose="02010600030101010101" pitchFamily="2" charset="-122"/>
                    <a:cs typeface="宋体" panose="02010600030101010101" pitchFamily="2" charset="-122"/>
                  </a:rPr>
                  <a:t>∴</a:t>
                </a:r>
                <a14:m>
                  <m:oMath xmlns:m="http://schemas.openxmlformats.org/officeDocument/2006/math">
                    <m:acc>
                      <m:accPr>
                        <m:chr m:val="⃗"/>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𝐴𝐹</m:t>
                        </m:r>
                      </m:e>
                    </m:acc>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acc>
                      <m:accPr>
                        <m:chr m:val="⃗"/>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𝐷𝐺</m:t>
                        </m:r>
                      </m:e>
                    </m:acc>
                  </m:oMath>
                </a14:m>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(1</a:t>
                </a:r>
                <a:r>
                  <a:rPr lang="en-US" altLang="zh-CN" i="1" dirty="0">
                    <a:solidFill>
                      <a:srgbClr val="000000"/>
                    </a:solidFill>
                    <a:effectLst/>
                    <a:latin typeface="+mn-lt"/>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3</m:t>
                        </m:r>
                      </m:den>
                    </m:f>
                  </m:oMath>
                </a14:m>
                <a:r>
                  <a:rPr lang="en-US" altLang="zh-CN" i="1" dirty="0" err="1">
                    <a:solidFill>
                      <a:srgbClr val="000000"/>
                    </a:solidFill>
                    <a:effectLst/>
                    <a:latin typeface="+mn-lt"/>
                    <a:ea typeface="宋体" panose="02010600030101010101" pitchFamily="2" charset="-122"/>
                    <a:cs typeface="Times New Roman" panose="02020603050405020304" pitchFamily="18" charset="0"/>
                  </a:rPr>
                  <a:t>a</a:t>
                </a:r>
                <a:r>
                  <a:rPr lang="en-US" altLang="zh-CN" dirty="0" err="1">
                    <a:solidFill>
                      <a:srgbClr val="000000"/>
                    </a:solidFill>
                    <a:effectLst/>
                    <a:latin typeface="+mn-lt"/>
                    <a:ea typeface="宋体" panose="02010600030101010101" pitchFamily="2" charset="-122"/>
                    <a:cs typeface="Times New Roman" panose="02020603050405020304" pitchFamily="18" charset="0"/>
                  </a:rPr>
                  <a:t>,</a:t>
                </a:r>
                <a:r>
                  <a:rPr lang="en-US" altLang="zh-CN" i="1" dirty="0" err="1">
                    <a:solidFill>
                      <a:srgbClr val="000000"/>
                    </a:solidFill>
                    <a:effectLst/>
                    <a:latin typeface="+mn-lt"/>
                    <a:ea typeface="宋体" panose="02010600030101010101" pitchFamily="2" charset="-122"/>
                    <a:cs typeface="Times New Roman" panose="02020603050405020304" pitchFamily="18" charset="0"/>
                  </a:rPr>
                  <a:t>a</a:t>
                </a:r>
                <a:r>
                  <a:rPr lang="en-US" altLang="zh-CN" dirty="0">
                    <a:solidFill>
                      <a:srgbClr val="000000"/>
                    </a:solidFill>
                    <a:effectLst/>
                    <a:latin typeface="+mn-lt"/>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den>
                    </m:f>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6</m:t>
                        </m:r>
                      </m:den>
                    </m:f>
                  </m:oMath>
                </a14:m>
                <a:r>
                  <a:rPr lang="en-US" altLang="zh-CN" i="1" dirty="0">
                    <a:solidFill>
                      <a:srgbClr val="000000"/>
                    </a:solidFill>
                    <a:effectLst/>
                    <a:latin typeface="+mn-lt"/>
                    <a:ea typeface="宋体" panose="02010600030101010101" pitchFamily="2" charset="-122"/>
                    <a:cs typeface="Times New Roman" panose="02020603050405020304" pitchFamily="18" charset="0"/>
                  </a:rPr>
                  <a:t>a</a:t>
                </a:r>
                <a:r>
                  <a:rPr lang="en-US" altLang="zh-CN" dirty="0">
                    <a:solidFill>
                      <a:srgbClr val="000000"/>
                    </a:solidFill>
                    <a:effectLst/>
                    <a:latin typeface="+mn-lt"/>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den>
                    </m:f>
                  </m:oMath>
                </a14:m>
                <a:r>
                  <a:rPr lang="en-US" altLang="zh-CN" i="1" dirty="0">
                    <a:solidFill>
                      <a:srgbClr val="000000"/>
                    </a:solidFill>
                    <a:effectLst/>
                    <a:latin typeface="+mn-lt"/>
                    <a:ea typeface="宋体" panose="02010600030101010101" pitchFamily="2" charset="-122"/>
                    <a:cs typeface="Times New Roman" panose="02020603050405020304" pitchFamily="18" charset="0"/>
                  </a:rPr>
                  <a:t>a-</a:t>
                </a:r>
                <a:r>
                  <a:rPr lang="en-US" altLang="zh-CN" dirty="0">
                    <a:solidFill>
                      <a:srgbClr val="000000"/>
                    </a:solidFill>
                    <a:effectLst/>
                    <a:latin typeface="+mn-lt"/>
                    <a:ea typeface="宋体" panose="02010600030101010101" pitchFamily="2" charset="-122"/>
                    <a:cs typeface="Times New Roman" panose="02020603050405020304" pitchFamily="18" charset="0"/>
                  </a:rPr>
                  <a:t>1)</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(1</a:t>
                </a:r>
                <a:r>
                  <a:rPr lang="en-US" altLang="zh-CN" i="1" dirty="0">
                    <a:solidFill>
                      <a:srgbClr val="000000"/>
                    </a:solidFill>
                    <a:effectLst/>
                    <a:latin typeface="+mn-lt"/>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3</m:t>
                        </m:r>
                      </m:den>
                    </m:f>
                  </m:oMath>
                </a14:m>
                <a:r>
                  <a:rPr lang="en-US" altLang="zh-CN" i="1" dirty="0">
                    <a:solidFill>
                      <a:srgbClr val="000000"/>
                    </a:solidFill>
                    <a:effectLst/>
                    <a:latin typeface="+mn-lt"/>
                    <a:ea typeface="宋体" panose="02010600030101010101" pitchFamily="2" charset="-122"/>
                    <a:cs typeface="Times New Roman" panose="02020603050405020304" pitchFamily="18" charset="0"/>
                  </a:rPr>
                  <a:t>a</a:t>
                </a:r>
                <a:r>
                  <a:rPr lang="en-US" altLang="zh-CN" dirty="0">
                    <a:solidFill>
                      <a:srgbClr val="000000"/>
                    </a:solidFill>
                    <a:effectLst/>
                    <a:latin typeface="+mn-lt"/>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den>
                    </m:f>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6</m:t>
                        </m:r>
                      </m:den>
                    </m:f>
                  </m:oMath>
                </a14:m>
                <a:r>
                  <a:rPr lang="en-US" altLang="zh-CN" i="1" dirty="0">
                    <a:solidFill>
                      <a:srgbClr val="000000"/>
                    </a:solidFill>
                    <a:effectLst/>
                    <a:latin typeface="+mn-lt"/>
                    <a:ea typeface="宋体" panose="02010600030101010101" pitchFamily="2" charset="-122"/>
                    <a:cs typeface="Times New Roman" panose="02020603050405020304" pitchFamily="18" charset="0"/>
                  </a:rPr>
                  <a:t>a</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+a</a:t>
                </a:r>
                <a:r>
                  <a:rPr lang="en-US" altLang="zh-CN" dirty="0">
                    <a:solidFill>
                      <a:srgbClr val="000000"/>
                    </a:solidFill>
                    <a:effectLst/>
                    <a:latin typeface="+mn-lt"/>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den>
                    </m:f>
                  </m:oMath>
                </a14:m>
                <a:r>
                  <a:rPr lang="en-US" altLang="zh-CN" i="1" dirty="0">
                    <a:solidFill>
                      <a:srgbClr val="000000"/>
                    </a:solidFill>
                    <a:effectLst/>
                    <a:latin typeface="+mn-lt"/>
                    <a:ea typeface="宋体" panose="02010600030101010101" pitchFamily="2" charset="-122"/>
                    <a:cs typeface="Times New Roman" panose="02020603050405020304" pitchFamily="18" charset="0"/>
                  </a:rPr>
                  <a:t>a-</a:t>
                </a:r>
                <a:r>
                  <a:rPr lang="en-US" altLang="zh-CN" dirty="0">
                    <a:solidFill>
                      <a:srgbClr val="000000"/>
                    </a:solidFill>
                    <a:effectLst/>
                    <a:latin typeface="+mn-lt"/>
                    <a:ea typeface="宋体" panose="02010600030101010101" pitchFamily="2" charset="-122"/>
                    <a:cs typeface="Times New Roman" panose="02020603050405020304" pitchFamily="18" charset="0"/>
                  </a:rPr>
                  <a:t>1</a:t>
                </a:r>
                <a:r>
                  <a:rPr lang="en-US" altLang="zh-CN" dirty="0" smtClean="0">
                    <a:solidFill>
                      <a:srgbClr val="000000"/>
                    </a:solidFill>
                    <a:effectLst/>
                    <a:latin typeface="+mn-lt"/>
                    <a:ea typeface="宋体" panose="02010600030101010101" pitchFamily="2" charset="-122"/>
                    <a:cs typeface="Times New Roman" panose="02020603050405020304" pitchFamily="18" charset="0"/>
                  </a:rPr>
                  <a:t>)</a:t>
                </a:r>
              </a:p>
              <a:p>
                <a:pPr>
                  <a:lnSpc>
                    <a:spcPct val="120000"/>
                  </a:lnSpc>
                  <a:spcAft>
                    <a:spcPts val="0"/>
                  </a:spcAft>
                  <a:tabLst>
                    <a:tab pos="1188085" algn="l"/>
                    <a:tab pos="2163445" algn="l"/>
                    <a:tab pos="3142615" algn="l"/>
                    <a:tab pos="4190365" algn="l"/>
                  </a:tabLst>
                </a:pPr>
                <a:r>
                  <a:rPr lang="en-US" altLang="zh-CN" i="1" dirty="0" smtClean="0">
                    <a:solidFill>
                      <a:srgbClr val="000000"/>
                    </a:solidFill>
                    <a:effectLst/>
                    <a:latin typeface="+mn-lt"/>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5</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9</m:t>
                        </m:r>
                      </m:den>
                    </m:f>
                  </m:oMath>
                </a14:m>
                <a:r>
                  <a:rPr lang="en-US" altLang="zh-CN" i="1" dirty="0">
                    <a:solidFill>
                      <a:srgbClr val="000000"/>
                    </a:solidFill>
                    <a:effectLst/>
                    <a:latin typeface="+mn-lt"/>
                    <a:ea typeface="宋体" panose="02010600030101010101" pitchFamily="2" charset="-122"/>
                    <a:cs typeface="Times New Roman" panose="02020603050405020304" pitchFamily="18" charset="0"/>
                  </a:rPr>
                  <a:t>a</a:t>
                </a:r>
                <a:r>
                  <a:rPr lang="en-US" altLang="zh-CN" baseline="30000" dirty="0">
                    <a:solidFill>
                      <a:srgbClr val="000000"/>
                    </a:solidFill>
                    <a:effectLst/>
                    <a:latin typeface="+mn-lt"/>
                    <a:ea typeface="宋体" panose="02010600030101010101" pitchFamily="2" charset="-122"/>
                    <a:cs typeface="Times New Roman" panose="02020603050405020304" pitchFamily="18" charset="0"/>
                  </a:rPr>
                  <a:t>2</a:t>
                </a:r>
                <a:r>
                  <a:rPr lang="en-US" altLang="zh-CN" i="1" dirty="0">
                    <a:solidFill>
                      <a:srgbClr val="000000"/>
                    </a:solidFill>
                    <a:effectLst/>
                    <a:latin typeface="+mn-lt"/>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4</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3</m:t>
                        </m:r>
                      </m:den>
                    </m:f>
                  </m:oMath>
                </a14:m>
                <a:r>
                  <a:rPr lang="en-US" altLang="zh-CN" i="1" dirty="0">
                    <a:solidFill>
                      <a:srgbClr val="000000"/>
                    </a:solidFill>
                    <a:effectLst/>
                    <a:latin typeface="+mn-lt"/>
                    <a:ea typeface="宋体" panose="02010600030101010101" pitchFamily="2" charset="-122"/>
                    <a:cs typeface="Times New Roman" panose="02020603050405020304" pitchFamily="18" charset="0"/>
                  </a:rPr>
                  <a:t>a+</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den>
                    </m:f>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5</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9</m:t>
                        </m:r>
                      </m:den>
                    </m:f>
                  </m:oMath>
                </a14:m>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a-</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6</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5</m:t>
                        </m:r>
                      </m:den>
                    </m:f>
                  </m:oMath>
                </a14:m>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baseline="30000" dirty="0">
                    <a:solidFill>
                      <a:srgbClr val="000000"/>
                    </a:solidFill>
                    <a:effectLst/>
                    <a:latin typeface="+mn-lt"/>
                    <a:ea typeface="宋体" panose="02010600030101010101" pitchFamily="2" charset="-122"/>
                    <a:cs typeface="Times New Roman" panose="02020603050405020304" pitchFamily="18" charset="0"/>
                  </a:rPr>
                  <a:t>2</a:t>
                </a:r>
                <a:r>
                  <a:rPr lang="en-US" altLang="zh-CN" i="1" dirty="0">
                    <a:solidFill>
                      <a:srgbClr val="000000"/>
                    </a:solidFill>
                    <a:effectLst/>
                    <a:latin typeface="+mn-lt"/>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3</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10</m:t>
                        </m:r>
                      </m:den>
                    </m:f>
                  </m:oMath>
                </a14:m>
                <a:r>
                  <a:rPr lang="en-US" altLang="zh-CN" dirty="0" smtClean="0">
                    <a:solidFill>
                      <a:srgbClr val="000000"/>
                    </a:solidFill>
                    <a:effectLst/>
                    <a:latin typeface="+mn-lt"/>
                    <a:ea typeface="宋体" panose="02010600030101010101" pitchFamily="2" charset="-122"/>
                    <a:cs typeface="Times New Roman" panose="02020603050405020304" pitchFamily="18" charset="0"/>
                  </a:rPr>
                  <a:t>,</a:t>
                </a:r>
              </a:p>
              <a:p>
                <a:pPr>
                  <a:lnSpc>
                    <a:spcPct val="120000"/>
                  </a:lnSpc>
                  <a:spcAft>
                    <a:spcPts val="0"/>
                  </a:spcAft>
                  <a:tabLst>
                    <a:tab pos="1188085" algn="l"/>
                    <a:tab pos="2163445" algn="l"/>
                    <a:tab pos="3142615" algn="l"/>
                    <a:tab pos="4190365" algn="l"/>
                  </a:tabLst>
                </a:pPr>
                <a:r>
                  <a:rPr lang="zh-CN" altLang="zh-CN" dirty="0" smtClean="0">
                    <a:solidFill>
                      <a:srgbClr val="000000"/>
                    </a:solidFill>
                    <a:effectLst/>
                    <a:latin typeface="+mn-lt"/>
                    <a:ea typeface="楷体" panose="02010609060101010101" pitchFamily="49" charset="-122"/>
                    <a:cs typeface="Times New Roman" panose="02020603050405020304" pitchFamily="18" charset="0"/>
                  </a:rPr>
                  <a:t>又</a:t>
                </a:r>
                <a:r>
                  <a:rPr lang="en-US" altLang="zh-CN" dirty="0">
                    <a:solidFill>
                      <a:srgbClr val="000000"/>
                    </a:solidFill>
                    <a:effectLst/>
                    <a:latin typeface="+mn-lt"/>
                    <a:ea typeface="宋体" panose="02010600030101010101" pitchFamily="2" charset="-122"/>
                    <a:cs typeface="Times New Roman" panose="02020603050405020304" pitchFamily="18" charset="0"/>
                  </a:rPr>
                  <a:t>0</a:t>
                </a:r>
                <a:r>
                  <a:rPr lang="en-US" altLang="zh-CN" dirty="0">
                    <a:solidFill>
                      <a:srgbClr val="000000"/>
                    </a:solidFill>
                    <a:effectLst/>
                    <a:latin typeface="+mn-lt"/>
                    <a:ea typeface="NEU-BZ-S92" panose="02020503000000020003" pitchFamily="18" charset="-122"/>
                    <a:cs typeface="Times New Roman" panose="02020603050405020304" pitchFamily="18" charset="0"/>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a</a:t>
                </a:r>
                <a:r>
                  <a:rPr lang="en-US" altLang="zh-CN" dirty="0">
                    <a:solidFill>
                      <a:srgbClr val="000000"/>
                    </a:solidFill>
                    <a:effectLst/>
                    <a:latin typeface="+mn-lt"/>
                    <a:ea typeface="NEU-BZ-S92" panose="02020503000000020003" pitchFamily="18"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1,</a:t>
                </a:r>
                <a:r>
                  <a:rPr lang="zh-CN" altLang="zh-CN" i="1" dirty="0">
                    <a:solidFill>
                      <a:srgbClr val="000000"/>
                    </a:solidFill>
                    <a:effectLst/>
                    <a:latin typeface="+mn-lt"/>
                    <a:ea typeface="宋体" panose="02010600030101010101" pitchFamily="2" charset="-122"/>
                    <a:cs typeface="宋体" panose="02010600030101010101" pitchFamily="2" charset="-122"/>
                  </a:rPr>
                  <a:t>∴</a:t>
                </a:r>
                <a:r>
                  <a:rPr lang="zh-CN" altLang="zh-CN" dirty="0">
                    <a:solidFill>
                      <a:srgbClr val="000000"/>
                    </a:solidFill>
                    <a:effectLst/>
                    <a:latin typeface="+mn-lt"/>
                    <a:ea typeface="楷体" panose="02010609060101010101" pitchFamily="49" charset="-122"/>
                    <a:cs typeface="Times New Roman" panose="02020603050405020304" pitchFamily="18" charset="0"/>
                  </a:rPr>
                  <a:t>当</a:t>
                </a:r>
                <a:r>
                  <a:rPr lang="en-US" altLang="zh-CN" i="1" dirty="0">
                    <a:solidFill>
                      <a:srgbClr val="000000"/>
                    </a:solidFill>
                    <a:effectLst/>
                    <a:latin typeface="+mn-lt"/>
                    <a:ea typeface="宋体" panose="02010600030101010101" pitchFamily="2" charset="-122"/>
                    <a:cs typeface="Times New Roman" panose="02020603050405020304" pitchFamily="18" charset="0"/>
                  </a:rPr>
                  <a:t>a=</a:t>
                </a:r>
                <a:r>
                  <a:rPr lang="en-US" altLang="zh-CN" dirty="0">
                    <a:solidFill>
                      <a:srgbClr val="000000"/>
                    </a:solidFill>
                    <a:effectLst/>
                    <a:latin typeface="+mn-lt"/>
                    <a:ea typeface="宋体" panose="02010600030101010101" pitchFamily="2" charset="-122"/>
                    <a:cs typeface="Times New Roman" panose="02020603050405020304" pitchFamily="18" charset="0"/>
                  </a:rPr>
                  <a:t>1</a:t>
                </a:r>
                <a:r>
                  <a:rPr lang="zh-CN" altLang="zh-CN" dirty="0">
                    <a:solidFill>
                      <a:srgbClr val="000000"/>
                    </a:solidFill>
                    <a:effectLst/>
                    <a:latin typeface="+mn-lt"/>
                    <a:ea typeface="楷体" panose="02010609060101010101" pitchFamily="49" charset="-122"/>
                    <a:cs typeface="Times New Roman" panose="02020603050405020304" pitchFamily="18" charset="0"/>
                  </a:rPr>
                  <a:t>时</a:t>
                </a:r>
                <a:r>
                  <a:rPr lang="en-US" altLang="zh-CN" dirty="0">
                    <a:solidFill>
                      <a:srgbClr val="000000"/>
                    </a:solidFill>
                    <a:effectLst/>
                    <a:latin typeface="+mn-lt"/>
                    <a:ea typeface="宋体" panose="02010600030101010101" pitchFamily="2" charset="-122"/>
                    <a:cs typeface="Times New Roman" panose="02020603050405020304" pitchFamily="18" charset="0"/>
                  </a:rPr>
                  <a:t>,</a:t>
                </a:r>
                <a14:m>
                  <m:oMath xmlns:m="http://schemas.openxmlformats.org/officeDocument/2006/math">
                    <m:acc>
                      <m:accPr>
                        <m:chr m:val="⃗"/>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𝐴𝐹</m:t>
                        </m:r>
                      </m:e>
                    </m:acc>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acc>
                      <m:accPr>
                        <m:chr m:val="⃗"/>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𝐷𝐺</m:t>
                        </m:r>
                      </m:e>
                    </m:acc>
                  </m:oMath>
                </a14:m>
                <a:r>
                  <a:rPr lang="zh-CN" altLang="zh-CN" dirty="0">
                    <a:solidFill>
                      <a:srgbClr val="000000"/>
                    </a:solidFill>
                    <a:effectLst/>
                    <a:latin typeface="+mn-lt"/>
                    <a:ea typeface="楷体" panose="02010609060101010101" pitchFamily="49" charset="-122"/>
                    <a:cs typeface="Times New Roman" panose="02020603050405020304" pitchFamily="18" charset="0"/>
                  </a:rPr>
                  <a:t>取得最小值</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zh-CN" altLang="zh-CN" dirty="0">
                    <a:solidFill>
                      <a:srgbClr val="000000"/>
                    </a:solidFill>
                    <a:effectLst/>
                    <a:latin typeface="+mn-lt"/>
                    <a:ea typeface="楷体" panose="02010609060101010101" pitchFamily="49" charset="-122"/>
                    <a:cs typeface="Times New Roman" panose="02020603050405020304" pitchFamily="18" charset="0"/>
                  </a:rPr>
                  <a:t>且最小值为</a:t>
                </a:r>
                <a:r>
                  <a:rPr lang="en-US" altLang="zh-CN" i="1" dirty="0">
                    <a:solidFill>
                      <a:srgbClr val="000000"/>
                    </a:solidFill>
                    <a:effectLst/>
                    <a:latin typeface="+mn-lt"/>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5</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18</m:t>
                        </m:r>
                      </m:den>
                    </m:f>
                  </m:oMath>
                </a14:m>
                <a:r>
                  <a:rPr lang="en-US" altLang="zh-CN" i="1" dirty="0">
                    <a:solidFill>
                      <a:srgbClr val="000000"/>
                    </a:solidFill>
                    <a:effectLst/>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mn-lt"/>
                    <a:cs typeface="Times New Roman" panose="02020603050405020304" pitchFamily="18" charset="0"/>
                  </a:rPr>
                  <a:t>答案</a:t>
                </a:r>
                <a:r>
                  <a:rPr lang="en-US" altLang="zh-CN" dirty="0">
                    <a:latin typeface="+mn-lt"/>
                    <a:cs typeface="Times New Roman" panose="02020603050405020304" pitchFamily="18" charset="0"/>
                  </a:rPr>
                  <a:t>:</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4</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3</m:t>
                        </m:r>
                      </m:den>
                    </m:f>
                  </m:oMath>
                </a14:m>
                <a:r>
                  <a:rPr lang="zh-CN" altLang="zh-CN" i="1" dirty="0">
                    <a:solidFill>
                      <a:srgbClr val="000000"/>
                    </a:solidFill>
                    <a:effectLst/>
                    <a:latin typeface="+mn-lt"/>
                    <a:ea typeface="宋体" panose="02010600030101010101" pitchFamily="2" charset="-122"/>
                    <a:cs typeface="Times New Roman" panose="02020603050405020304" pitchFamily="18" charset="0"/>
                  </a:rPr>
                  <a:t>　</a:t>
                </a:r>
                <a:r>
                  <a:rPr lang="en-US" altLang="zh-CN" i="1" dirty="0">
                    <a:solidFill>
                      <a:srgbClr val="000000"/>
                    </a:solidFill>
                    <a:effectLst/>
                    <a:latin typeface="+mn-lt"/>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5</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18</m:t>
                        </m:r>
                      </m:den>
                    </m:f>
                  </m:oMath>
                </a14:m>
                <a:endParaRPr lang="zh-CN" altLang="zh-CN" dirty="0">
                  <a:solidFill>
                    <a:srgbClr val="000000"/>
                  </a:solidFill>
                  <a:effectLst/>
                  <a:latin typeface="+mn-lt"/>
                  <a:ea typeface="NEU-BZ-S92" panose="02020503000000020003" pitchFamily="18" charset="-122"/>
                  <a:cs typeface="Times New Roman" panose="02020603050405020304" pitchFamily="18" charset="0"/>
                </a:endParaRPr>
              </a:p>
            </p:txBody>
          </p:sp>
        </mc:Choice>
        <mc:Fallback xmlns="">
          <p:sp>
            <p:nvSpPr>
              <p:cNvPr id="37" name="矩形 36"/>
              <p:cNvSpPr>
                <a:spLocks noRot="1" noChangeAspect="1" noMove="1" noResize="1" noEditPoints="1" noAdjustHandles="1" noChangeArrowheads="1" noChangeShapeType="1" noTextEdit="1"/>
              </p:cNvSpPr>
              <p:nvPr/>
            </p:nvSpPr>
            <p:spPr>
              <a:xfrm>
                <a:off x="361950" y="493951"/>
                <a:ext cx="10807700" cy="5891677"/>
              </a:xfrm>
              <a:prstGeom prst="rect">
                <a:avLst/>
              </a:prstGeom>
              <a:blipFill rotWithShape="0">
                <a:blip r:embed="rId2"/>
                <a:stretch>
                  <a:fillRect l="-141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12507749"/>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7">
                                            <p:txEl>
                                              <p:pRg st="6" end="6"/>
                                            </p:txEl>
                                          </p:spTgt>
                                        </p:tgtEl>
                                        <p:attrNameLst>
                                          <p:attrName>style.visibility</p:attrName>
                                        </p:attrNameLst>
                                      </p:cBhvr>
                                      <p:to>
                                        <p:strVal val="visible"/>
                                      </p:to>
                                    </p:set>
                                    <p:animEffect transition="in" filter="randombar(horizontal)">
                                      <p:cBhvr>
                                        <p:cTn id="7" dur="500"/>
                                        <p:tgtEl>
                                          <p:spTgt spid="3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燕尾形 1"/>
          <p:cNvSpPr/>
          <p:nvPr/>
        </p:nvSpPr>
        <p:spPr>
          <a:xfrm>
            <a:off x="808363" y="680479"/>
            <a:ext cx="9488422"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考点二 </a:t>
            </a:r>
            <a:r>
              <a:rPr lang="zh-CN" altLang="zh-CN" i="1" dirty="0"/>
              <a:t>　</a:t>
            </a:r>
            <a:r>
              <a:rPr lang="zh-CN" altLang="zh-CN" dirty="0"/>
              <a:t>余弦定理与正弦定理的综合应用</a:t>
            </a:r>
          </a:p>
        </p:txBody>
      </p:sp>
      <p:sp>
        <p:nvSpPr>
          <p:cNvPr id="5" name="矩形 4"/>
          <p:cNvSpPr>
            <a:spLocks noChangeAspect="1"/>
          </p:cNvSpPr>
          <p:nvPr/>
        </p:nvSpPr>
        <p:spPr>
          <a:xfrm>
            <a:off x="361950" y="1151855"/>
            <a:ext cx="10807700" cy="5377498"/>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smtClean="0">
                <a:solidFill>
                  <a:srgbClr val="000000"/>
                </a:solidFill>
                <a:latin typeface="+mn-lt"/>
                <a:ea typeface="宋体" panose="02010600030101010101" pitchFamily="2" charset="-122"/>
                <a:cs typeface="Times New Roman" panose="02020603050405020304" pitchFamily="18" charset="0"/>
              </a:rPr>
              <a:t>9</a:t>
            </a:r>
            <a:r>
              <a:rPr lang="en-US" altLang="zh-CN" i="1" dirty="0" smtClean="0">
                <a:solidFill>
                  <a:srgbClr val="000000"/>
                </a:solidFill>
                <a:latin typeface="+mn-lt"/>
                <a:ea typeface="宋体" panose="02010600030101010101" pitchFamily="2" charset="-122"/>
                <a:cs typeface="Times New Roman" panose="02020603050405020304" pitchFamily="18" charset="0"/>
              </a:rPr>
              <a:t>.</a:t>
            </a:r>
            <a:r>
              <a:rPr lang="en-US" altLang="zh-CN" dirty="0" smtClean="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2021·</a:t>
            </a:r>
            <a:r>
              <a:rPr lang="zh-CN" altLang="zh-CN" dirty="0">
                <a:solidFill>
                  <a:srgbClr val="000000"/>
                </a:solidFill>
                <a:latin typeface="+mn-lt"/>
                <a:ea typeface="楷体" panose="02010609060101010101" pitchFamily="49" charset="-122"/>
                <a:cs typeface="Times New Roman" panose="02020603050405020304" pitchFamily="18" charset="0"/>
              </a:rPr>
              <a:t>全国</a:t>
            </a:r>
            <a:r>
              <a:rPr lang="zh-CN" altLang="zh-CN" i="1" dirty="0">
                <a:solidFill>
                  <a:srgbClr val="000000"/>
                </a:solidFill>
                <a:latin typeface="+mn-lt"/>
                <a:ea typeface="宋体" panose="02010600030101010101" pitchFamily="2" charset="-122"/>
                <a:cs typeface="宋体" panose="02010600030101010101" pitchFamily="2" charset="-122"/>
              </a:rPr>
              <a:t>Ⅱ</a:t>
            </a:r>
            <a:r>
              <a:rPr lang="zh-CN" altLang="zh-CN" dirty="0">
                <a:solidFill>
                  <a:srgbClr val="000000"/>
                </a:solidFill>
                <a:latin typeface="+mn-lt"/>
                <a:ea typeface="楷体" panose="02010609060101010101" pitchFamily="49" charset="-122"/>
                <a:cs typeface="Times New Roman" panose="02020603050405020304" pitchFamily="18" charset="0"/>
              </a:rPr>
              <a:t>高考</a:t>
            </a:r>
            <a:r>
              <a:rPr lang="en-US" altLang="zh-CN" dirty="0">
                <a:solidFill>
                  <a:srgbClr val="000000"/>
                </a:solidFill>
                <a:latin typeface="+mn-lt"/>
                <a:ea typeface="宋体" panose="02010600030101010101" pitchFamily="2" charset="-122"/>
                <a:cs typeface="Times New Roman" panose="02020603050405020304" pitchFamily="18" charset="0"/>
              </a:rPr>
              <a:t>)2020</a:t>
            </a:r>
            <a:r>
              <a:rPr lang="zh-CN" altLang="zh-CN" dirty="0">
                <a:solidFill>
                  <a:srgbClr val="000000"/>
                </a:solidFill>
                <a:latin typeface="+mn-lt"/>
                <a:ea typeface="宋体" panose="02010600030101010101" pitchFamily="2" charset="-122"/>
                <a:cs typeface="Times New Roman" panose="02020603050405020304" pitchFamily="18" charset="0"/>
              </a:rPr>
              <a:t>年</a:t>
            </a:r>
            <a:r>
              <a:rPr lang="en-US" altLang="zh-CN" dirty="0">
                <a:solidFill>
                  <a:srgbClr val="000000"/>
                </a:solidFill>
                <a:latin typeface="+mn-lt"/>
                <a:ea typeface="宋体" panose="02010600030101010101" pitchFamily="2" charset="-122"/>
                <a:cs typeface="Times New Roman" panose="02020603050405020304" pitchFamily="18" charset="0"/>
              </a:rPr>
              <a:t>12</a:t>
            </a:r>
            <a:r>
              <a:rPr lang="zh-CN" altLang="zh-CN" dirty="0">
                <a:solidFill>
                  <a:srgbClr val="000000"/>
                </a:solidFill>
                <a:latin typeface="+mn-lt"/>
                <a:ea typeface="宋体" panose="02010600030101010101" pitchFamily="2" charset="-122"/>
                <a:cs typeface="Times New Roman" panose="02020603050405020304" pitchFamily="18" charset="0"/>
              </a:rPr>
              <a:t>月</a:t>
            </a:r>
            <a:r>
              <a:rPr lang="en-US" altLang="zh-CN" dirty="0">
                <a:solidFill>
                  <a:srgbClr val="000000"/>
                </a:solidFill>
                <a:latin typeface="+mn-lt"/>
                <a:ea typeface="宋体" panose="02010600030101010101" pitchFamily="2" charset="-122"/>
                <a:cs typeface="Times New Roman" panose="02020603050405020304" pitchFamily="18" charset="0"/>
              </a:rPr>
              <a:t>8</a:t>
            </a:r>
            <a:r>
              <a:rPr lang="zh-CN" altLang="zh-CN" dirty="0">
                <a:solidFill>
                  <a:srgbClr val="000000"/>
                </a:solidFill>
                <a:latin typeface="+mn-lt"/>
                <a:ea typeface="宋体" panose="02010600030101010101" pitchFamily="2" charset="-122"/>
                <a:cs typeface="Times New Roman" panose="02020603050405020304" pitchFamily="18" charset="0"/>
              </a:rPr>
              <a:t>日</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中国和尼泊尔联合公布珠穆朗玛峰最新高程为</a:t>
            </a:r>
            <a:r>
              <a:rPr lang="en-US" altLang="zh-CN" dirty="0">
                <a:solidFill>
                  <a:srgbClr val="000000"/>
                </a:solidFill>
                <a:latin typeface="+mn-lt"/>
                <a:ea typeface="宋体" panose="02010600030101010101" pitchFamily="2" charset="-122"/>
                <a:cs typeface="Times New Roman" panose="02020603050405020304" pitchFamily="18" charset="0"/>
              </a:rPr>
              <a:t>8 848</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86(</a:t>
            </a:r>
            <a:r>
              <a:rPr lang="zh-CN" altLang="zh-CN" dirty="0">
                <a:solidFill>
                  <a:srgbClr val="000000"/>
                </a:solidFill>
                <a:latin typeface="+mn-lt"/>
                <a:ea typeface="宋体" panose="02010600030101010101" pitchFamily="2" charset="-122"/>
                <a:cs typeface="Times New Roman" panose="02020603050405020304" pitchFamily="18" charset="0"/>
              </a:rPr>
              <a:t>单位</a:t>
            </a:r>
            <a:r>
              <a:rPr lang="en-US" altLang="zh-CN" dirty="0">
                <a:solidFill>
                  <a:srgbClr val="000000"/>
                </a:solidFill>
                <a:latin typeface="+mn-lt"/>
                <a:ea typeface="宋体" panose="02010600030101010101" pitchFamily="2" charset="-122"/>
                <a:cs typeface="Times New Roman" panose="02020603050405020304" pitchFamily="18" charset="0"/>
              </a:rPr>
              <a:t>:m)</a:t>
            </a:r>
            <a:r>
              <a:rPr lang="en-US" altLang="zh-CN" i="1"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三角高程测量法是珠峰高程测量方法之一</a:t>
            </a:r>
            <a:r>
              <a:rPr lang="en-US" altLang="zh-CN" i="1"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如图是三角高程测量法的一个示意图</a:t>
            </a:r>
            <a:r>
              <a:rPr lang="en-US" altLang="zh-CN" i="1"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现有</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B</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C</a:t>
            </a:r>
            <a:r>
              <a:rPr lang="zh-CN" altLang="zh-CN" dirty="0">
                <a:solidFill>
                  <a:srgbClr val="000000"/>
                </a:solidFill>
                <a:latin typeface="+mn-lt"/>
                <a:ea typeface="宋体" panose="02010600030101010101" pitchFamily="2" charset="-122"/>
                <a:cs typeface="Times New Roman" panose="02020603050405020304" pitchFamily="18" charset="0"/>
              </a:rPr>
              <a:t>三点</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且</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B</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C</a:t>
            </a:r>
            <a:r>
              <a:rPr lang="zh-CN" altLang="zh-CN" dirty="0">
                <a:solidFill>
                  <a:srgbClr val="000000"/>
                </a:solidFill>
                <a:latin typeface="+mn-lt"/>
                <a:ea typeface="宋体" panose="02010600030101010101" pitchFamily="2" charset="-122"/>
                <a:cs typeface="Times New Roman" panose="02020603050405020304" pitchFamily="18" charset="0"/>
              </a:rPr>
              <a:t>在同一水平面上的投影</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B'</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C'</a:t>
            </a:r>
            <a:r>
              <a:rPr lang="zh-CN" altLang="zh-CN" dirty="0">
                <a:solidFill>
                  <a:srgbClr val="000000"/>
                </a:solidFill>
                <a:latin typeface="+mn-lt"/>
                <a:ea typeface="宋体" panose="02010600030101010101" pitchFamily="2" charset="-122"/>
                <a:cs typeface="Times New Roman" panose="02020603050405020304" pitchFamily="18" charset="0"/>
              </a:rPr>
              <a:t>满足</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宋体" panose="02010600030101010101" pitchFamily="2" charset="-122"/>
                <a:cs typeface="Times New Roman" panose="02020603050405020304" pitchFamily="18" charset="0"/>
              </a:rPr>
              <a:t>A'C'B'=</a:t>
            </a:r>
            <a:r>
              <a:rPr lang="en-US" altLang="zh-CN" dirty="0">
                <a:solidFill>
                  <a:srgbClr val="000000"/>
                </a:solidFill>
                <a:latin typeface="+mn-lt"/>
                <a:ea typeface="宋体" panose="02010600030101010101" pitchFamily="2" charset="-122"/>
                <a:cs typeface="Times New Roman" panose="02020603050405020304" pitchFamily="18" charset="0"/>
              </a:rPr>
              <a:t>45</a:t>
            </a:r>
            <a:r>
              <a:rPr lang="en-US" altLang="zh-CN" dirty="0">
                <a:solidFill>
                  <a:srgbClr val="000000"/>
                </a:solidFill>
                <a:latin typeface="+mn-ea"/>
                <a:ea typeface="+mn-ea"/>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宋体" panose="02010600030101010101" pitchFamily="2" charset="-122"/>
                <a:cs typeface="Times New Roman" panose="02020603050405020304" pitchFamily="18" charset="0"/>
              </a:rPr>
              <a:t>A'B'C'=</a:t>
            </a:r>
            <a:r>
              <a:rPr lang="en-US" altLang="zh-CN" dirty="0">
                <a:solidFill>
                  <a:srgbClr val="000000"/>
                </a:solidFill>
                <a:latin typeface="+mn-lt"/>
                <a:ea typeface="宋体" panose="02010600030101010101" pitchFamily="2" charset="-122"/>
                <a:cs typeface="Times New Roman" panose="02020603050405020304" pitchFamily="18" charset="0"/>
              </a:rPr>
              <a:t>60</a:t>
            </a:r>
            <a:r>
              <a:rPr lang="en-US" altLang="zh-CN" dirty="0">
                <a:solidFill>
                  <a:srgbClr val="000000"/>
                </a:solidFill>
                <a:latin typeface="+mn-ea"/>
                <a:ea typeface="+mn-ea"/>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由</a:t>
            </a:r>
            <a:r>
              <a:rPr lang="en-US" altLang="zh-CN" i="1" dirty="0">
                <a:solidFill>
                  <a:srgbClr val="000000"/>
                </a:solidFill>
                <a:latin typeface="+mn-lt"/>
                <a:ea typeface="宋体" panose="02010600030101010101" pitchFamily="2" charset="-122"/>
                <a:cs typeface="Times New Roman" panose="02020603050405020304" pitchFamily="18" charset="0"/>
              </a:rPr>
              <a:t>C</a:t>
            </a:r>
            <a:r>
              <a:rPr lang="zh-CN" altLang="zh-CN" dirty="0">
                <a:solidFill>
                  <a:srgbClr val="000000"/>
                </a:solidFill>
                <a:latin typeface="+mn-lt"/>
                <a:ea typeface="宋体" panose="02010600030101010101" pitchFamily="2" charset="-122"/>
                <a:cs typeface="Times New Roman" panose="02020603050405020304" pitchFamily="18" charset="0"/>
              </a:rPr>
              <a:t>点测得</a:t>
            </a:r>
            <a:r>
              <a:rPr lang="en-US" altLang="zh-CN" i="1" dirty="0">
                <a:solidFill>
                  <a:srgbClr val="000000"/>
                </a:solidFill>
                <a:latin typeface="+mn-lt"/>
                <a:ea typeface="宋体" panose="02010600030101010101" pitchFamily="2" charset="-122"/>
                <a:cs typeface="Times New Roman" panose="02020603050405020304" pitchFamily="18" charset="0"/>
              </a:rPr>
              <a:t>B</a:t>
            </a:r>
            <a:r>
              <a:rPr lang="zh-CN" altLang="zh-CN" dirty="0">
                <a:solidFill>
                  <a:srgbClr val="000000"/>
                </a:solidFill>
                <a:latin typeface="+mn-lt"/>
                <a:ea typeface="宋体" panose="02010600030101010101" pitchFamily="2" charset="-122"/>
                <a:cs typeface="Times New Roman" panose="02020603050405020304" pitchFamily="18" charset="0"/>
              </a:rPr>
              <a:t>点的仰角为</a:t>
            </a:r>
            <a:r>
              <a:rPr lang="en-US" altLang="zh-CN" dirty="0">
                <a:solidFill>
                  <a:srgbClr val="000000"/>
                </a:solidFill>
                <a:latin typeface="+mn-lt"/>
                <a:ea typeface="宋体" panose="02010600030101010101" pitchFamily="2" charset="-122"/>
                <a:cs typeface="Times New Roman" panose="02020603050405020304" pitchFamily="18" charset="0"/>
              </a:rPr>
              <a:t>15</a:t>
            </a:r>
            <a:r>
              <a:rPr lang="en-US" altLang="zh-CN" dirty="0">
                <a:solidFill>
                  <a:srgbClr val="000000"/>
                </a:solidFill>
                <a:latin typeface="+mn-ea"/>
                <a:ea typeface="+mn-ea"/>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BB'</a:t>
            </a:r>
            <a:r>
              <a:rPr lang="zh-CN" altLang="zh-CN" dirty="0">
                <a:solidFill>
                  <a:srgbClr val="000000"/>
                </a:solidFill>
                <a:latin typeface="+mn-lt"/>
                <a:ea typeface="宋体" panose="02010600030101010101" pitchFamily="2" charset="-122"/>
                <a:cs typeface="Times New Roman" panose="02020603050405020304" pitchFamily="18" charset="0"/>
              </a:rPr>
              <a:t>与</a:t>
            </a:r>
            <a:r>
              <a:rPr lang="en-US" altLang="zh-CN" i="1" dirty="0">
                <a:solidFill>
                  <a:srgbClr val="000000"/>
                </a:solidFill>
                <a:latin typeface="+mn-lt"/>
                <a:ea typeface="宋体" panose="02010600030101010101" pitchFamily="2" charset="-122"/>
                <a:cs typeface="Times New Roman" panose="02020603050405020304" pitchFamily="18" charset="0"/>
              </a:rPr>
              <a:t>CC'</a:t>
            </a:r>
            <a:r>
              <a:rPr lang="zh-CN" altLang="zh-CN" dirty="0">
                <a:solidFill>
                  <a:srgbClr val="000000"/>
                </a:solidFill>
                <a:latin typeface="+mn-lt"/>
                <a:ea typeface="宋体" panose="02010600030101010101" pitchFamily="2" charset="-122"/>
                <a:cs typeface="Times New Roman" panose="02020603050405020304" pitchFamily="18" charset="0"/>
              </a:rPr>
              <a:t>的差为</a:t>
            </a:r>
            <a:r>
              <a:rPr lang="en-US" altLang="zh-CN" dirty="0">
                <a:solidFill>
                  <a:srgbClr val="000000"/>
                </a:solidFill>
                <a:latin typeface="+mn-lt"/>
                <a:ea typeface="宋体" panose="02010600030101010101" pitchFamily="2" charset="-122"/>
                <a:cs typeface="Times New Roman" panose="02020603050405020304" pitchFamily="18" charset="0"/>
              </a:rPr>
              <a:t>100,</a:t>
            </a:r>
            <a:r>
              <a:rPr lang="zh-CN" altLang="zh-CN" dirty="0">
                <a:solidFill>
                  <a:srgbClr val="000000"/>
                </a:solidFill>
                <a:latin typeface="+mn-lt"/>
                <a:ea typeface="宋体" panose="02010600030101010101" pitchFamily="2" charset="-122"/>
                <a:cs typeface="Times New Roman" panose="02020603050405020304" pitchFamily="18" charset="0"/>
              </a:rPr>
              <a:t>由</a:t>
            </a:r>
            <a:r>
              <a:rPr lang="en-US" altLang="zh-CN" i="1" dirty="0">
                <a:solidFill>
                  <a:srgbClr val="000000"/>
                </a:solidFill>
                <a:latin typeface="+mn-lt"/>
                <a:ea typeface="宋体" panose="02010600030101010101" pitchFamily="2" charset="-122"/>
                <a:cs typeface="Times New Roman" panose="02020603050405020304" pitchFamily="18" charset="0"/>
              </a:rPr>
              <a:t>B</a:t>
            </a:r>
            <a:r>
              <a:rPr lang="zh-CN" altLang="zh-CN" dirty="0">
                <a:solidFill>
                  <a:srgbClr val="000000"/>
                </a:solidFill>
                <a:latin typeface="+mn-lt"/>
                <a:ea typeface="宋体" panose="02010600030101010101" pitchFamily="2" charset="-122"/>
                <a:cs typeface="Times New Roman" panose="02020603050405020304" pitchFamily="18" charset="0"/>
              </a:rPr>
              <a:t>点测得</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zh-CN" altLang="zh-CN" dirty="0">
                <a:solidFill>
                  <a:srgbClr val="000000"/>
                </a:solidFill>
                <a:latin typeface="+mn-lt"/>
                <a:ea typeface="宋体" panose="02010600030101010101" pitchFamily="2" charset="-122"/>
                <a:cs typeface="Times New Roman" panose="02020603050405020304" pitchFamily="18" charset="0"/>
              </a:rPr>
              <a:t>点的仰角为</a:t>
            </a:r>
            <a:r>
              <a:rPr lang="en-US" altLang="zh-CN" dirty="0">
                <a:solidFill>
                  <a:srgbClr val="000000"/>
                </a:solidFill>
                <a:latin typeface="+mn-lt"/>
                <a:ea typeface="宋体" panose="02010600030101010101" pitchFamily="2" charset="-122"/>
                <a:cs typeface="Times New Roman" panose="02020603050405020304" pitchFamily="18" charset="0"/>
              </a:rPr>
              <a:t>45</a:t>
            </a:r>
            <a:r>
              <a:rPr lang="en-US" altLang="zh-CN" dirty="0">
                <a:solidFill>
                  <a:srgbClr val="000000"/>
                </a:solidFill>
                <a:latin typeface="+mn-ea"/>
                <a:ea typeface="+mn-ea"/>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则</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C</a:t>
            </a:r>
            <a:r>
              <a:rPr lang="zh-CN" altLang="zh-CN" dirty="0">
                <a:solidFill>
                  <a:srgbClr val="000000"/>
                </a:solidFill>
                <a:latin typeface="+mn-lt"/>
                <a:ea typeface="宋体" panose="02010600030101010101" pitchFamily="2" charset="-122"/>
                <a:cs typeface="Times New Roman" panose="02020603050405020304" pitchFamily="18" charset="0"/>
              </a:rPr>
              <a:t>两点到水平面</a:t>
            </a:r>
            <a:r>
              <a:rPr lang="en-US" altLang="zh-CN" i="1" dirty="0">
                <a:solidFill>
                  <a:srgbClr val="000000"/>
                </a:solidFill>
                <a:latin typeface="+mn-lt"/>
                <a:ea typeface="宋体" panose="02010600030101010101" pitchFamily="2" charset="-122"/>
                <a:cs typeface="Times New Roman" panose="02020603050405020304" pitchFamily="18" charset="0"/>
              </a:rPr>
              <a:t>A'B'C'</a:t>
            </a:r>
            <a:r>
              <a:rPr lang="zh-CN" altLang="zh-CN" dirty="0">
                <a:solidFill>
                  <a:srgbClr val="000000"/>
                </a:solidFill>
                <a:latin typeface="+mn-lt"/>
                <a:ea typeface="宋体" panose="02010600030101010101" pitchFamily="2" charset="-122"/>
                <a:cs typeface="Times New Roman" panose="02020603050405020304" pitchFamily="18" charset="0"/>
              </a:rPr>
              <a:t>的高度差</a:t>
            </a:r>
            <a:r>
              <a:rPr lang="en-US" altLang="zh-CN" i="1" dirty="0">
                <a:solidFill>
                  <a:srgbClr val="000000"/>
                </a:solidFill>
                <a:latin typeface="+mn-lt"/>
                <a:ea typeface="宋体" panose="02010600030101010101" pitchFamily="2" charset="-122"/>
                <a:cs typeface="Times New Roman" panose="02020603050405020304" pitchFamily="18" charset="0"/>
              </a:rPr>
              <a:t>AA'-CC'</a:t>
            </a:r>
            <a:r>
              <a:rPr lang="zh-CN" altLang="zh-CN" dirty="0">
                <a:solidFill>
                  <a:srgbClr val="000000"/>
                </a:solidFill>
                <a:latin typeface="+mn-lt"/>
                <a:ea typeface="宋体" panose="02010600030101010101" pitchFamily="2" charset="-122"/>
                <a:cs typeface="Times New Roman" panose="02020603050405020304" pitchFamily="18" charset="0"/>
              </a:rPr>
              <a:t>约为</a:t>
            </a:r>
            <a:r>
              <a:rPr lang="en-US" altLang="zh-CN" dirty="0">
                <a:solidFill>
                  <a:srgbClr val="000000"/>
                </a:solidFill>
                <a:latin typeface="+mn-lt"/>
                <a:ea typeface="宋体" panose="02010600030101010101" pitchFamily="2" charset="-122"/>
                <a:cs typeface="Times New Roman" panose="02020603050405020304" pitchFamily="18" charset="0"/>
              </a:rPr>
              <a:t>( </a:t>
            </a:r>
            <a:r>
              <a:rPr lang="en-US" altLang="zh-CN" dirty="0" smtClean="0">
                <a:solidFill>
                  <a:srgbClr val="000000"/>
                </a:solidFill>
                <a:latin typeface="+mn-lt"/>
                <a:ea typeface="宋体" panose="02010600030101010101" pitchFamily="2" charset="-122"/>
                <a:cs typeface="Times New Roman" panose="02020603050405020304" pitchFamily="18" charset="0"/>
              </a:rPr>
              <a:t>     </a:t>
            </a:r>
            <a:r>
              <a:rPr lang="en-US" altLang="zh-CN" dirty="0">
                <a:solidFill>
                  <a:srgbClr val="000000"/>
                </a:solidFill>
                <a:latin typeface="+mn-lt"/>
                <a:ea typeface="宋体" panose="02010600030101010101" pitchFamily="2" charset="-122"/>
                <a:cs typeface="Times New Roman" panose="02020603050405020304" pitchFamily="18" charset="0"/>
              </a:rPr>
              <a:t>≈1</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732</a:t>
            </a:r>
            <a:r>
              <a:rPr lang="en-US" altLang="zh-CN" dirty="0" smtClean="0">
                <a:solidFill>
                  <a:srgbClr val="000000"/>
                </a:solidFill>
                <a:latin typeface="+mn-lt"/>
                <a:ea typeface="宋体" panose="02010600030101010101" pitchFamily="2" charset="-122"/>
                <a:cs typeface="Times New Roman" panose="02020603050405020304" pitchFamily="18" charset="0"/>
              </a:rPr>
              <a:t>)</a:t>
            </a:r>
          </a:p>
          <a:p>
            <a:pPr algn="r">
              <a:lnSpc>
                <a:spcPct val="120000"/>
              </a:lnSpc>
              <a:spcAft>
                <a:spcPts val="0"/>
              </a:spcAft>
              <a:tabLst>
                <a:tab pos="1188085" algn="l"/>
                <a:tab pos="2163445" algn="l"/>
                <a:tab pos="3142615" algn="l"/>
                <a:tab pos="4190365" algn="l"/>
              </a:tabLst>
            </a:pPr>
            <a:r>
              <a:rPr lang="en-US" altLang="zh-CN" dirty="0" smtClean="0">
                <a:solidFill>
                  <a:srgbClr val="000000"/>
                </a:solidFill>
                <a:latin typeface="+mn-lt"/>
                <a:ea typeface="宋体" panose="02010600030101010101" pitchFamily="2" charset="-122"/>
                <a:cs typeface="Times New Roman" panose="02020603050405020304" pitchFamily="18" charset="0"/>
              </a:rPr>
              <a:t>(</a:t>
            </a:r>
            <a:r>
              <a:rPr lang="zh-CN" altLang="zh-CN" i="1" dirty="0">
                <a:solidFill>
                  <a:srgbClr val="000000"/>
                </a:solidFill>
                <a:latin typeface="+mn-lt"/>
                <a:ea typeface="宋体" panose="02010600030101010101" pitchFamily="2" charset="-122"/>
                <a:cs typeface="Times New Roman" panose="02020603050405020304" pitchFamily="18" charset="0"/>
              </a:rPr>
              <a:t>　　</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latin typeface="+mn-lt"/>
                <a:ea typeface="宋体" panose="02010600030101010101" pitchFamily="2" charset="-122"/>
                <a:cs typeface="Times New Roman" panose="02020603050405020304" pitchFamily="18" charset="0"/>
              </a:rPr>
              <a:t>A.346	</a:t>
            </a:r>
            <a:r>
              <a:rPr lang="en-US" altLang="zh-CN" dirty="0" smtClean="0">
                <a:solidFill>
                  <a:srgbClr val="000000"/>
                </a:solidFill>
                <a:latin typeface="+mn-lt"/>
                <a:ea typeface="宋体" panose="02010600030101010101" pitchFamily="2" charset="-122"/>
                <a:cs typeface="Times New Roman" panose="02020603050405020304" pitchFamily="18" charset="0"/>
              </a:rPr>
              <a:t>    B.373</a:t>
            </a:r>
            <a:r>
              <a:rPr lang="en-US" altLang="zh-CN" dirty="0">
                <a:solidFill>
                  <a:srgbClr val="000000"/>
                </a:solidFill>
                <a:latin typeface="+mn-lt"/>
                <a:ea typeface="宋体" panose="02010600030101010101" pitchFamily="2" charset="-122"/>
                <a:cs typeface="Times New Roman" panose="02020603050405020304" pitchFamily="18" charset="0"/>
              </a:rPr>
              <a:t>	C.446	</a:t>
            </a:r>
            <a:r>
              <a:rPr lang="en-US" altLang="zh-CN" dirty="0" smtClean="0">
                <a:solidFill>
                  <a:srgbClr val="000000"/>
                </a:solidFill>
                <a:latin typeface="+mn-lt"/>
                <a:ea typeface="宋体" panose="02010600030101010101" pitchFamily="2" charset="-122"/>
                <a:cs typeface="Times New Roman" panose="02020603050405020304" pitchFamily="18" charset="0"/>
              </a:rPr>
              <a:t>    D.473</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p:txBody>
      </p:sp>
      <p:pic>
        <p:nvPicPr>
          <p:cNvPr id="9" name="22T43.eps" descr="id:2147536827;FounderCES"/>
          <p:cNvPicPr/>
          <p:nvPr/>
        </p:nvPicPr>
        <p:blipFill>
          <a:blip r:embed="rId3"/>
          <a:stretch>
            <a:fillRect/>
          </a:stretch>
        </p:blipFill>
        <p:spPr>
          <a:xfrm>
            <a:off x="7417222" y="5235991"/>
            <a:ext cx="1035834" cy="1080120"/>
          </a:xfrm>
          <a:prstGeom prst="rect">
            <a:avLst/>
          </a:prstGeom>
        </p:spPr>
      </p:pic>
      <p:graphicFrame>
        <p:nvGraphicFramePr>
          <p:cNvPr id="10" name="对象 9"/>
          <p:cNvGraphicFramePr>
            <a:graphicFrameLocks noChangeAspect="1"/>
          </p:cNvGraphicFramePr>
          <p:nvPr>
            <p:extLst>
              <p:ext uri="{D42A27DB-BD31-4B8C-83A1-F6EECF244321}">
                <p14:modId xmlns:p14="http://schemas.microsoft.com/office/powerpoint/2010/main" val="2212192199"/>
              </p:ext>
            </p:extLst>
          </p:nvPr>
        </p:nvGraphicFramePr>
        <p:xfrm>
          <a:off x="3672805" y="4761071"/>
          <a:ext cx="10610872" cy="495240"/>
        </p:xfrm>
        <a:graphic>
          <a:graphicData uri="http://schemas.openxmlformats.org/presentationml/2006/ole">
            <mc:AlternateContent xmlns:mc="http://schemas.openxmlformats.org/markup-compatibility/2006">
              <mc:Choice xmlns:v="urn:schemas-microsoft-com:vml" Requires="v">
                <p:oleObj spid="_x0000_s38959" name="文档" r:id="rId5" imgW="3826872" imgH="178611" progId="Word.Document.12">
                  <p:embed/>
                </p:oleObj>
              </mc:Choice>
              <mc:Fallback>
                <p:oleObj name="文档" r:id="rId5" imgW="3826872" imgH="178611" progId="Word.Document.12">
                  <p:embed/>
                  <p:pic>
                    <p:nvPicPr>
                      <p:cNvPr id="0" name=""/>
                      <p:cNvPicPr/>
                      <p:nvPr/>
                    </p:nvPicPr>
                    <p:blipFill>
                      <a:blip r:embed="rId6"/>
                      <a:stretch>
                        <a:fillRect/>
                      </a:stretch>
                    </p:blipFill>
                    <p:spPr>
                      <a:xfrm>
                        <a:off x="3672805" y="4761071"/>
                        <a:ext cx="10610872" cy="495240"/>
                      </a:xfrm>
                      <a:prstGeom prst="rect">
                        <a:avLst/>
                      </a:prstGeom>
                    </p:spPr>
                  </p:pic>
                </p:oleObj>
              </mc:Fallback>
            </mc:AlternateContent>
          </a:graphicData>
        </a:graphic>
      </p:graphicFrame>
    </p:spTree>
    <p:extLst>
      <p:ext uri="{BB962C8B-B14F-4D97-AF65-F5344CB8AC3E}">
        <p14:creationId xmlns:p14="http://schemas.microsoft.com/office/powerpoint/2010/main" val="2076139366"/>
      </p:ext>
    </p:extLst>
  </p:cSld>
  <p:clrMapOvr>
    <a:masterClrMapping/>
  </p:clrMapOvr>
  <p:transition spd="slow">
    <p:randomBar dir="vert"/>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647799"/>
            <a:ext cx="10807700" cy="644344"/>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latin typeface="+mn-lt"/>
                <a:cs typeface="Times New Roman" panose="02020603050405020304" pitchFamily="18" charset="0"/>
              </a:rPr>
              <a:t>解析</a:t>
            </a:r>
            <a:r>
              <a:rPr lang="en-US" altLang="zh-CN" dirty="0">
                <a:latin typeface="+mn-lt"/>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过点</a:t>
            </a:r>
            <a:r>
              <a:rPr lang="en-US" altLang="zh-CN" i="1" dirty="0">
                <a:solidFill>
                  <a:srgbClr val="000000"/>
                </a:solidFill>
                <a:latin typeface="+mn-lt"/>
                <a:ea typeface="宋体" panose="02010600030101010101" pitchFamily="2" charset="-122"/>
                <a:cs typeface="Times New Roman" panose="02020603050405020304" pitchFamily="18" charset="0"/>
              </a:rPr>
              <a:t>C</a:t>
            </a:r>
            <a:r>
              <a:rPr lang="zh-CN" altLang="zh-CN" dirty="0">
                <a:solidFill>
                  <a:srgbClr val="000000"/>
                </a:solidFill>
                <a:latin typeface="+mn-lt"/>
                <a:ea typeface="楷体" panose="02010609060101010101" pitchFamily="49" charset="-122"/>
                <a:cs typeface="Times New Roman" panose="02020603050405020304" pitchFamily="18" charset="0"/>
              </a:rPr>
              <a:t>作</a:t>
            </a:r>
            <a:r>
              <a:rPr lang="en-US" altLang="zh-CN" i="1" dirty="0">
                <a:solidFill>
                  <a:srgbClr val="000000"/>
                </a:solidFill>
                <a:latin typeface="+mn-lt"/>
                <a:ea typeface="宋体" panose="02010600030101010101" pitchFamily="2" charset="-122"/>
                <a:cs typeface="Times New Roman" panose="02020603050405020304" pitchFamily="18" charset="0"/>
              </a:rPr>
              <a:t>CD</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宋体" panose="02010600030101010101" pitchFamily="2" charset="-122"/>
                <a:cs typeface="Times New Roman" panose="02020603050405020304" pitchFamily="18" charset="0"/>
              </a:rPr>
              <a:t>BB'</a:t>
            </a:r>
            <a:r>
              <a:rPr lang="zh-CN" altLang="zh-CN" dirty="0">
                <a:solidFill>
                  <a:srgbClr val="000000"/>
                </a:solidFill>
                <a:latin typeface="+mn-lt"/>
                <a:ea typeface="楷体" panose="02010609060101010101" pitchFamily="49" charset="-122"/>
                <a:cs typeface="Times New Roman" panose="02020603050405020304" pitchFamily="18" charset="0"/>
              </a:rPr>
              <a:t>于点</a:t>
            </a:r>
            <a:r>
              <a:rPr lang="en-US" altLang="zh-CN" i="1" dirty="0">
                <a:solidFill>
                  <a:srgbClr val="000000"/>
                </a:solidFill>
                <a:latin typeface="+mn-lt"/>
                <a:ea typeface="宋体" panose="02010600030101010101" pitchFamily="2" charset="-122"/>
                <a:cs typeface="Times New Roman" panose="02020603050405020304" pitchFamily="18" charset="0"/>
              </a:rPr>
              <a:t>D</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过点</a:t>
            </a:r>
            <a:r>
              <a:rPr lang="en-US" altLang="zh-CN" i="1" dirty="0">
                <a:solidFill>
                  <a:srgbClr val="000000"/>
                </a:solidFill>
                <a:latin typeface="+mn-lt"/>
                <a:ea typeface="宋体" panose="02010600030101010101" pitchFamily="2" charset="-122"/>
                <a:cs typeface="Times New Roman" panose="02020603050405020304" pitchFamily="18" charset="0"/>
              </a:rPr>
              <a:t>B</a:t>
            </a:r>
            <a:r>
              <a:rPr lang="zh-CN" altLang="zh-CN" dirty="0">
                <a:solidFill>
                  <a:srgbClr val="000000"/>
                </a:solidFill>
                <a:latin typeface="+mn-lt"/>
                <a:ea typeface="楷体" panose="02010609060101010101" pitchFamily="49" charset="-122"/>
                <a:cs typeface="Times New Roman" panose="02020603050405020304" pitchFamily="18" charset="0"/>
              </a:rPr>
              <a:t>作</a:t>
            </a:r>
            <a:r>
              <a:rPr lang="en-US" altLang="zh-CN" i="1" dirty="0">
                <a:solidFill>
                  <a:srgbClr val="000000"/>
                </a:solidFill>
                <a:latin typeface="+mn-lt"/>
                <a:ea typeface="宋体" panose="02010600030101010101" pitchFamily="2" charset="-122"/>
                <a:cs typeface="Times New Roman" panose="02020603050405020304" pitchFamily="18" charset="0"/>
              </a:rPr>
              <a:t>BE</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宋体" panose="02010600030101010101" pitchFamily="2" charset="-122"/>
                <a:cs typeface="Times New Roman" panose="02020603050405020304" pitchFamily="18" charset="0"/>
              </a:rPr>
              <a:t>AA'</a:t>
            </a:r>
            <a:r>
              <a:rPr lang="zh-CN" altLang="zh-CN" dirty="0">
                <a:solidFill>
                  <a:srgbClr val="000000"/>
                </a:solidFill>
                <a:latin typeface="+mn-lt"/>
                <a:ea typeface="楷体" panose="02010609060101010101" pitchFamily="49" charset="-122"/>
                <a:cs typeface="Times New Roman" panose="02020603050405020304" pitchFamily="18" charset="0"/>
              </a:rPr>
              <a:t>于点</a:t>
            </a:r>
            <a:r>
              <a:rPr lang="en-US" altLang="zh-CN" i="1" dirty="0">
                <a:solidFill>
                  <a:srgbClr val="000000"/>
                </a:solidFill>
                <a:latin typeface="+mn-lt"/>
                <a:ea typeface="宋体" panose="02010600030101010101" pitchFamily="2" charset="-122"/>
                <a:cs typeface="Times New Roman" panose="02020603050405020304" pitchFamily="18" charset="0"/>
              </a:rPr>
              <a:t>E</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图略</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189075874"/>
              </p:ext>
            </p:extLst>
          </p:nvPr>
        </p:nvGraphicFramePr>
        <p:xfrm>
          <a:off x="365894" y="1292143"/>
          <a:ext cx="11671959" cy="4339485"/>
        </p:xfrm>
        <a:graphic>
          <a:graphicData uri="http://schemas.openxmlformats.org/presentationml/2006/ole">
            <mc:AlternateContent xmlns:mc="http://schemas.openxmlformats.org/markup-compatibility/2006">
              <mc:Choice xmlns:v="urn:schemas-microsoft-com:vml" Requires="v">
                <p:oleObj spid="_x0000_s64520" name="文档" r:id="rId4" imgW="3826872" imgH="1422782" progId="Word.Document.12">
                  <p:embed/>
                </p:oleObj>
              </mc:Choice>
              <mc:Fallback>
                <p:oleObj name="文档" r:id="rId4" imgW="3826872" imgH="1422782" progId="Word.Document.12">
                  <p:embed/>
                  <p:pic>
                    <p:nvPicPr>
                      <p:cNvPr id="0" name=""/>
                      <p:cNvPicPr/>
                      <p:nvPr/>
                    </p:nvPicPr>
                    <p:blipFill>
                      <a:blip r:embed="rId5"/>
                      <a:stretch>
                        <a:fillRect/>
                      </a:stretch>
                    </p:blipFill>
                    <p:spPr>
                      <a:xfrm>
                        <a:off x="365894" y="1292143"/>
                        <a:ext cx="11671959" cy="4339485"/>
                      </a:xfrm>
                      <a:prstGeom prst="rect">
                        <a:avLst/>
                      </a:prstGeom>
                    </p:spPr>
                  </p:pic>
                </p:oleObj>
              </mc:Fallback>
            </mc:AlternateContent>
          </a:graphicData>
        </a:graphic>
      </p:graphicFrame>
      <p:sp>
        <p:nvSpPr>
          <p:cNvPr id="6" name="矩形 5"/>
          <p:cNvSpPr>
            <a:spLocks noChangeAspect="1"/>
          </p:cNvSpPr>
          <p:nvPr/>
        </p:nvSpPr>
        <p:spPr>
          <a:xfrm>
            <a:off x="361950" y="5662999"/>
            <a:ext cx="1521570" cy="683264"/>
          </a:xfrm>
          <a:prstGeom prst="rect">
            <a:avLst/>
          </a:prstGeom>
        </p:spPr>
        <p:txBody>
          <a:bodyPr wrap="none">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B </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806235894"/>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矩形 1"/>
              <p:cNvSpPr>
                <a:spLocks noChangeAspect="1"/>
              </p:cNvSpPr>
              <p:nvPr/>
            </p:nvSpPr>
            <p:spPr>
              <a:xfrm>
                <a:off x="361950" y="1511895"/>
                <a:ext cx="10807700" cy="2286716"/>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(2023·</a:t>
                </a:r>
                <a:r>
                  <a:rPr lang="zh-CN" altLang="zh-CN" dirty="0">
                    <a:solidFill>
                      <a:srgbClr val="000000"/>
                    </a:solidFill>
                    <a:ea typeface="楷体" panose="02010609060101010101" pitchFamily="49" charset="-122"/>
                    <a:cs typeface="Times New Roman" panose="02020603050405020304" pitchFamily="18" charset="0"/>
                  </a:rPr>
                  <a:t>全国乙高考</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记</a:t>
                </a:r>
                <a:r>
                  <a:rPr lang="en-US" altLang="zh-CN" dirty="0">
                    <a:solidFill>
                      <a:srgbClr val="000000"/>
                    </a:solidFill>
                    <a:latin typeface="Cambria Math" panose="02040503050406030204" pitchFamily="18" charset="0"/>
                    <a:ea typeface="宋体" panose="02010600030101010101" pitchFamily="2" charset="-122"/>
                    <a:cs typeface="Cambria Math" panose="02040503050406030204" pitchFamily="18" charset="0"/>
                  </a:rPr>
                  <a:t>△</a:t>
                </a:r>
                <a:r>
                  <a:rPr lang="en-US" altLang="zh-CN" i="1" dirty="0">
                    <a:solidFill>
                      <a:srgbClr val="000000"/>
                    </a:solidFill>
                    <a:ea typeface="宋体" panose="02010600030101010101" pitchFamily="2" charset="-122"/>
                    <a:cs typeface="Times New Roman" panose="02020603050405020304" pitchFamily="18" charset="0"/>
                  </a:rPr>
                  <a:t>ABC</a:t>
                </a:r>
                <a:r>
                  <a:rPr lang="zh-CN" altLang="zh-CN" dirty="0">
                    <a:solidFill>
                      <a:srgbClr val="000000"/>
                    </a:solidFill>
                    <a:ea typeface="宋体" panose="02010600030101010101" pitchFamily="2" charset="-122"/>
                    <a:cs typeface="Times New Roman" panose="02020603050405020304" pitchFamily="18" charset="0"/>
                  </a:rPr>
                  <a:t>的内角</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的对边分别为</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b</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c</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若</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cos</a:t>
                </a:r>
                <a:r>
                  <a:rPr lang="en-US" altLang="zh-CN" dirty="0">
                    <a:solidFill>
                      <a:srgbClr val="000000"/>
                    </a:solidFill>
                    <a:ea typeface="宋体" panose="02010600030101010101" pitchFamily="2"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B-</a:t>
                </a:r>
                <a:r>
                  <a:rPr lang="en-US" altLang="zh-CN" i="1" dirty="0" err="1">
                    <a:solidFill>
                      <a:srgbClr val="000000"/>
                    </a:solidFill>
                    <a:ea typeface="宋体" panose="02010600030101010101" pitchFamily="2" charset="-122"/>
                    <a:cs typeface="Times New Roman" panose="02020603050405020304" pitchFamily="18" charset="0"/>
                  </a:rPr>
                  <a:t>b</a:t>
                </a:r>
                <a:r>
                  <a:rPr lang="en-US" altLang="zh-CN" dirty="0" err="1">
                    <a:solidFill>
                      <a:srgbClr val="000000"/>
                    </a:solidFill>
                    <a:ea typeface="宋体" panose="02010600030101010101" pitchFamily="2" charset="-122"/>
                    <a:cs typeface="Times New Roman" panose="02020603050405020304" pitchFamily="18" charset="0"/>
                  </a:rPr>
                  <a:t>cos</a:t>
                </a:r>
                <a:r>
                  <a:rPr lang="en-US" altLang="zh-CN" dirty="0">
                    <a:solidFill>
                      <a:srgbClr val="000000"/>
                    </a:solidFill>
                    <a:ea typeface="宋体" panose="02010600030101010101" pitchFamily="2"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A=c</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且</a:t>
                </a:r>
                <a:r>
                  <a:rPr lang="en-US" altLang="zh-CN" i="1" dirty="0">
                    <a:solidFill>
                      <a:srgbClr val="000000"/>
                    </a:solidFill>
                    <a:ea typeface="宋体" panose="02010600030101010101" pitchFamily="2" charset="-122"/>
                    <a:cs typeface="Times New Roman" panose="02020603050405020304" pitchFamily="18" charset="0"/>
                  </a:rPr>
                  <a:t>C=</a:t>
                </a:r>
                <a14:m>
                  <m:oMath xmlns:m="http://schemas.openxmlformats.org/officeDocument/2006/math">
                    <m:f>
                      <m:f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a:solidFill>
                              <a:srgbClr val="000000"/>
                            </a:solidFill>
                            <a:latin typeface="Cambria Math" panose="02040503050406030204" pitchFamily="18" charset="0"/>
                            <a:ea typeface="Microsoft Yi Baiti" panose="03000500000000000000" pitchFamily="66" charset="0"/>
                            <a:cs typeface="Times New Roman" panose="02020603050405020304" pitchFamily="18" charset="0"/>
                          </a:rPr>
                          <m:t>𝛑</m:t>
                        </m:r>
                      </m:num>
                      <m:den>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𝟓</m:t>
                        </m:r>
                      </m:den>
                    </m:f>
                  </m:oMath>
                </a14:m>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A.</a:t>
                </a:r>
                <a14:m>
                  <m:oMath xmlns:m="http://schemas.openxmlformats.org/officeDocument/2006/math">
                    <m:f>
                      <m:f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a:solidFill>
                              <a:srgbClr val="000000"/>
                            </a:solidFill>
                            <a:latin typeface="Cambria Math" panose="02040503050406030204" pitchFamily="18" charset="0"/>
                            <a:ea typeface="Microsoft Yi Baiti" panose="03000500000000000000" pitchFamily="66" charset="0"/>
                            <a:cs typeface="Times New Roman" panose="02020603050405020304" pitchFamily="18" charset="0"/>
                          </a:rPr>
                          <m:t>𝛑</m:t>
                        </m:r>
                      </m:num>
                      <m:den>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𝟏𝟎</m:t>
                        </m:r>
                      </m:den>
                    </m:f>
                  </m:oMath>
                </a14:m>
                <a:r>
                  <a:rPr lang="en-US" altLang="zh-CN" dirty="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	B</a:t>
                </a:r>
                <a:r>
                  <a:rPr lang="en-US" altLang="zh-CN" dirty="0">
                    <a:solidFill>
                      <a:srgbClr val="000000"/>
                    </a:solidFill>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a:solidFill>
                              <a:srgbClr val="000000"/>
                            </a:solidFill>
                            <a:latin typeface="Cambria Math" panose="02040503050406030204" pitchFamily="18" charset="0"/>
                            <a:ea typeface="Microsoft Yi Baiti" panose="03000500000000000000" pitchFamily="66" charset="0"/>
                            <a:cs typeface="Times New Roman" panose="02020603050405020304" pitchFamily="18" charset="0"/>
                          </a:rPr>
                          <m:t>𝛑</m:t>
                        </m:r>
                      </m:num>
                      <m:den>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𝟓</m:t>
                        </m:r>
                      </m:den>
                    </m:f>
                  </m:oMath>
                </a14:m>
                <a:r>
                  <a:rPr lang="en-US" altLang="zh-CN" dirty="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	C</a:t>
                </a:r>
                <a:r>
                  <a:rPr lang="en-US" altLang="zh-CN" dirty="0">
                    <a:solidFill>
                      <a:srgbClr val="000000"/>
                    </a:solidFill>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𝟑</m:t>
                        </m:r>
                        <m:r>
                          <a:rPr lang="en-US" altLang="zh-CN" i="1">
                            <a:solidFill>
                              <a:srgbClr val="000000"/>
                            </a:solidFill>
                            <a:latin typeface="Cambria Math" panose="02040503050406030204" pitchFamily="18" charset="0"/>
                            <a:ea typeface="Microsoft Yi Baiti" panose="03000500000000000000" pitchFamily="66" charset="0"/>
                            <a:cs typeface="Times New Roman" panose="02020603050405020304" pitchFamily="18" charset="0"/>
                          </a:rPr>
                          <m:t>𝛑</m:t>
                        </m:r>
                      </m:num>
                      <m:den>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𝟏𝟎</m:t>
                        </m:r>
                      </m:den>
                    </m:f>
                  </m:oMath>
                </a14:m>
                <a:r>
                  <a:rPr lang="en-US" altLang="zh-CN" dirty="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	D</a:t>
                </a:r>
                <a:r>
                  <a:rPr lang="en-US" altLang="zh-CN" dirty="0">
                    <a:solidFill>
                      <a:srgbClr val="000000"/>
                    </a:solidFill>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𝟐</m:t>
                        </m:r>
                        <m:r>
                          <a:rPr lang="en-US" altLang="zh-CN" i="1">
                            <a:solidFill>
                              <a:srgbClr val="000000"/>
                            </a:solidFill>
                            <a:latin typeface="Cambria Math" panose="02040503050406030204" pitchFamily="18" charset="0"/>
                            <a:ea typeface="Microsoft Yi Baiti" panose="03000500000000000000" pitchFamily="66" charset="0"/>
                            <a:cs typeface="Times New Roman" panose="02020603050405020304" pitchFamily="18" charset="0"/>
                          </a:rPr>
                          <m:t>𝛑</m:t>
                        </m:r>
                      </m:num>
                      <m:den>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𝟓</m:t>
                        </m:r>
                      </m:den>
                    </m:f>
                  </m:oMath>
                </a14:m>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p:txBody>
          </p:sp>
        </mc:Choice>
        <mc:Fallback xmlns="">
          <p:sp>
            <p:nvSpPr>
              <p:cNvPr id="2" name="矩形 1"/>
              <p:cNvSpPr>
                <a:spLocks noRot="1" noChangeAspect="1" noMove="1" noResize="1" noEditPoints="1" noAdjustHandles="1" noChangeArrowheads="1" noChangeShapeType="1" noTextEdit="1"/>
              </p:cNvSpPr>
              <p:nvPr/>
            </p:nvSpPr>
            <p:spPr>
              <a:xfrm>
                <a:off x="361950" y="1511895"/>
                <a:ext cx="10807700" cy="2286716"/>
              </a:xfrm>
              <a:prstGeom prst="rect">
                <a:avLst/>
              </a:prstGeom>
              <a:blipFill rotWithShape="0">
                <a:blip r:embed="rId2"/>
                <a:stretch>
                  <a:fillRect l="-1410" t="-2667" b="-293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84239791"/>
      </p:ext>
    </p:extLst>
  </p:cSld>
  <p:clrMapOvr>
    <a:masterClrMapping/>
  </p:clrMapOvr>
  <p:transition spd="slow">
    <p:randomBar dir="vert"/>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851877"/>
            <a:ext cx="10807700" cy="1826206"/>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由</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cos</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B-</a:t>
            </a:r>
            <a:r>
              <a:rPr lang="en-US" altLang="zh-CN" i="1" dirty="0" err="1">
                <a:solidFill>
                  <a:srgbClr val="000000"/>
                </a:solidFill>
                <a:ea typeface="宋体" panose="02010600030101010101" pitchFamily="2" charset="-122"/>
                <a:cs typeface="Times New Roman" panose="02020603050405020304" pitchFamily="18" charset="0"/>
              </a:rPr>
              <a:t>b</a:t>
            </a:r>
            <a:r>
              <a:rPr lang="en-US" altLang="zh-CN" dirty="0" err="1">
                <a:solidFill>
                  <a:srgbClr val="000000"/>
                </a:solidFill>
                <a:ea typeface="宋体" panose="02010600030101010101" pitchFamily="2" charset="-122"/>
                <a:cs typeface="Times New Roman" panose="02020603050405020304" pitchFamily="18" charset="0"/>
              </a:rPr>
              <a:t>cos</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A=c</a:t>
            </a:r>
            <a:r>
              <a:rPr lang="zh-CN" altLang="zh-CN" dirty="0">
                <a:solidFill>
                  <a:srgbClr val="000000"/>
                </a:solidFill>
                <a:ea typeface="楷体" panose="02010609060101010101" pitchFamily="49" charset="-122"/>
                <a:cs typeface="Times New Roman" panose="02020603050405020304" pitchFamily="18" charset="0"/>
              </a:rPr>
              <a:t>及正弦定理</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得</a:t>
            </a:r>
            <a:r>
              <a:rPr lang="en-US" altLang="zh-CN" dirty="0">
                <a:solidFill>
                  <a:srgbClr val="000000"/>
                </a:solidFill>
                <a:ea typeface="宋体" panose="02010600030101010101" pitchFamily="2" charset="-122"/>
                <a:cs typeface="Times New Roman" panose="02020603050405020304" pitchFamily="18" charset="0"/>
              </a:rPr>
              <a:t>sin</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cos</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sin</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err="1">
                <a:solidFill>
                  <a:srgbClr val="000000"/>
                </a:solidFill>
                <a:ea typeface="宋体" panose="02010600030101010101" pitchFamily="2" charset="-122"/>
                <a:cs typeface="Times New Roman" panose="02020603050405020304" pitchFamily="18" charset="0"/>
              </a:rPr>
              <a:t>B</a:t>
            </a:r>
            <a:r>
              <a:rPr lang="en-US" altLang="zh-CN" dirty="0" err="1">
                <a:solidFill>
                  <a:srgbClr val="000000"/>
                </a:solidFill>
                <a:ea typeface="宋体" panose="02010600030101010101" pitchFamily="2" charset="-122"/>
                <a:cs typeface="Times New Roman" panose="02020603050405020304" pitchFamily="18" charset="0"/>
              </a:rPr>
              <a:t>cos</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sin</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C</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即</a:t>
            </a:r>
            <a:r>
              <a:rPr lang="en-US" altLang="zh-CN" dirty="0">
                <a:solidFill>
                  <a:srgbClr val="000000"/>
                </a:solidFill>
                <a:ea typeface="宋体" panose="02010600030101010101" pitchFamily="2" charset="-122"/>
                <a:cs typeface="Times New Roman" panose="02020603050405020304" pitchFamily="18" charset="0"/>
              </a:rPr>
              <a:t>sin(</a:t>
            </a:r>
            <a:r>
              <a:rPr lang="en-US" altLang="zh-CN" i="1" dirty="0">
                <a:solidFill>
                  <a:srgbClr val="000000"/>
                </a:solidFill>
                <a:ea typeface="宋体" panose="02010600030101010101" pitchFamily="2" charset="-122"/>
                <a:cs typeface="Times New Roman" panose="02020603050405020304" pitchFamily="18" charset="0"/>
              </a:rPr>
              <a:t>A-B</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sin</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C.</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又因为</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楷体" panose="02010609060101010101" pitchFamily="49" charset="-122"/>
                <a:cs typeface="Times New Roman" panose="02020603050405020304" pitchFamily="18" charset="0"/>
              </a:rPr>
              <a:t>是</a:t>
            </a:r>
            <a:r>
              <a:rPr lang="en-US" altLang="zh-CN" dirty="0">
                <a:solidFill>
                  <a:srgbClr val="000000"/>
                </a:solidFill>
                <a:latin typeface="Cambria Math" panose="02040503050406030204" pitchFamily="18" charset="0"/>
                <a:ea typeface="宋体" panose="02010600030101010101" pitchFamily="2" charset="-122"/>
                <a:cs typeface="Cambria Math" panose="02040503050406030204" pitchFamily="18" charset="0"/>
              </a:rPr>
              <a:t>△</a:t>
            </a:r>
            <a:r>
              <a:rPr lang="en-US" altLang="zh-CN" i="1" dirty="0">
                <a:solidFill>
                  <a:srgbClr val="000000"/>
                </a:solidFill>
                <a:ea typeface="宋体" panose="02010600030101010101" pitchFamily="2" charset="-122"/>
                <a:cs typeface="Times New Roman" panose="02020603050405020304" pitchFamily="18" charset="0"/>
              </a:rPr>
              <a:t>ABC</a:t>
            </a:r>
            <a:r>
              <a:rPr lang="zh-CN" altLang="zh-CN" dirty="0">
                <a:solidFill>
                  <a:srgbClr val="000000"/>
                </a:solidFill>
                <a:ea typeface="楷体" panose="02010609060101010101" pitchFamily="49" charset="-122"/>
                <a:cs typeface="Times New Roman" panose="02020603050405020304" pitchFamily="18" charset="0"/>
              </a:rPr>
              <a:t>的内角</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4113690497"/>
              </p:ext>
            </p:extLst>
          </p:nvPr>
        </p:nvGraphicFramePr>
        <p:xfrm>
          <a:off x="432445" y="2664875"/>
          <a:ext cx="11671959" cy="2350052"/>
        </p:xfrm>
        <a:graphic>
          <a:graphicData uri="http://schemas.openxmlformats.org/presentationml/2006/ole">
            <mc:AlternateContent xmlns:mc="http://schemas.openxmlformats.org/markup-compatibility/2006">
              <mc:Choice xmlns:v="urn:schemas-microsoft-com:vml" Requires="v">
                <p:oleObj spid="_x0000_s66564" name="文档" r:id="rId4" imgW="3826872" imgH="770509" progId="Word.Document.12">
                  <p:embed/>
                </p:oleObj>
              </mc:Choice>
              <mc:Fallback>
                <p:oleObj name="文档" r:id="rId4" imgW="3826872" imgH="770509" progId="Word.Document.12">
                  <p:embed/>
                  <p:pic>
                    <p:nvPicPr>
                      <p:cNvPr id="0" name=""/>
                      <p:cNvPicPr/>
                      <p:nvPr/>
                    </p:nvPicPr>
                    <p:blipFill>
                      <a:blip r:embed="rId5"/>
                      <a:stretch>
                        <a:fillRect/>
                      </a:stretch>
                    </p:blipFill>
                    <p:spPr>
                      <a:xfrm>
                        <a:off x="432445" y="2664875"/>
                        <a:ext cx="11671959" cy="2350052"/>
                      </a:xfrm>
                      <a:prstGeom prst="rect">
                        <a:avLst/>
                      </a:prstGeom>
                    </p:spPr>
                  </p:pic>
                </p:oleObj>
              </mc:Fallback>
            </mc:AlternateContent>
          </a:graphicData>
        </a:graphic>
      </p:graphicFrame>
      <p:sp>
        <p:nvSpPr>
          <p:cNvPr id="2" name="矩形 1"/>
          <p:cNvSpPr>
            <a:spLocks noChangeAspect="1"/>
          </p:cNvSpPr>
          <p:nvPr/>
        </p:nvSpPr>
        <p:spPr>
          <a:xfrm>
            <a:off x="361950" y="5014927"/>
            <a:ext cx="1544012" cy="683264"/>
          </a:xfrm>
          <a:prstGeom prst="rect">
            <a:avLst/>
          </a:prstGeom>
        </p:spPr>
        <p:txBody>
          <a:bodyPr wrap="none">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C </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4172249791"/>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761335"/>
            <a:ext cx="10807700" cy="1274195"/>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smtClean="0">
                <a:solidFill>
                  <a:srgbClr val="000000"/>
                </a:solidFill>
                <a:latin typeface="+mn-lt"/>
                <a:ea typeface="宋体" panose="02010600030101010101" pitchFamily="2" charset="-122"/>
                <a:cs typeface="Times New Roman" panose="02020603050405020304" pitchFamily="18" charset="0"/>
              </a:rPr>
              <a:t>11</a:t>
            </a:r>
            <a:r>
              <a:rPr lang="en-US" altLang="zh-CN" i="1" dirty="0" smtClean="0">
                <a:solidFill>
                  <a:srgbClr val="000000"/>
                </a:solidFill>
                <a:latin typeface="+mn-lt"/>
                <a:ea typeface="宋体" panose="02010600030101010101" pitchFamily="2" charset="-122"/>
                <a:cs typeface="Times New Roman" panose="02020603050405020304" pitchFamily="18" charset="0"/>
              </a:rPr>
              <a:t>.</a:t>
            </a:r>
            <a:r>
              <a:rPr lang="en-US" altLang="zh-CN" dirty="0" smtClean="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2021·</a:t>
            </a:r>
            <a:r>
              <a:rPr lang="zh-CN" altLang="zh-CN" dirty="0">
                <a:solidFill>
                  <a:srgbClr val="000000"/>
                </a:solidFill>
                <a:latin typeface="+mn-lt"/>
                <a:ea typeface="楷体" panose="02010609060101010101" pitchFamily="49" charset="-122"/>
                <a:cs typeface="Times New Roman" panose="02020603050405020304" pitchFamily="18" charset="0"/>
              </a:rPr>
              <a:t>全国</a:t>
            </a:r>
            <a:r>
              <a:rPr lang="zh-CN" altLang="zh-CN" i="1" dirty="0">
                <a:solidFill>
                  <a:srgbClr val="000000"/>
                </a:solidFill>
                <a:latin typeface="+mn-lt"/>
                <a:ea typeface="宋体" panose="02010600030101010101" pitchFamily="2" charset="-122"/>
                <a:cs typeface="宋体" panose="02010600030101010101" pitchFamily="2" charset="-122"/>
              </a:rPr>
              <a:t>Ⅰ</a:t>
            </a:r>
            <a:r>
              <a:rPr lang="zh-CN" altLang="zh-CN" dirty="0">
                <a:solidFill>
                  <a:srgbClr val="000000"/>
                </a:solidFill>
                <a:latin typeface="+mn-lt"/>
                <a:ea typeface="楷体" panose="02010609060101010101" pitchFamily="49" charset="-122"/>
                <a:cs typeface="Times New Roman" panose="02020603050405020304" pitchFamily="18" charset="0"/>
              </a:rPr>
              <a:t>高考</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记</a:t>
            </a:r>
            <a:r>
              <a:rPr lang="en-US" altLang="zh-CN" dirty="0">
                <a:solidFill>
                  <a:srgbClr val="000000"/>
                </a:solidFill>
                <a:latin typeface="+mn-lt"/>
                <a:ea typeface="宋体" panose="02010600030101010101" pitchFamily="2" charset="-122"/>
                <a:cs typeface="Cambria Math" panose="020405030504060302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ABC</a:t>
            </a:r>
            <a:r>
              <a:rPr lang="zh-CN" altLang="zh-CN" dirty="0">
                <a:solidFill>
                  <a:srgbClr val="000000"/>
                </a:solidFill>
                <a:latin typeface="+mn-lt"/>
                <a:ea typeface="宋体" panose="02010600030101010101" pitchFamily="2" charset="-122"/>
                <a:cs typeface="Times New Roman" panose="02020603050405020304" pitchFamily="18" charset="0"/>
              </a:rPr>
              <a:t>的内角</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B</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C</a:t>
            </a:r>
            <a:r>
              <a:rPr lang="zh-CN" altLang="zh-CN" dirty="0">
                <a:solidFill>
                  <a:srgbClr val="000000"/>
                </a:solidFill>
                <a:latin typeface="+mn-lt"/>
                <a:ea typeface="宋体" panose="02010600030101010101" pitchFamily="2" charset="-122"/>
                <a:cs typeface="Times New Roman" panose="02020603050405020304" pitchFamily="18" charset="0"/>
              </a:rPr>
              <a:t>的对边分别为</a:t>
            </a:r>
            <a:r>
              <a:rPr lang="en-US" altLang="zh-CN" i="1" dirty="0" err="1">
                <a:solidFill>
                  <a:srgbClr val="000000"/>
                </a:solidFill>
                <a:latin typeface="+mn-lt"/>
                <a:ea typeface="宋体" panose="02010600030101010101" pitchFamily="2" charset="-122"/>
                <a:cs typeface="Times New Roman" panose="02020603050405020304" pitchFamily="18" charset="0"/>
              </a:rPr>
              <a:t>a</a:t>
            </a:r>
            <a:r>
              <a:rPr lang="en-US" altLang="zh-CN" dirty="0" err="1">
                <a:solidFill>
                  <a:srgbClr val="000000"/>
                </a:solidFill>
                <a:latin typeface="+mn-lt"/>
                <a:ea typeface="宋体" panose="02010600030101010101" pitchFamily="2" charset="-122"/>
                <a:cs typeface="Times New Roman" panose="02020603050405020304" pitchFamily="18" charset="0"/>
              </a:rPr>
              <a:t>,</a:t>
            </a:r>
            <a:r>
              <a:rPr lang="en-US" altLang="zh-CN" i="1" dirty="0" err="1">
                <a:solidFill>
                  <a:srgbClr val="000000"/>
                </a:solidFill>
                <a:latin typeface="+mn-lt"/>
                <a:ea typeface="宋体" panose="02010600030101010101" pitchFamily="2" charset="-122"/>
                <a:cs typeface="Times New Roman" panose="02020603050405020304" pitchFamily="18" charset="0"/>
              </a:rPr>
              <a:t>b</a:t>
            </a:r>
            <a:r>
              <a:rPr lang="en-US" altLang="zh-CN" dirty="0" err="1">
                <a:solidFill>
                  <a:srgbClr val="000000"/>
                </a:solidFill>
                <a:latin typeface="+mn-lt"/>
                <a:ea typeface="宋体" panose="02010600030101010101" pitchFamily="2" charset="-122"/>
                <a:cs typeface="Times New Roman" panose="02020603050405020304" pitchFamily="18" charset="0"/>
              </a:rPr>
              <a:t>,</a:t>
            </a:r>
            <a:r>
              <a:rPr lang="en-US" altLang="zh-CN" i="1" dirty="0" err="1">
                <a:solidFill>
                  <a:srgbClr val="000000"/>
                </a:solidFill>
                <a:latin typeface="+mn-lt"/>
                <a:ea typeface="宋体" panose="02010600030101010101" pitchFamily="2" charset="-122"/>
                <a:cs typeface="Times New Roman" panose="02020603050405020304" pitchFamily="18" charset="0"/>
              </a:rPr>
              <a:t>c</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面积为</a:t>
            </a:r>
            <a:r>
              <a:rPr lang="en-US" altLang="zh-CN" dirty="0">
                <a:solidFill>
                  <a:srgbClr val="000000"/>
                </a:solidFill>
                <a:latin typeface="+mn-lt"/>
                <a:ea typeface="宋体" panose="02010600030101010101" pitchFamily="2" charset="-122"/>
                <a:cs typeface="Times New Roman" panose="02020603050405020304" pitchFamily="18" charset="0"/>
              </a:rPr>
              <a:t>   </a:t>
            </a:r>
            <a:r>
              <a:rPr lang="en-US" altLang="zh-CN" dirty="0" smtClean="0">
                <a:solidFill>
                  <a:srgbClr val="000000"/>
                </a:solidFill>
                <a:latin typeface="+mn-lt"/>
                <a:ea typeface="宋体" panose="02010600030101010101" pitchFamily="2" charset="-122"/>
                <a:cs typeface="Times New Roman" panose="02020603050405020304" pitchFamily="18" charset="0"/>
              </a:rPr>
              <a:t>   </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B=</a:t>
            </a:r>
            <a:r>
              <a:rPr lang="en-US" altLang="zh-CN" dirty="0">
                <a:solidFill>
                  <a:srgbClr val="000000"/>
                </a:solidFill>
                <a:latin typeface="+mn-lt"/>
                <a:ea typeface="宋体" panose="02010600030101010101" pitchFamily="2" charset="-122"/>
                <a:cs typeface="Times New Roman" panose="02020603050405020304" pitchFamily="18" charset="0"/>
              </a:rPr>
              <a:t>60</a:t>
            </a:r>
            <a:r>
              <a:rPr lang="en-US" altLang="zh-CN" dirty="0">
                <a:solidFill>
                  <a:srgbClr val="000000"/>
                </a:solidFill>
                <a:latin typeface="+mn-ea"/>
                <a:ea typeface="+mn-ea"/>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baseline="30000" dirty="0">
                <a:solidFill>
                  <a:srgbClr val="000000"/>
                </a:solidFill>
                <a:latin typeface="+mn-lt"/>
                <a:ea typeface="宋体" panose="02010600030101010101" pitchFamily="2" charset="-122"/>
                <a:cs typeface="Times New Roman" panose="02020603050405020304" pitchFamily="18" charset="0"/>
              </a:rPr>
              <a:t>2</a:t>
            </a:r>
            <a:r>
              <a:rPr lang="en-US" altLang="zh-CN" i="1" dirty="0">
                <a:solidFill>
                  <a:srgbClr val="000000"/>
                </a:solidFill>
                <a:latin typeface="+mn-lt"/>
                <a:ea typeface="宋体" panose="02010600030101010101" pitchFamily="2" charset="-122"/>
                <a:cs typeface="Times New Roman" panose="02020603050405020304" pitchFamily="18" charset="0"/>
              </a:rPr>
              <a:t>+c</a:t>
            </a:r>
            <a:r>
              <a:rPr lang="en-US" altLang="zh-CN" baseline="30000" dirty="0">
                <a:solidFill>
                  <a:srgbClr val="000000"/>
                </a:solidFill>
                <a:latin typeface="+mn-lt"/>
                <a:ea typeface="宋体" panose="02010600030101010101" pitchFamily="2" charset="-122"/>
                <a:cs typeface="Times New Roman" panose="02020603050405020304" pitchFamily="18" charset="0"/>
              </a:rPr>
              <a:t>2</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3</a:t>
            </a:r>
            <a:r>
              <a:rPr lang="en-US" altLang="zh-CN" i="1" dirty="0">
                <a:solidFill>
                  <a:srgbClr val="000000"/>
                </a:solidFill>
                <a:latin typeface="+mn-lt"/>
                <a:ea typeface="宋体" panose="02010600030101010101" pitchFamily="2" charset="-122"/>
                <a:cs typeface="Times New Roman" panose="02020603050405020304" pitchFamily="18" charset="0"/>
              </a:rPr>
              <a:t>ac</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则</a:t>
            </a:r>
            <a:r>
              <a:rPr lang="en-US" altLang="zh-CN" i="1" dirty="0">
                <a:solidFill>
                  <a:srgbClr val="000000"/>
                </a:solidFill>
                <a:latin typeface="+mn-lt"/>
                <a:ea typeface="宋体" panose="02010600030101010101" pitchFamily="2" charset="-122"/>
                <a:cs typeface="Times New Roman" panose="02020603050405020304" pitchFamily="18" charset="0"/>
              </a:rPr>
              <a:t>b=</a:t>
            </a:r>
            <a:r>
              <a:rPr lang="zh-CN" altLang="zh-CN" i="1" u="sng" dirty="0">
                <a:uFill>
                  <a:solidFill>
                    <a:srgbClr val="000000"/>
                  </a:solidFill>
                </a:uFill>
                <a:latin typeface="+mn-lt"/>
                <a:ea typeface="宋体" panose="02010600030101010101" pitchFamily="2" charset="-122"/>
                <a:cs typeface="Times New Roman" panose="02020603050405020304" pitchFamily="18" charset="0"/>
              </a:rPr>
              <a:t>　　　　　</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NEU-BZ-S92" panose="02020503000000020003" pitchFamily="18" charset="-122"/>
                <a:cs typeface="Times New Roman" panose="02020603050405020304" pitchFamily="18" charset="0"/>
              </a:rPr>
              <a:t> </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p:txBody>
      </p:sp>
      <p:graphicFrame>
        <p:nvGraphicFramePr>
          <p:cNvPr id="9" name="对象 8"/>
          <p:cNvGraphicFramePr>
            <a:graphicFrameLocks noChangeAspect="1"/>
          </p:cNvGraphicFramePr>
          <p:nvPr>
            <p:extLst>
              <p:ext uri="{D42A27DB-BD31-4B8C-83A1-F6EECF244321}">
                <p14:modId xmlns:p14="http://schemas.microsoft.com/office/powerpoint/2010/main" val="788927896"/>
              </p:ext>
            </p:extLst>
          </p:nvPr>
        </p:nvGraphicFramePr>
        <p:xfrm>
          <a:off x="-2972251" y="1430520"/>
          <a:ext cx="11671959" cy="544764"/>
        </p:xfrm>
        <a:graphic>
          <a:graphicData uri="http://schemas.openxmlformats.org/presentationml/2006/ole">
            <mc:AlternateContent xmlns:mc="http://schemas.openxmlformats.org/markup-compatibility/2006">
              <mc:Choice xmlns:v="urn:schemas-microsoft-com:vml" Requires="v">
                <p:oleObj spid="_x0000_s39996" name="文档" r:id="rId4" imgW="3826872" imgH="178611" progId="Word.Document.12">
                  <p:embed/>
                </p:oleObj>
              </mc:Choice>
              <mc:Fallback>
                <p:oleObj name="文档" r:id="rId4" imgW="3826872" imgH="178611" progId="Word.Document.12">
                  <p:embed/>
                  <p:pic>
                    <p:nvPicPr>
                      <p:cNvPr id="0" name=""/>
                      <p:cNvPicPr/>
                      <p:nvPr/>
                    </p:nvPicPr>
                    <p:blipFill>
                      <a:blip r:embed="rId5"/>
                      <a:stretch>
                        <a:fillRect/>
                      </a:stretch>
                    </p:blipFill>
                    <p:spPr>
                      <a:xfrm>
                        <a:off x="-2972251" y="1430520"/>
                        <a:ext cx="11671959" cy="544764"/>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156537194"/>
              </p:ext>
            </p:extLst>
          </p:nvPr>
        </p:nvGraphicFramePr>
        <p:xfrm>
          <a:off x="473973" y="1996610"/>
          <a:ext cx="11671959" cy="3391353"/>
        </p:xfrm>
        <a:graphic>
          <a:graphicData uri="http://schemas.openxmlformats.org/presentationml/2006/ole">
            <mc:AlternateContent xmlns:mc="http://schemas.openxmlformats.org/markup-compatibility/2006">
              <mc:Choice xmlns:v="urn:schemas-microsoft-com:vml" Requires="v">
                <p:oleObj spid="_x0000_s39997" name="文档" r:id="rId7" imgW="3826872" imgH="1111919" progId="Word.Document.12">
                  <p:embed/>
                </p:oleObj>
              </mc:Choice>
              <mc:Fallback>
                <p:oleObj name="文档" r:id="rId7" imgW="3826872" imgH="1111919" progId="Word.Document.12">
                  <p:embed/>
                  <p:pic>
                    <p:nvPicPr>
                      <p:cNvPr id="0" name=""/>
                      <p:cNvPicPr/>
                      <p:nvPr/>
                    </p:nvPicPr>
                    <p:blipFill>
                      <a:blip r:embed="rId8"/>
                      <a:stretch>
                        <a:fillRect/>
                      </a:stretch>
                    </p:blipFill>
                    <p:spPr>
                      <a:xfrm>
                        <a:off x="473973" y="1996610"/>
                        <a:ext cx="11671959" cy="3391353"/>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26854163"/>
              </p:ext>
            </p:extLst>
          </p:nvPr>
        </p:nvGraphicFramePr>
        <p:xfrm>
          <a:off x="460866" y="5457463"/>
          <a:ext cx="11671959" cy="562304"/>
        </p:xfrm>
        <a:graphic>
          <a:graphicData uri="http://schemas.openxmlformats.org/presentationml/2006/ole">
            <mc:AlternateContent xmlns:mc="http://schemas.openxmlformats.org/markup-compatibility/2006">
              <mc:Choice xmlns:v="urn:schemas-microsoft-com:vml" Requires="v">
                <p:oleObj spid="_x0000_s39998" name="文档" r:id="rId10" imgW="3826872" imgH="184362" progId="Word.Document.12">
                  <p:embed/>
                </p:oleObj>
              </mc:Choice>
              <mc:Fallback>
                <p:oleObj name="文档" r:id="rId10" imgW="3826872" imgH="184362" progId="Word.Document.12">
                  <p:embed/>
                  <p:pic>
                    <p:nvPicPr>
                      <p:cNvPr id="0" name=""/>
                      <p:cNvPicPr/>
                      <p:nvPr/>
                    </p:nvPicPr>
                    <p:blipFill>
                      <a:blip r:embed="rId11"/>
                      <a:stretch>
                        <a:fillRect/>
                      </a:stretch>
                    </p:blipFill>
                    <p:spPr>
                      <a:xfrm>
                        <a:off x="460866" y="5457463"/>
                        <a:ext cx="11671959" cy="562304"/>
                      </a:xfrm>
                      <a:prstGeom prst="rect">
                        <a:avLst/>
                      </a:prstGeom>
                    </p:spPr>
                  </p:pic>
                </p:oleObj>
              </mc:Fallback>
            </mc:AlternateContent>
          </a:graphicData>
        </a:graphic>
      </p:graphicFrame>
    </p:spTree>
    <p:extLst>
      <p:ext uri="{BB962C8B-B14F-4D97-AF65-F5344CB8AC3E}">
        <p14:creationId xmlns:p14="http://schemas.microsoft.com/office/powerpoint/2010/main" val="4109484616"/>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randombar(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矩形 2"/>
              <p:cNvSpPr>
                <a:spLocks noChangeAspect="1"/>
              </p:cNvSpPr>
              <p:nvPr/>
            </p:nvSpPr>
            <p:spPr>
              <a:xfrm>
                <a:off x="361950" y="2110741"/>
                <a:ext cx="10807700" cy="1273362"/>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latin typeface="+mn-lt"/>
                    <a:ea typeface="宋体" panose="02010600030101010101" pitchFamily="2" charset="-122"/>
                    <a:cs typeface="Times New Roman" panose="02020603050405020304" pitchFamily="18" charset="0"/>
                  </a:rPr>
                  <a:t>12</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(2023·</a:t>
                </a:r>
                <a:r>
                  <a:rPr lang="zh-CN" altLang="zh-CN" dirty="0">
                    <a:solidFill>
                      <a:srgbClr val="000000"/>
                    </a:solidFill>
                    <a:effectLst/>
                    <a:latin typeface="+mn-lt"/>
                    <a:ea typeface="楷体" panose="02010609060101010101" pitchFamily="49" charset="-122"/>
                    <a:cs typeface="Times New Roman" panose="02020603050405020304" pitchFamily="18" charset="0"/>
                  </a:rPr>
                  <a:t>全国甲高考</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zh-CN" altLang="zh-CN" dirty="0">
                    <a:solidFill>
                      <a:srgbClr val="000000"/>
                    </a:solidFill>
                    <a:effectLst/>
                    <a:latin typeface="+mn-lt"/>
                    <a:ea typeface="宋体" panose="02010600030101010101" pitchFamily="2" charset="-122"/>
                    <a:cs typeface="Times New Roman" panose="02020603050405020304" pitchFamily="18" charset="0"/>
                  </a:rPr>
                  <a:t>在</a:t>
                </a:r>
                <a:r>
                  <a:rPr lang="en-US" altLang="zh-CN" dirty="0">
                    <a:solidFill>
                      <a:srgbClr val="000000"/>
                    </a:solidFill>
                    <a:effectLst/>
                    <a:latin typeface="+mn-lt"/>
                    <a:ea typeface="宋体" panose="02010600030101010101" pitchFamily="2" charset="-122"/>
                    <a:cs typeface="Cambria Math" panose="02040503050406030204" pitchFamily="18" charset="0"/>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ABC</a:t>
                </a:r>
                <a:r>
                  <a:rPr lang="zh-CN" altLang="zh-CN" dirty="0">
                    <a:solidFill>
                      <a:srgbClr val="000000"/>
                    </a:solidFill>
                    <a:effectLst/>
                    <a:latin typeface="+mn-lt"/>
                    <a:ea typeface="宋体" panose="02010600030101010101" pitchFamily="2" charset="-122"/>
                    <a:cs typeface="Times New Roman" panose="02020603050405020304" pitchFamily="18" charset="0"/>
                  </a:rPr>
                  <a:t>中</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zh-CN" altLang="zh-CN" dirty="0">
                    <a:solidFill>
                      <a:srgbClr val="000000"/>
                    </a:solidFill>
                    <a:effectLst/>
                    <a:latin typeface="+mn-lt"/>
                    <a:ea typeface="宋体" panose="02010600030101010101" pitchFamily="2" charset="-122"/>
                    <a:cs typeface="宋体" panose="02010600030101010101" pitchFamily="2" charset="-122"/>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BAC=</a:t>
                </a:r>
                <a:r>
                  <a:rPr lang="en-US" altLang="zh-CN" dirty="0">
                    <a:solidFill>
                      <a:srgbClr val="000000"/>
                    </a:solidFill>
                    <a:effectLst/>
                    <a:latin typeface="+mn-lt"/>
                    <a:ea typeface="宋体" panose="02010600030101010101" pitchFamily="2" charset="-122"/>
                    <a:cs typeface="Times New Roman" panose="02020603050405020304" pitchFamily="18" charset="0"/>
                  </a:rPr>
                  <a:t>60</a:t>
                </a:r>
                <a:r>
                  <a:rPr lang="en-US" altLang="zh-CN" dirty="0">
                    <a:solidFill>
                      <a:srgbClr val="000000"/>
                    </a:solidFill>
                    <a:effectLst/>
                    <a:latin typeface="+mn-lt"/>
                    <a:ea typeface="NEU-BZ-S92" panose="02020503000000020003" pitchFamily="18"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AB=</a:t>
                </a:r>
                <a:r>
                  <a:rPr lang="en-US" altLang="zh-CN" dirty="0">
                    <a:solidFill>
                      <a:srgbClr val="000000"/>
                    </a:solidFill>
                    <a:effectLst/>
                    <a:latin typeface="+mn-lt"/>
                    <a:ea typeface="宋体" panose="02010600030101010101" pitchFamily="2" charset="-122"/>
                    <a:cs typeface="Times New Roman" panose="02020603050405020304" pitchFamily="18" charset="0"/>
                  </a:rPr>
                  <a:t>2,</a:t>
                </a:r>
                <a:r>
                  <a:rPr lang="en-US" altLang="zh-CN" i="1" dirty="0">
                    <a:solidFill>
                      <a:srgbClr val="000000"/>
                    </a:solidFill>
                    <a:effectLst/>
                    <a:latin typeface="+mn-lt"/>
                    <a:ea typeface="宋体" panose="02010600030101010101" pitchFamily="2" charset="-122"/>
                    <a:cs typeface="Times New Roman" panose="02020603050405020304" pitchFamily="18" charset="0"/>
                  </a:rPr>
                  <a:t>BC=</a:t>
                </a:r>
                <a14:m>
                  <m:oMath xmlns:m="http://schemas.openxmlformats.org/officeDocument/2006/math">
                    <m:rad>
                      <m:radPr>
                        <m:degHide m:val="on"/>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6</m:t>
                        </m:r>
                      </m:e>
                    </m:rad>
                  </m:oMath>
                </a14:m>
                <a:r>
                  <a:rPr lang="en-US" altLang="zh-CN" dirty="0" smtClean="0">
                    <a:solidFill>
                      <a:srgbClr val="000000"/>
                    </a:solidFill>
                    <a:effectLst/>
                    <a:latin typeface="+mn-lt"/>
                    <a:ea typeface="宋体" panose="02010600030101010101" pitchFamily="2" charset="-122"/>
                    <a:cs typeface="Times New Roman" panose="02020603050405020304" pitchFamily="18" charset="0"/>
                  </a:rPr>
                  <a:t>, </a:t>
                </a:r>
                <a:r>
                  <a:rPr lang="zh-CN" altLang="zh-CN" dirty="0" smtClean="0">
                    <a:solidFill>
                      <a:srgbClr val="000000"/>
                    </a:solidFill>
                    <a:effectLst/>
                    <a:latin typeface="+mn-lt"/>
                    <a:ea typeface="宋体" panose="02010600030101010101" pitchFamily="2" charset="-122"/>
                    <a:cs typeface="宋体" panose="02010600030101010101" pitchFamily="2" charset="-122"/>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BAC</a:t>
                </a:r>
                <a:r>
                  <a:rPr lang="zh-CN" altLang="zh-CN" dirty="0">
                    <a:solidFill>
                      <a:srgbClr val="000000"/>
                    </a:solidFill>
                    <a:effectLst/>
                    <a:latin typeface="+mn-lt"/>
                    <a:ea typeface="宋体" panose="02010600030101010101" pitchFamily="2" charset="-122"/>
                    <a:cs typeface="Times New Roman" panose="02020603050405020304" pitchFamily="18" charset="0"/>
                  </a:rPr>
                  <a:t>的角平分线交</a:t>
                </a:r>
                <a:r>
                  <a:rPr lang="en-US" altLang="zh-CN" i="1" dirty="0">
                    <a:solidFill>
                      <a:srgbClr val="000000"/>
                    </a:solidFill>
                    <a:effectLst/>
                    <a:latin typeface="+mn-lt"/>
                    <a:ea typeface="宋体" panose="02010600030101010101" pitchFamily="2" charset="-122"/>
                    <a:cs typeface="Times New Roman" panose="02020603050405020304" pitchFamily="18" charset="0"/>
                  </a:rPr>
                  <a:t>BC</a:t>
                </a:r>
                <a:r>
                  <a:rPr lang="zh-CN" altLang="zh-CN" dirty="0">
                    <a:solidFill>
                      <a:srgbClr val="000000"/>
                    </a:solidFill>
                    <a:effectLst/>
                    <a:latin typeface="+mn-lt"/>
                    <a:ea typeface="宋体" panose="02010600030101010101" pitchFamily="2" charset="-122"/>
                    <a:cs typeface="Times New Roman" panose="02020603050405020304" pitchFamily="18" charset="0"/>
                  </a:rPr>
                  <a:t>于</a:t>
                </a:r>
                <a:r>
                  <a:rPr lang="en-US" altLang="zh-CN" i="1" dirty="0">
                    <a:solidFill>
                      <a:srgbClr val="000000"/>
                    </a:solidFill>
                    <a:effectLst/>
                    <a:latin typeface="+mn-lt"/>
                    <a:ea typeface="宋体" panose="02010600030101010101" pitchFamily="2" charset="-122"/>
                    <a:cs typeface="Times New Roman" panose="02020603050405020304" pitchFamily="18" charset="0"/>
                  </a:rPr>
                  <a:t>D</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zh-CN" altLang="zh-CN" dirty="0">
                    <a:solidFill>
                      <a:srgbClr val="000000"/>
                    </a:solidFill>
                    <a:effectLst/>
                    <a:latin typeface="+mn-lt"/>
                    <a:ea typeface="宋体" panose="02010600030101010101" pitchFamily="2" charset="-122"/>
                    <a:cs typeface="Times New Roman" panose="02020603050405020304" pitchFamily="18" charset="0"/>
                  </a:rPr>
                  <a:t>则</a:t>
                </a:r>
                <a:r>
                  <a:rPr lang="en-US" altLang="zh-CN" i="1" dirty="0">
                    <a:solidFill>
                      <a:srgbClr val="000000"/>
                    </a:solidFill>
                    <a:effectLst/>
                    <a:latin typeface="+mn-lt"/>
                    <a:ea typeface="宋体" panose="02010600030101010101" pitchFamily="2" charset="-122"/>
                    <a:cs typeface="Times New Roman" panose="02020603050405020304" pitchFamily="18" charset="0"/>
                  </a:rPr>
                  <a:t>AD=</a:t>
                </a:r>
                <a:r>
                  <a:rPr lang="zh-CN" altLang="zh-CN" i="1" u="sng" dirty="0">
                    <a:uFill>
                      <a:solidFill>
                        <a:srgbClr val="000000"/>
                      </a:solidFill>
                    </a:uFill>
                    <a:latin typeface="+mn-lt"/>
                    <a:ea typeface="宋体" panose="02010600030101010101" pitchFamily="2" charset="-122"/>
                    <a:cs typeface="Times New Roman" panose="02020603050405020304" pitchFamily="18" charset="0"/>
                  </a:rPr>
                  <a:t>　　　　　</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i="1" dirty="0">
                    <a:solidFill>
                      <a:srgbClr val="000000"/>
                    </a:solidFill>
                    <a:effectLst/>
                    <a:latin typeface="+mn-lt"/>
                    <a:ea typeface="NEU-BZ-S92" panose="02020503000000020003" pitchFamily="18" charset="-122"/>
                    <a:cs typeface="Times New Roman" panose="02020603050405020304" pitchFamily="18" charset="0"/>
                  </a:rPr>
                  <a:t> </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p:txBody>
          </p:sp>
        </mc:Choice>
        <mc:Fallback xmlns="">
          <p:sp>
            <p:nvSpPr>
              <p:cNvPr id="3" name="矩形 2"/>
              <p:cNvSpPr>
                <a:spLocks noRot="1" noChangeAspect="1" noMove="1" noResize="1" noEditPoints="1" noAdjustHandles="1" noChangeArrowheads="1" noChangeShapeType="1" noTextEdit="1"/>
              </p:cNvSpPr>
              <p:nvPr/>
            </p:nvSpPr>
            <p:spPr>
              <a:xfrm>
                <a:off x="361950" y="2110741"/>
                <a:ext cx="10807700" cy="1273362"/>
              </a:xfrm>
              <a:prstGeom prst="rect">
                <a:avLst/>
              </a:prstGeom>
              <a:blipFill rotWithShape="0">
                <a:blip r:embed="rId2"/>
                <a:stretch>
                  <a:fillRect l="-1410" t="-1435" r="-3328" b="-1483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82607764"/>
      </p:ext>
    </p:extLst>
  </p:cSld>
  <p:clrMapOvr>
    <a:masterClrMapping/>
  </p:clrMapOvr>
  <p:transition spd="slow">
    <p:randomBar dir="vert"/>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对象 4"/>
          <p:cNvGraphicFramePr>
            <a:graphicFrameLocks noChangeAspect="1"/>
          </p:cNvGraphicFramePr>
          <p:nvPr>
            <p:extLst>
              <p:ext uri="{D42A27DB-BD31-4B8C-83A1-F6EECF244321}">
                <p14:modId xmlns:p14="http://schemas.microsoft.com/office/powerpoint/2010/main" val="1634284529"/>
              </p:ext>
            </p:extLst>
          </p:nvPr>
        </p:nvGraphicFramePr>
        <p:xfrm>
          <a:off x="216421" y="740127"/>
          <a:ext cx="11671959" cy="5375308"/>
        </p:xfrm>
        <a:graphic>
          <a:graphicData uri="http://schemas.openxmlformats.org/presentationml/2006/ole">
            <mc:AlternateContent xmlns:mc="http://schemas.openxmlformats.org/markup-compatibility/2006">
              <mc:Choice xmlns:v="urn:schemas-microsoft-com:vml" Requires="v">
                <p:oleObj spid="_x0000_s54296" name="文档" r:id="rId4" imgW="3826872" imgH="1762396" progId="Word.Document.12">
                  <p:embed/>
                </p:oleObj>
              </mc:Choice>
              <mc:Fallback>
                <p:oleObj name="文档" r:id="rId4" imgW="3826872" imgH="1762396" progId="Word.Document.12">
                  <p:embed/>
                  <p:pic>
                    <p:nvPicPr>
                      <p:cNvPr id="0" name=""/>
                      <p:cNvPicPr/>
                      <p:nvPr/>
                    </p:nvPicPr>
                    <p:blipFill>
                      <a:blip r:embed="rId5"/>
                      <a:stretch>
                        <a:fillRect/>
                      </a:stretch>
                    </p:blipFill>
                    <p:spPr>
                      <a:xfrm>
                        <a:off x="216421" y="740127"/>
                        <a:ext cx="11671959" cy="5375308"/>
                      </a:xfrm>
                      <a:prstGeom prst="rect">
                        <a:avLst/>
                      </a:prstGeom>
                    </p:spPr>
                  </p:pic>
                </p:oleObj>
              </mc:Fallback>
            </mc:AlternateContent>
          </a:graphicData>
        </a:graphic>
      </p:graphicFrame>
      <p:pic>
        <p:nvPicPr>
          <p:cNvPr id="6" name="24Z01.eps" descr="id:2147490633;FounderCES"/>
          <p:cNvPicPr/>
          <p:nvPr/>
        </p:nvPicPr>
        <p:blipFill>
          <a:blip r:embed="rId6"/>
          <a:stretch>
            <a:fillRect/>
          </a:stretch>
        </p:blipFill>
        <p:spPr>
          <a:xfrm>
            <a:off x="9423285" y="2015950"/>
            <a:ext cx="1944216" cy="1748701"/>
          </a:xfrm>
          <a:prstGeom prst="rect">
            <a:avLst/>
          </a:prstGeom>
        </p:spPr>
      </p:pic>
    </p:spTree>
    <p:extLst>
      <p:ext uri="{BB962C8B-B14F-4D97-AF65-F5344CB8AC3E}">
        <p14:creationId xmlns:p14="http://schemas.microsoft.com/office/powerpoint/2010/main" val="2712988998"/>
      </p:ext>
    </p:extLst>
  </p:cSld>
  <p:clrMapOvr>
    <a:masterClrMapping/>
  </p:clrMapOvr>
  <p:transition spd="slow">
    <p:randomBar dir="vert"/>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788099233"/>
              </p:ext>
            </p:extLst>
          </p:nvPr>
        </p:nvGraphicFramePr>
        <p:xfrm>
          <a:off x="412781" y="1295871"/>
          <a:ext cx="11671959" cy="2914546"/>
        </p:xfrm>
        <a:graphic>
          <a:graphicData uri="http://schemas.openxmlformats.org/presentationml/2006/ole">
            <mc:AlternateContent xmlns:mc="http://schemas.openxmlformats.org/markup-compatibility/2006">
              <mc:Choice xmlns:v="urn:schemas-microsoft-com:vml" Requires="v">
                <p:oleObj spid="_x0000_s67588" name="文档" r:id="rId4" imgW="3826872" imgH="955589" progId="Word.Document.12">
                  <p:embed/>
                </p:oleObj>
              </mc:Choice>
              <mc:Fallback>
                <p:oleObj name="文档" r:id="rId4" imgW="3826872" imgH="955589" progId="Word.Document.12">
                  <p:embed/>
                  <p:pic>
                    <p:nvPicPr>
                      <p:cNvPr id="0" name=""/>
                      <p:cNvPicPr/>
                      <p:nvPr/>
                    </p:nvPicPr>
                    <p:blipFill>
                      <a:blip r:embed="rId5"/>
                      <a:stretch>
                        <a:fillRect/>
                      </a:stretch>
                    </p:blipFill>
                    <p:spPr>
                      <a:xfrm>
                        <a:off x="412781" y="1295871"/>
                        <a:ext cx="11671959" cy="2914546"/>
                      </a:xfrm>
                      <a:prstGeom prst="rect">
                        <a:avLst/>
                      </a:prstGeom>
                    </p:spPr>
                  </p:pic>
                </p:oleObj>
              </mc:Fallback>
            </mc:AlternateContent>
          </a:graphicData>
        </a:graphic>
      </p:graphicFrame>
      <p:sp>
        <p:nvSpPr>
          <p:cNvPr id="3" name="矩形 2"/>
          <p:cNvSpPr>
            <a:spLocks noChangeAspect="1"/>
          </p:cNvSpPr>
          <p:nvPr/>
        </p:nvSpPr>
        <p:spPr>
          <a:xfrm>
            <a:off x="361950" y="4275183"/>
            <a:ext cx="1452642" cy="683264"/>
          </a:xfrm>
          <a:prstGeom prst="rect">
            <a:avLst/>
          </a:prstGeom>
        </p:spPr>
        <p:txBody>
          <a:bodyPr wrap="none">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2 </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2646182523"/>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61950" y="1511895"/>
            <a:ext cx="10807700" cy="3046988"/>
            <a:chOff x="361950" y="1511895"/>
            <a:chExt cx="10807700" cy="3046988"/>
          </a:xfrm>
        </p:grpSpPr>
        <p:sp>
          <p:nvSpPr>
            <p:cNvPr id="4" name="矩形 3"/>
            <p:cNvSpPr>
              <a:spLocks noChangeAspect="1"/>
            </p:cNvSpPr>
            <p:nvPr/>
          </p:nvSpPr>
          <p:spPr>
            <a:xfrm>
              <a:off x="361950" y="1511895"/>
              <a:ext cx="10807700" cy="3046988"/>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smtClean="0">
                  <a:solidFill>
                    <a:srgbClr val="000000"/>
                  </a:solidFill>
                  <a:latin typeface="+mn-lt"/>
                  <a:ea typeface="宋体" panose="02010600030101010101" pitchFamily="2" charset="-122"/>
                  <a:cs typeface="Times New Roman" panose="02020603050405020304" pitchFamily="18" charset="0"/>
                </a:rPr>
                <a:t>13</a:t>
              </a:r>
              <a:r>
                <a:rPr lang="en-US" altLang="zh-CN" i="1" dirty="0" smtClean="0">
                  <a:solidFill>
                    <a:srgbClr val="000000"/>
                  </a:solidFill>
                  <a:latin typeface="+mn-lt"/>
                  <a:ea typeface="宋体" panose="02010600030101010101" pitchFamily="2" charset="-122"/>
                  <a:cs typeface="Times New Roman" panose="02020603050405020304" pitchFamily="18" charset="0"/>
                </a:rPr>
                <a:t>.</a:t>
              </a:r>
              <a:r>
                <a:rPr lang="en-US" altLang="zh-CN" dirty="0" smtClean="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2023·</a:t>
              </a:r>
              <a:r>
                <a:rPr lang="zh-CN" altLang="zh-CN" dirty="0">
                  <a:solidFill>
                    <a:srgbClr val="000000"/>
                  </a:solidFill>
                  <a:latin typeface="+mn-lt"/>
                  <a:ea typeface="楷体" panose="02010609060101010101" pitchFamily="49" charset="-122"/>
                  <a:cs typeface="Times New Roman" panose="02020603050405020304" pitchFamily="18" charset="0"/>
                </a:rPr>
                <a:t>天津高考</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在</a:t>
              </a:r>
              <a:r>
                <a:rPr lang="en-US" altLang="zh-CN" dirty="0">
                  <a:solidFill>
                    <a:srgbClr val="000000"/>
                  </a:solidFill>
                  <a:latin typeface="+mn-lt"/>
                  <a:ea typeface="宋体" panose="02010600030101010101" pitchFamily="2" charset="-122"/>
                  <a:cs typeface="Cambria Math" panose="020405030504060302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ABC</a:t>
              </a:r>
              <a:r>
                <a:rPr lang="zh-CN" altLang="zh-CN" dirty="0">
                  <a:solidFill>
                    <a:srgbClr val="000000"/>
                  </a:solidFill>
                  <a:latin typeface="+mn-lt"/>
                  <a:ea typeface="宋体" panose="02010600030101010101" pitchFamily="2" charset="-122"/>
                  <a:cs typeface="Times New Roman" panose="02020603050405020304" pitchFamily="18" charset="0"/>
                </a:rPr>
                <a:t>中</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角</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B</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C</a:t>
              </a:r>
              <a:r>
                <a:rPr lang="zh-CN" altLang="zh-CN" dirty="0">
                  <a:solidFill>
                    <a:srgbClr val="000000"/>
                  </a:solidFill>
                  <a:latin typeface="+mn-lt"/>
                  <a:ea typeface="宋体" panose="02010600030101010101" pitchFamily="2" charset="-122"/>
                  <a:cs typeface="Times New Roman" panose="02020603050405020304" pitchFamily="18" charset="0"/>
                </a:rPr>
                <a:t>的对边分别为</a:t>
              </a:r>
              <a:r>
                <a:rPr lang="en-US" altLang="zh-CN" i="1" dirty="0" err="1">
                  <a:solidFill>
                    <a:srgbClr val="000000"/>
                  </a:solidFill>
                  <a:latin typeface="+mn-lt"/>
                  <a:ea typeface="宋体" panose="02010600030101010101" pitchFamily="2" charset="-122"/>
                  <a:cs typeface="Times New Roman" panose="02020603050405020304" pitchFamily="18" charset="0"/>
                </a:rPr>
                <a:t>a</a:t>
              </a:r>
              <a:r>
                <a:rPr lang="en-US" altLang="zh-CN" dirty="0" err="1">
                  <a:solidFill>
                    <a:srgbClr val="000000"/>
                  </a:solidFill>
                  <a:latin typeface="+mn-lt"/>
                  <a:ea typeface="宋体" panose="02010600030101010101" pitchFamily="2" charset="-122"/>
                  <a:cs typeface="Times New Roman" panose="02020603050405020304" pitchFamily="18" charset="0"/>
                </a:rPr>
                <a:t>,</a:t>
              </a:r>
              <a:r>
                <a:rPr lang="en-US" altLang="zh-CN" i="1" dirty="0" err="1">
                  <a:solidFill>
                    <a:srgbClr val="000000"/>
                  </a:solidFill>
                  <a:latin typeface="+mn-lt"/>
                  <a:ea typeface="宋体" panose="02010600030101010101" pitchFamily="2" charset="-122"/>
                  <a:cs typeface="Times New Roman" panose="02020603050405020304" pitchFamily="18" charset="0"/>
                </a:rPr>
                <a:t>b</a:t>
              </a:r>
              <a:r>
                <a:rPr lang="en-US" altLang="zh-CN" dirty="0" err="1">
                  <a:solidFill>
                    <a:srgbClr val="000000"/>
                  </a:solidFill>
                  <a:latin typeface="+mn-lt"/>
                  <a:ea typeface="宋体" panose="02010600030101010101" pitchFamily="2" charset="-122"/>
                  <a:cs typeface="Times New Roman" panose="02020603050405020304" pitchFamily="18" charset="0"/>
                </a:rPr>
                <a:t>,</a:t>
              </a:r>
              <a:r>
                <a:rPr lang="en-US" altLang="zh-CN" i="1" dirty="0" err="1">
                  <a:solidFill>
                    <a:srgbClr val="000000"/>
                  </a:solidFill>
                  <a:latin typeface="+mn-lt"/>
                  <a:ea typeface="宋体" panose="02010600030101010101" pitchFamily="2" charset="-122"/>
                  <a:cs typeface="Times New Roman" panose="02020603050405020304" pitchFamily="18" charset="0"/>
                </a:rPr>
                <a:t>c</a:t>
              </a:r>
              <a:r>
                <a:rPr lang="en-US" altLang="zh-CN" i="1"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已知</a:t>
              </a:r>
              <a:r>
                <a:rPr lang="en-US" altLang="zh-CN" i="1" dirty="0">
                  <a:solidFill>
                    <a:srgbClr val="000000"/>
                  </a:solidFill>
                  <a:latin typeface="+mn-lt"/>
                  <a:ea typeface="宋体" panose="02010600030101010101" pitchFamily="2" charset="-122"/>
                  <a:cs typeface="Times New Roman" panose="02020603050405020304" pitchFamily="18" charset="0"/>
                </a:rPr>
                <a:t>a=  </a:t>
              </a:r>
              <a:r>
                <a:rPr lang="en-US" altLang="zh-CN" i="1" dirty="0" smtClean="0">
                  <a:solidFill>
                    <a:srgbClr val="000000"/>
                  </a:solidFill>
                  <a:latin typeface="+mn-lt"/>
                  <a:ea typeface="宋体" panose="02010600030101010101" pitchFamily="2" charset="-122"/>
                  <a:cs typeface="Times New Roman" panose="02020603050405020304" pitchFamily="18" charset="0"/>
                </a:rPr>
                <a:t>       </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b=</a:t>
              </a:r>
              <a:r>
                <a:rPr lang="en-US" altLang="zh-CN" dirty="0">
                  <a:solidFill>
                    <a:srgbClr val="000000"/>
                  </a:solidFill>
                  <a:latin typeface="+mn-lt"/>
                  <a:ea typeface="宋体" panose="02010600030101010101" pitchFamily="2" charset="-122"/>
                  <a:cs typeface="Times New Roman" panose="02020603050405020304" pitchFamily="18" charset="0"/>
                </a:rPr>
                <a:t>2,</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120</a:t>
              </a:r>
              <a:r>
                <a:rPr lang="en-US" altLang="zh-CN" dirty="0">
                  <a:solidFill>
                    <a:srgbClr val="000000"/>
                  </a:solidFill>
                  <a:latin typeface="+mn-ea"/>
                  <a:ea typeface="+mn-ea"/>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latin typeface="+mn-lt"/>
                  <a:ea typeface="宋体" panose="02010600030101010101" pitchFamily="2" charset="-122"/>
                  <a:cs typeface="Times New Roman" panose="02020603050405020304" pitchFamily="18" charset="0"/>
                </a:rPr>
                <a:t>(1)</a:t>
              </a:r>
              <a:r>
                <a:rPr lang="zh-CN" altLang="zh-CN" dirty="0">
                  <a:solidFill>
                    <a:srgbClr val="000000"/>
                  </a:solidFill>
                  <a:latin typeface="+mn-lt"/>
                  <a:ea typeface="宋体" panose="02010600030101010101" pitchFamily="2" charset="-122"/>
                  <a:cs typeface="Times New Roman" panose="02020603050405020304" pitchFamily="18" charset="0"/>
                </a:rPr>
                <a:t>求</a:t>
              </a:r>
              <a:r>
                <a:rPr lang="en-US" altLang="zh-CN" dirty="0">
                  <a:solidFill>
                    <a:srgbClr val="000000"/>
                  </a:solidFill>
                  <a:latin typeface="+mn-lt"/>
                  <a:ea typeface="宋体" panose="02010600030101010101" pitchFamily="2" charset="-122"/>
                  <a:cs typeface="Times New Roman" panose="02020603050405020304" pitchFamily="18" charset="0"/>
                </a:rPr>
                <a:t>sin </a:t>
              </a:r>
              <a:r>
                <a:rPr lang="en-US" altLang="zh-CN" i="1" dirty="0">
                  <a:solidFill>
                    <a:srgbClr val="000000"/>
                  </a:solidFill>
                  <a:latin typeface="+mn-lt"/>
                  <a:ea typeface="宋体" panose="02010600030101010101" pitchFamily="2" charset="-122"/>
                  <a:cs typeface="Times New Roman" panose="02020603050405020304" pitchFamily="18" charset="0"/>
                </a:rPr>
                <a:t>B</a:t>
              </a:r>
              <a:r>
                <a:rPr lang="zh-CN" altLang="zh-CN" dirty="0">
                  <a:solidFill>
                    <a:srgbClr val="000000"/>
                  </a:solidFill>
                  <a:latin typeface="+mn-lt"/>
                  <a:ea typeface="宋体" panose="02010600030101010101" pitchFamily="2" charset="-122"/>
                  <a:cs typeface="Times New Roman" panose="02020603050405020304" pitchFamily="18" charset="0"/>
                </a:rPr>
                <a:t>的值</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latin typeface="+mn-lt"/>
                  <a:ea typeface="宋体" panose="02010600030101010101" pitchFamily="2" charset="-122"/>
                  <a:cs typeface="Times New Roman" panose="02020603050405020304" pitchFamily="18" charset="0"/>
                </a:rPr>
                <a:t>(2)</a:t>
              </a:r>
              <a:r>
                <a:rPr lang="zh-CN" altLang="zh-CN" dirty="0">
                  <a:solidFill>
                    <a:srgbClr val="000000"/>
                  </a:solidFill>
                  <a:latin typeface="+mn-lt"/>
                  <a:ea typeface="宋体" panose="02010600030101010101" pitchFamily="2" charset="-122"/>
                  <a:cs typeface="Times New Roman" panose="02020603050405020304" pitchFamily="18" charset="0"/>
                </a:rPr>
                <a:t>求</a:t>
              </a:r>
              <a:r>
                <a:rPr lang="en-US" altLang="zh-CN" i="1" dirty="0">
                  <a:solidFill>
                    <a:srgbClr val="000000"/>
                  </a:solidFill>
                  <a:latin typeface="+mn-lt"/>
                  <a:ea typeface="宋体" panose="02010600030101010101" pitchFamily="2" charset="-122"/>
                  <a:cs typeface="Times New Roman" panose="02020603050405020304" pitchFamily="18" charset="0"/>
                </a:rPr>
                <a:t>c</a:t>
              </a:r>
              <a:r>
                <a:rPr lang="zh-CN" altLang="zh-CN" dirty="0">
                  <a:solidFill>
                    <a:srgbClr val="000000"/>
                  </a:solidFill>
                  <a:latin typeface="+mn-lt"/>
                  <a:ea typeface="宋体" panose="02010600030101010101" pitchFamily="2" charset="-122"/>
                  <a:cs typeface="Times New Roman" panose="02020603050405020304" pitchFamily="18" charset="0"/>
                </a:rPr>
                <a:t>的值</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latin typeface="+mn-lt"/>
                  <a:ea typeface="宋体" panose="02010600030101010101" pitchFamily="2" charset="-122"/>
                  <a:cs typeface="Times New Roman" panose="02020603050405020304" pitchFamily="18" charset="0"/>
                </a:rPr>
                <a:t>(3)</a:t>
              </a:r>
              <a:r>
                <a:rPr lang="zh-CN" altLang="zh-CN" dirty="0">
                  <a:solidFill>
                    <a:srgbClr val="000000"/>
                  </a:solidFill>
                  <a:latin typeface="+mn-lt"/>
                  <a:ea typeface="宋体" panose="02010600030101010101" pitchFamily="2" charset="-122"/>
                  <a:cs typeface="Times New Roman" panose="02020603050405020304" pitchFamily="18" charset="0"/>
                </a:rPr>
                <a:t>求</a:t>
              </a:r>
              <a:r>
                <a:rPr lang="en-US" altLang="zh-CN" dirty="0">
                  <a:solidFill>
                    <a:srgbClr val="000000"/>
                  </a:solidFill>
                  <a:latin typeface="+mn-lt"/>
                  <a:ea typeface="宋体" panose="02010600030101010101" pitchFamily="2" charset="-122"/>
                  <a:cs typeface="Times New Roman" panose="02020603050405020304" pitchFamily="18" charset="0"/>
                </a:rPr>
                <a:t>sin(</a:t>
              </a:r>
              <a:r>
                <a:rPr lang="en-US" altLang="zh-CN" i="1" dirty="0">
                  <a:solidFill>
                    <a:srgbClr val="000000"/>
                  </a:solidFill>
                  <a:latin typeface="+mn-lt"/>
                  <a:ea typeface="宋体" panose="02010600030101010101" pitchFamily="2" charset="-122"/>
                  <a:cs typeface="Times New Roman" panose="02020603050405020304" pitchFamily="18" charset="0"/>
                </a:rPr>
                <a:t>B-C</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的值</a:t>
              </a:r>
              <a:r>
                <a:rPr lang="en-US" altLang="zh-CN" i="1"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3830287083"/>
                </p:ext>
              </p:extLst>
            </p:nvPr>
          </p:nvGraphicFramePr>
          <p:xfrm>
            <a:off x="1296541" y="2159967"/>
            <a:ext cx="1657350" cy="547688"/>
          </p:xfrm>
          <a:graphic>
            <a:graphicData uri="http://schemas.openxmlformats.org/presentationml/2006/ole">
              <mc:AlternateContent xmlns:mc="http://schemas.openxmlformats.org/markup-compatibility/2006">
                <mc:Choice xmlns:v="urn:schemas-microsoft-com:vml" Requires="v">
                  <p:oleObj spid="_x0000_s55309" name="文档" r:id="rId4" imgW="546931" imgH="180049" progId="Word.Document.12">
                    <p:embed/>
                  </p:oleObj>
                </mc:Choice>
                <mc:Fallback>
                  <p:oleObj name="文档" r:id="rId4" imgW="546931" imgH="180049" progId="Word.Document.12">
                    <p:embed/>
                    <p:pic>
                      <p:nvPicPr>
                        <p:cNvPr id="0" name=""/>
                        <p:cNvPicPr/>
                        <p:nvPr/>
                      </p:nvPicPr>
                      <p:blipFill>
                        <a:blip r:embed="rId5"/>
                        <a:stretch>
                          <a:fillRect/>
                        </a:stretch>
                      </p:blipFill>
                      <p:spPr>
                        <a:xfrm>
                          <a:off x="1296541" y="2159967"/>
                          <a:ext cx="1657350" cy="547688"/>
                        </a:xfrm>
                        <a:prstGeom prst="rect">
                          <a:avLst/>
                        </a:prstGeom>
                      </p:spPr>
                    </p:pic>
                  </p:oleObj>
                </mc:Fallback>
              </mc:AlternateContent>
            </a:graphicData>
          </a:graphic>
        </p:graphicFrame>
      </p:grpSp>
    </p:spTree>
    <p:extLst>
      <p:ext uri="{BB962C8B-B14F-4D97-AF65-F5344CB8AC3E}">
        <p14:creationId xmlns:p14="http://schemas.microsoft.com/office/powerpoint/2010/main" val="3000502060"/>
      </p:ext>
    </p:extLst>
  </p:cSld>
  <p:clrMapOvr>
    <a:masterClrMapping/>
  </p:clrMapOvr>
  <p:transition spd="slow">
    <p:randomBar dir="vert"/>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174221425"/>
              </p:ext>
            </p:extLst>
          </p:nvPr>
        </p:nvGraphicFramePr>
        <p:xfrm>
          <a:off x="504453" y="1439887"/>
          <a:ext cx="11671959" cy="3174324"/>
        </p:xfrm>
        <a:graphic>
          <a:graphicData uri="http://schemas.openxmlformats.org/presentationml/2006/ole">
            <mc:AlternateContent xmlns:mc="http://schemas.openxmlformats.org/markup-compatibility/2006">
              <mc:Choice xmlns:v="urn:schemas-microsoft-com:vml" Requires="v">
                <p:oleObj spid="_x0000_s56333" name="文档" r:id="rId4" imgW="3826872" imgH="1040762" progId="Word.Document.12">
                  <p:embed/>
                </p:oleObj>
              </mc:Choice>
              <mc:Fallback>
                <p:oleObj name="文档" r:id="rId4" imgW="3826872" imgH="1040762" progId="Word.Document.12">
                  <p:embed/>
                  <p:pic>
                    <p:nvPicPr>
                      <p:cNvPr id="0" name=""/>
                      <p:cNvPicPr/>
                      <p:nvPr/>
                    </p:nvPicPr>
                    <p:blipFill>
                      <a:blip r:embed="rId5"/>
                      <a:stretch>
                        <a:fillRect/>
                      </a:stretch>
                    </p:blipFill>
                    <p:spPr>
                      <a:xfrm>
                        <a:off x="504453" y="1439887"/>
                        <a:ext cx="11671959" cy="3174324"/>
                      </a:xfrm>
                      <a:prstGeom prst="rect">
                        <a:avLst/>
                      </a:prstGeom>
                    </p:spPr>
                  </p:pic>
                </p:oleObj>
              </mc:Fallback>
            </mc:AlternateContent>
          </a:graphicData>
        </a:graphic>
      </p:graphicFrame>
    </p:spTree>
    <p:extLst>
      <p:ext uri="{BB962C8B-B14F-4D97-AF65-F5344CB8AC3E}">
        <p14:creationId xmlns:p14="http://schemas.microsoft.com/office/powerpoint/2010/main" val="2091521724"/>
      </p:ext>
    </p:extLst>
  </p:cSld>
  <p:clrMapOvr>
    <a:masterClrMapping/>
  </p:clrMapOvr>
  <p:transition spd="slow">
    <p:randomBar dir="vert"/>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矩形 5"/>
              <p:cNvSpPr>
                <a:spLocks noChangeAspect="1"/>
              </p:cNvSpPr>
              <p:nvPr/>
            </p:nvSpPr>
            <p:spPr>
              <a:xfrm>
                <a:off x="361950" y="494535"/>
                <a:ext cx="10807700" cy="6038256"/>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latin typeface="+mn-lt"/>
                    <a:ea typeface="宋体" panose="02010600030101010101" pitchFamily="2" charset="-122"/>
                    <a:cs typeface="Times New Roman" panose="02020603050405020304" pitchFamily="18" charset="0"/>
                  </a:rPr>
                  <a:t>(2)(</a:t>
                </a:r>
                <a:r>
                  <a:rPr lang="zh-CN" altLang="zh-CN" dirty="0">
                    <a:solidFill>
                      <a:srgbClr val="000000"/>
                    </a:solidFill>
                    <a:effectLst/>
                    <a:latin typeface="+mn-lt"/>
                    <a:ea typeface="楷体" panose="02010609060101010101" pitchFamily="49" charset="-122"/>
                    <a:cs typeface="Times New Roman" panose="02020603050405020304" pitchFamily="18" charset="0"/>
                  </a:rPr>
                  <a:t>方法一</a:t>
                </a:r>
                <a:r>
                  <a:rPr lang="zh-CN" altLang="zh-CN" i="1" dirty="0">
                    <a:solidFill>
                      <a:srgbClr val="000000"/>
                    </a:solidFill>
                    <a:effectLst/>
                    <a:latin typeface="+mn-lt"/>
                    <a:ea typeface="宋体" panose="02010600030101010101" pitchFamily="2" charset="-122"/>
                    <a:cs typeface="Times New Roman" panose="02020603050405020304" pitchFamily="18" charset="0"/>
                  </a:rPr>
                  <a:t>　</a:t>
                </a:r>
                <a:r>
                  <a:rPr lang="zh-CN" altLang="zh-CN" dirty="0">
                    <a:solidFill>
                      <a:srgbClr val="000000"/>
                    </a:solidFill>
                    <a:effectLst/>
                    <a:latin typeface="+mn-lt"/>
                    <a:ea typeface="楷体" panose="02010609060101010101" pitchFamily="49" charset="-122"/>
                    <a:cs typeface="Times New Roman" panose="02020603050405020304" pitchFamily="18" charset="0"/>
                  </a:rPr>
                  <a:t>第二步</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zh-CN" altLang="zh-CN" dirty="0">
                    <a:solidFill>
                      <a:srgbClr val="000000"/>
                    </a:solidFill>
                    <a:effectLst/>
                    <a:latin typeface="+mn-lt"/>
                    <a:ea typeface="楷体" panose="02010609060101010101" pitchFamily="49" charset="-122"/>
                    <a:cs typeface="Times New Roman" panose="02020603050405020304" pitchFamily="18" charset="0"/>
                  </a:rPr>
                  <a:t>由两角差的正弦公式求</a:t>
                </a:r>
                <a:r>
                  <a:rPr lang="en-US" altLang="zh-CN" dirty="0">
                    <a:solidFill>
                      <a:srgbClr val="000000"/>
                    </a:solidFill>
                    <a:effectLst/>
                    <a:latin typeface="+mn-lt"/>
                    <a:ea typeface="宋体" panose="02010600030101010101" pitchFamily="2" charset="-122"/>
                    <a:cs typeface="Times New Roman" panose="02020603050405020304" pitchFamily="18" charset="0"/>
                  </a:rPr>
                  <a:t>sin</a:t>
                </a:r>
                <a:r>
                  <a:rPr lang="en-US" altLang="zh-CN" dirty="0">
                    <a:solidFill>
                      <a:srgbClr val="000000"/>
                    </a:solidFill>
                    <a:effectLst/>
                    <a:latin typeface="+mn-lt"/>
                    <a:ea typeface="楷体" panose="02010609060101010101" pitchFamily="49" charset="-122"/>
                    <a:cs typeface="Times New Roman" panose="02020603050405020304" pitchFamily="18" charset="0"/>
                  </a:rPr>
                  <a:t> </a:t>
                </a:r>
                <a:r>
                  <a:rPr lang="en-US" altLang="zh-CN" i="1" dirty="0">
                    <a:solidFill>
                      <a:srgbClr val="000000"/>
                    </a:solidFill>
                    <a:effectLst/>
                    <a:latin typeface="+mn-lt"/>
                    <a:ea typeface="宋体" panose="02010600030101010101" pitchFamily="2" charset="-122"/>
                    <a:cs typeface="Times New Roman" panose="02020603050405020304" pitchFamily="18" charset="0"/>
                  </a:rPr>
                  <a:t>C</a:t>
                </a:r>
                <a:r>
                  <a:rPr lang="en-US" altLang="zh-CN" dirty="0">
                    <a:solidFill>
                      <a:srgbClr val="000000"/>
                    </a:solidFill>
                    <a:effectLst/>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ffectLst/>
                    <a:latin typeface="+mn-lt"/>
                    <a:ea typeface="楷体" panose="02010609060101010101" pitchFamily="49" charset="-122"/>
                    <a:cs typeface="Times New Roman" panose="02020603050405020304" pitchFamily="18" charset="0"/>
                  </a:rPr>
                  <a:t>由</a:t>
                </a:r>
                <a:r>
                  <a:rPr lang="en-US" altLang="zh-CN" dirty="0">
                    <a:solidFill>
                      <a:srgbClr val="000000"/>
                    </a:solidFill>
                    <a:effectLst/>
                    <a:latin typeface="+mn-lt"/>
                    <a:ea typeface="宋体" panose="02010600030101010101" pitchFamily="2" charset="-122"/>
                    <a:cs typeface="Times New Roman" panose="02020603050405020304" pitchFamily="18" charset="0"/>
                  </a:rPr>
                  <a:t>(1)</a:t>
                </a:r>
                <a:r>
                  <a:rPr lang="zh-CN" altLang="zh-CN" dirty="0">
                    <a:solidFill>
                      <a:srgbClr val="000000"/>
                    </a:solidFill>
                    <a:effectLst/>
                    <a:latin typeface="+mn-lt"/>
                    <a:ea typeface="楷体" panose="02010609060101010101" pitchFamily="49" charset="-122"/>
                    <a:cs typeface="Times New Roman" panose="02020603050405020304" pitchFamily="18" charset="0"/>
                  </a:rPr>
                  <a:t>及已知</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zh-CN" altLang="zh-CN" dirty="0">
                    <a:solidFill>
                      <a:srgbClr val="000000"/>
                    </a:solidFill>
                    <a:effectLst/>
                    <a:latin typeface="+mn-lt"/>
                    <a:ea typeface="楷体" panose="02010609060101010101" pitchFamily="49" charset="-122"/>
                    <a:cs typeface="Times New Roman" panose="02020603050405020304" pitchFamily="18" charset="0"/>
                  </a:rPr>
                  <a:t>得</a:t>
                </a:r>
                <a:r>
                  <a:rPr lang="en-US" altLang="zh-CN" dirty="0">
                    <a:solidFill>
                      <a:srgbClr val="000000"/>
                    </a:solidFill>
                    <a:effectLst/>
                    <a:latin typeface="+mn-lt"/>
                    <a:ea typeface="宋体" panose="02010600030101010101" pitchFamily="2" charset="-122"/>
                    <a:cs typeface="Times New Roman" panose="02020603050405020304" pitchFamily="18" charset="0"/>
                  </a:rPr>
                  <a:t>cos</a:t>
                </a:r>
                <a:r>
                  <a:rPr lang="en-US" altLang="zh-CN" dirty="0">
                    <a:solidFill>
                      <a:srgbClr val="000000"/>
                    </a:solidFill>
                    <a:effectLst/>
                    <a:latin typeface="+mn-lt"/>
                    <a:ea typeface="楷体" panose="02010609060101010101" pitchFamily="49" charset="-122"/>
                    <a:cs typeface="Times New Roman" panose="02020603050405020304" pitchFamily="18" charset="0"/>
                  </a:rPr>
                  <a:t> </a:t>
                </a:r>
                <a:r>
                  <a:rPr lang="en-US" altLang="zh-CN" i="1" dirty="0">
                    <a:solidFill>
                      <a:srgbClr val="000000"/>
                    </a:solidFill>
                    <a:effectLst/>
                    <a:latin typeface="+mn-lt"/>
                    <a:ea typeface="宋体" panose="02010600030101010101" pitchFamily="2" charset="-122"/>
                    <a:cs typeface="Times New Roman" panose="02020603050405020304" pitchFamily="18" charset="0"/>
                  </a:rPr>
                  <a:t>B=</a:t>
                </a:r>
                <a14:m>
                  <m:oMath xmlns:m="http://schemas.openxmlformats.org/officeDocument/2006/math">
                    <m:rad>
                      <m:radPr>
                        <m:degHide m:val="on"/>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m:t>
                        </m:r>
                        <m:r>
                          <m:rPr>
                            <m:nor/>
                          </m:rPr>
                          <a:rPr lang="en-US" altLang="zh-CN" i="1">
                            <a:solidFill>
                              <a:srgbClr val="000000"/>
                            </a:solidFill>
                            <a:effectLst/>
                            <a:latin typeface="+mn-lt"/>
                            <a:ea typeface="宋体" panose="02010600030101010101" pitchFamily="2" charset="-122"/>
                            <a:cs typeface="Times New Roman" panose="02020603050405020304" pitchFamily="18" charset="0"/>
                          </a:rPr>
                          <m:t>−</m:t>
                        </m:r>
                        <m:r>
                          <m:rPr>
                            <m:sty m:val="p"/>
                          </m:rP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si</m:t>
                        </m:r>
                        <m:sSup>
                          <m:sSup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m:rPr>
                                <m:sty m:val="p"/>
                              </m:rP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n</m:t>
                            </m:r>
                          </m:e>
                          <m:sup>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sup>
                        </m:sSup>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𝐵</m:t>
                        </m:r>
                      </m:e>
                    </m:rad>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rad>
                          <m:radPr>
                            <m:degHide m:val="on"/>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39</m:t>
                            </m:r>
                          </m:e>
                        </m:rad>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13</m:t>
                        </m:r>
                      </m:den>
                    </m:f>
                  </m:oMath>
                </a14:m>
                <a:r>
                  <a:rPr lang="en-US" altLang="zh-CN" dirty="0" smtClean="0">
                    <a:solidFill>
                      <a:srgbClr val="000000"/>
                    </a:solidFill>
                    <a:effectLst/>
                    <a:latin typeface="+mn-lt"/>
                    <a:ea typeface="宋体" panose="02010600030101010101" pitchFamily="2" charset="-122"/>
                    <a:cs typeface="Times New Roman" panose="02020603050405020304" pitchFamily="18" charset="0"/>
                  </a:rPr>
                  <a:t>,</a:t>
                </a:r>
              </a:p>
              <a:p>
                <a:pPr>
                  <a:lnSpc>
                    <a:spcPct val="120000"/>
                  </a:lnSpc>
                  <a:spcAft>
                    <a:spcPts val="0"/>
                  </a:spcAft>
                  <a:tabLst>
                    <a:tab pos="1188085" algn="l"/>
                    <a:tab pos="2163445" algn="l"/>
                    <a:tab pos="3142615" algn="l"/>
                    <a:tab pos="4190365" algn="l"/>
                  </a:tabLst>
                </a:pPr>
                <a:r>
                  <a:rPr lang="en-US" altLang="zh-CN" dirty="0" smtClean="0">
                    <a:solidFill>
                      <a:srgbClr val="000000"/>
                    </a:solidFill>
                    <a:effectLst/>
                    <a:latin typeface="+mn-lt"/>
                    <a:ea typeface="宋体" panose="02010600030101010101" pitchFamily="2" charset="-122"/>
                    <a:cs typeface="Times New Roman" panose="02020603050405020304" pitchFamily="18" charset="0"/>
                  </a:rPr>
                  <a:t>sin</a:t>
                </a:r>
                <a:r>
                  <a:rPr lang="en-US" altLang="zh-CN" dirty="0" smtClean="0">
                    <a:solidFill>
                      <a:srgbClr val="000000"/>
                    </a:solidFill>
                    <a:effectLst/>
                    <a:latin typeface="+mn-lt"/>
                    <a:ea typeface="楷体" panose="02010609060101010101" pitchFamily="49" charset="-122"/>
                    <a:cs typeface="Times New Roman" panose="02020603050405020304" pitchFamily="18" charset="0"/>
                  </a:rPr>
                  <a:t> </a:t>
                </a:r>
                <a:r>
                  <a:rPr lang="en-US" altLang="zh-CN" i="1" dirty="0">
                    <a:solidFill>
                      <a:srgbClr val="000000"/>
                    </a:solidFill>
                    <a:effectLst/>
                    <a:latin typeface="+mn-lt"/>
                    <a:ea typeface="宋体" panose="02010600030101010101" pitchFamily="2" charset="-122"/>
                    <a:cs typeface="Times New Roman" panose="02020603050405020304" pitchFamily="18" charset="0"/>
                  </a:rPr>
                  <a:t>C=</a:t>
                </a:r>
                <a:r>
                  <a:rPr lang="en-US" altLang="zh-CN" dirty="0">
                    <a:solidFill>
                      <a:srgbClr val="000000"/>
                    </a:solidFill>
                    <a:effectLst/>
                    <a:latin typeface="+mn-lt"/>
                    <a:ea typeface="宋体" panose="02010600030101010101" pitchFamily="2" charset="-122"/>
                    <a:cs typeface="Times New Roman" panose="02020603050405020304" pitchFamily="18" charset="0"/>
                  </a:rPr>
                  <a:t>sin(180</a:t>
                </a:r>
                <a:r>
                  <a:rPr lang="en-US" altLang="zh-CN" dirty="0">
                    <a:solidFill>
                      <a:srgbClr val="000000"/>
                    </a:solidFill>
                    <a:effectLst/>
                    <a:latin typeface="+mn-ea"/>
                    <a:ea typeface="+mn-ea"/>
                    <a:cs typeface="Times New Roman" panose="02020603050405020304" pitchFamily="18" charset="0"/>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120</a:t>
                </a:r>
                <a:r>
                  <a:rPr lang="en-US" altLang="zh-CN" dirty="0">
                    <a:solidFill>
                      <a:srgbClr val="000000"/>
                    </a:solidFill>
                    <a:effectLst/>
                    <a:latin typeface="+mn-ea"/>
                    <a:ea typeface="+mn-ea"/>
                    <a:cs typeface="Times New Roman" panose="02020603050405020304" pitchFamily="18" charset="0"/>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-B</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sin(60</a:t>
                </a:r>
                <a:r>
                  <a:rPr lang="en-US" altLang="zh-CN" dirty="0">
                    <a:solidFill>
                      <a:srgbClr val="000000"/>
                    </a:solidFill>
                    <a:effectLst/>
                    <a:latin typeface="+mn-ea"/>
                    <a:ea typeface="+mn-ea"/>
                    <a:cs typeface="Times New Roman" panose="02020603050405020304" pitchFamily="18" charset="0"/>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-B</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ad>
                          <m:radPr>
                            <m:degHide m:val="on"/>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3</m:t>
                            </m:r>
                          </m:e>
                        </m:rad>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den>
                    </m:f>
                  </m:oMath>
                </a14:m>
                <a:r>
                  <a:rPr lang="en-US" altLang="zh-CN" dirty="0">
                    <a:solidFill>
                      <a:srgbClr val="000000"/>
                    </a:solidFill>
                    <a:effectLst/>
                    <a:latin typeface="+mn-lt"/>
                    <a:ea typeface="宋体" panose="02010600030101010101" pitchFamily="2" charset="-122"/>
                    <a:cs typeface="Times New Roman" panose="02020603050405020304" pitchFamily="18" charset="0"/>
                  </a:rPr>
                  <a:t>cos</a:t>
                </a:r>
                <a:r>
                  <a:rPr lang="en-US" altLang="zh-CN" dirty="0">
                    <a:solidFill>
                      <a:srgbClr val="000000"/>
                    </a:solidFill>
                    <a:effectLst/>
                    <a:latin typeface="+mn-lt"/>
                    <a:ea typeface="楷体" panose="02010609060101010101" pitchFamily="49" charset="-122"/>
                    <a:cs typeface="Times New Roman" panose="02020603050405020304" pitchFamily="18" charset="0"/>
                  </a:rPr>
                  <a:t> </a:t>
                </a:r>
                <a:r>
                  <a:rPr lang="en-US" altLang="zh-CN" i="1" dirty="0">
                    <a:solidFill>
                      <a:srgbClr val="000000"/>
                    </a:solidFill>
                    <a:effectLst/>
                    <a:latin typeface="+mn-lt"/>
                    <a:ea typeface="宋体" panose="02010600030101010101" pitchFamily="2" charset="-122"/>
                    <a:cs typeface="Times New Roman" panose="02020603050405020304" pitchFamily="18" charset="0"/>
                  </a:rPr>
                  <a:t>B-</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den>
                    </m:f>
                  </m:oMath>
                </a14:m>
                <a:r>
                  <a:rPr lang="en-US" altLang="zh-CN" dirty="0">
                    <a:solidFill>
                      <a:srgbClr val="000000"/>
                    </a:solidFill>
                    <a:effectLst/>
                    <a:latin typeface="+mn-lt"/>
                    <a:ea typeface="宋体" panose="02010600030101010101" pitchFamily="2" charset="-122"/>
                    <a:cs typeface="Times New Roman" panose="02020603050405020304" pitchFamily="18" charset="0"/>
                  </a:rPr>
                  <a:t>sin</a:t>
                </a:r>
                <a:r>
                  <a:rPr lang="en-US" altLang="zh-CN" dirty="0">
                    <a:solidFill>
                      <a:srgbClr val="000000"/>
                    </a:solidFill>
                    <a:effectLst/>
                    <a:latin typeface="+mn-lt"/>
                    <a:ea typeface="楷体" panose="02010609060101010101" pitchFamily="49" charset="-122"/>
                    <a:cs typeface="Times New Roman" panose="02020603050405020304" pitchFamily="18" charset="0"/>
                  </a:rPr>
                  <a:t> </a:t>
                </a:r>
                <a:r>
                  <a:rPr lang="en-US" altLang="zh-CN" i="1" dirty="0">
                    <a:solidFill>
                      <a:srgbClr val="000000"/>
                    </a:solidFill>
                    <a:effectLst/>
                    <a:latin typeface="+mn-lt"/>
                    <a:ea typeface="宋体" panose="02010600030101010101" pitchFamily="2" charset="-122"/>
                    <a:cs typeface="Times New Roman" panose="02020603050405020304" pitchFamily="18" charset="0"/>
                  </a:rPr>
                  <a:t>B=</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5</m:t>
                        </m:r>
                        <m:rad>
                          <m:radPr>
                            <m:degHide m:val="on"/>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13</m:t>
                            </m:r>
                          </m:e>
                        </m:rad>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26</m:t>
                        </m:r>
                      </m:den>
                    </m:f>
                  </m:oMath>
                </a14:m>
                <a:r>
                  <a:rPr lang="en-US" altLang="zh-CN" i="1" dirty="0">
                    <a:solidFill>
                      <a:srgbClr val="000000"/>
                    </a:solidFill>
                    <a:effectLst/>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ffectLst/>
                    <a:latin typeface="+mn-lt"/>
                    <a:ea typeface="楷体" panose="02010609060101010101" pitchFamily="49" charset="-122"/>
                    <a:cs typeface="Times New Roman" panose="02020603050405020304" pitchFamily="18" charset="0"/>
                  </a:rPr>
                  <a:t>由正弦定理</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zh-CN" altLang="zh-CN" dirty="0">
                    <a:solidFill>
                      <a:srgbClr val="000000"/>
                    </a:solidFill>
                    <a:effectLst/>
                    <a:latin typeface="+mn-lt"/>
                    <a:ea typeface="楷体" panose="02010609060101010101" pitchFamily="49" charset="-122"/>
                    <a:cs typeface="Times New Roman" panose="02020603050405020304" pitchFamily="18" charset="0"/>
                  </a:rPr>
                  <a:t>得</a:t>
                </a:r>
                <a:r>
                  <a:rPr lang="en-US" altLang="zh-CN" i="1" dirty="0">
                    <a:solidFill>
                      <a:srgbClr val="000000"/>
                    </a:solidFill>
                    <a:effectLst/>
                    <a:latin typeface="+mn-lt"/>
                    <a:ea typeface="宋体" panose="02010600030101010101" pitchFamily="2" charset="-122"/>
                    <a:cs typeface="Times New Roman" panose="02020603050405020304" pitchFamily="18" charset="0"/>
                  </a:rPr>
                  <a:t>c=</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𝑎</m:t>
                        </m:r>
                        <m:r>
                          <m:rPr>
                            <m:sty m:val="p"/>
                          </m:rP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sin</m:t>
                        </m:r>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𝐶</m:t>
                        </m:r>
                      </m:num>
                      <m:den>
                        <m:r>
                          <m:rPr>
                            <m:sty m:val="p"/>
                          </m:rP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sin</m:t>
                        </m:r>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𝐴</m:t>
                        </m:r>
                      </m:den>
                    </m:f>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ad>
                          <m:radPr>
                            <m:degHide m:val="on"/>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39</m:t>
                            </m:r>
                          </m:e>
                        </m:rad>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5</m:t>
                            </m:r>
                            <m:rad>
                              <m:radPr>
                                <m:degHide m:val="on"/>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13</m:t>
                                </m:r>
                              </m:e>
                            </m:rad>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26</m:t>
                            </m:r>
                          </m:den>
                        </m:f>
                      </m:num>
                      <m:den>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ad>
                              <m:radPr>
                                <m:degHide m:val="on"/>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3</m:t>
                                </m:r>
                              </m:e>
                            </m:rad>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den>
                        </m:f>
                      </m:den>
                    </m:f>
                  </m:oMath>
                </a14:m>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5</a:t>
                </a:r>
                <a:r>
                  <a:rPr lang="en-US" altLang="zh-CN" i="1" dirty="0">
                    <a:solidFill>
                      <a:srgbClr val="000000"/>
                    </a:solidFill>
                    <a:effectLst/>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zh-CN" altLang="zh-CN" dirty="0">
                    <a:solidFill>
                      <a:srgbClr val="000000"/>
                    </a:solidFill>
                    <a:effectLst/>
                    <a:latin typeface="+mn-lt"/>
                    <a:ea typeface="楷体" panose="02010609060101010101" pitchFamily="49" charset="-122"/>
                    <a:cs typeface="Times New Roman" panose="02020603050405020304" pitchFamily="18" charset="0"/>
                  </a:rPr>
                  <a:t>方法二</a:t>
                </a:r>
                <a:r>
                  <a:rPr lang="zh-CN" altLang="zh-CN" i="1" dirty="0">
                    <a:solidFill>
                      <a:srgbClr val="000000"/>
                    </a:solidFill>
                    <a:effectLst/>
                    <a:latin typeface="+mn-lt"/>
                    <a:ea typeface="宋体" panose="02010600030101010101" pitchFamily="2" charset="-122"/>
                    <a:cs typeface="Times New Roman" panose="02020603050405020304" pitchFamily="18" charset="0"/>
                  </a:rPr>
                  <a:t>　</a:t>
                </a:r>
                <a:r>
                  <a:rPr lang="zh-CN" altLang="zh-CN" dirty="0">
                    <a:solidFill>
                      <a:srgbClr val="000000"/>
                    </a:solidFill>
                    <a:effectLst/>
                    <a:latin typeface="+mn-lt"/>
                    <a:ea typeface="楷体" panose="02010609060101010101" pitchFamily="49" charset="-122"/>
                    <a:cs typeface="Times New Roman" panose="02020603050405020304" pitchFamily="18" charset="0"/>
                  </a:rPr>
                  <a:t>利用余弦定理列关于</a:t>
                </a:r>
                <a:r>
                  <a:rPr lang="en-US" altLang="zh-CN" i="1" dirty="0">
                    <a:solidFill>
                      <a:srgbClr val="000000"/>
                    </a:solidFill>
                    <a:effectLst/>
                    <a:latin typeface="+mn-lt"/>
                    <a:ea typeface="宋体" panose="02010600030101010101" pitchFamily="2" charset="-122"/>
                    <a:cs typeface="Times New Roman" panose="02020603050405020304" pitchFamily="18" charset="0"/>
                  </a:rPr>
                  <a:t>c</a:t>
                </a:r>
                <a:r>
                  <a:rPr lang="zh-CN" altLang="zh-CN" dirty="0">
                    <a:solidFill>
                      <a:srgbClr val="000000"/>
                    </a:solidFill>
                    <a:effectLst/>
                    <a:latin typeface="+mn-lt"/>
                    <a:ea typeface="楷体" panose="02010609060101010101" pitchFamily="49" charset="-122"/>
                    <a:cs typeface="Times New Roman" panose="02020603050405020304" pitchFamily="18" charset="0"/>
                  </a:rPr>
                  <a:t>的一元二次方程</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zh-CN" altLang="zh-CN" dirty="0">
                    <a:solidFill>
                      <a:srgbClr val="000000"/>
                    </a:solidFill>
                    <a:effectLst/>
                    <a:latin typeface="+mn-lt"/>
                    <a:ea typeface="楷体" panose="02010609060101010101" pitchFamily="49" charset="-122"/>
                    <a:cs typeface="Times New Roman" panose="02020603050405020304" pitchFamily="18" charset="0"/>
                  </a:rPr>
                  <a:t>直接求</a:t>
                </a:r>
                <a:r>
                  <a:rPr lang="en-US" altLang="zh-CN" i="1" dirty="0">
                    <a:solidFill>
                      <a:srgbClr val="000000"/>
                    </a:solidFill>
                    <a:effectLst/>
                    <a:latin typeface="+mn-lt"/>
                    <a:ea typeface="宋体" panose="02010600030101010101" pitchFamily="2" charset="-122"/>
                    <a:cs typeface="Times New Roman" panose="02020603050405020304" pitchFamily="18" charset="0"/>
                  </a:rPr>
                  <a:t>c</a:t>
                </a:r>
                <a:r>
                  <a:rPr lang="en-US" altLang="zh-CN" dirty="0">
                    <a:solidFill>
                      <a:srgbClr val="000000"/>
                    </a:solidFill>
                    <a:effectLst/>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ffectLst/>
                    <a:latin typeface="+mn-lt"/>
                    <a:ea typeface="楷体" panose="02010609060101010101" pitchFamily="49" charset="-122"/>
                    <a:cs typeface="Times New Roman" panose="02020603050405020304" pitchFamily="18" charset="0"/>
                  </a:rPr>
                  <a:t>由余弦定理</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zh-CN" altLang="zh-CN" dirty="0">
                    <a:solidFill>
                      <a:srgbClr val="000000"/>
                    </a:solidFill>
                    <a:effectLst/>
                    <a:latin typeface="+mn-lt"/>
                    <a:ea typeface="楷体" panose="02010609060101010101" pitchFamily="49" charset="-122"/>
                    <a:cs typeface="Times New Roman" panose="02020603050405020304" pitchFamily="18" charset="0"/>
                  </a:rPr>
                  <a:t>得</a:t>
                </a:r>
                <a:r>
                  <a:rPr lang="en-US" altLang="zh-CN" i="1" dirty="0">
                    <a:solidFill>
                      <a:srgbClr val="000000"/>
                    </a:solidFill>
                    <a:effectLst/>
                    <a:latin typeface="+mn-lt"/>
                    <a:ea typeface="宋体" panose="02010600030101010101" pitchFamily="2" charset="-122"/>
                    <a:cs typeface="Times New Roman" panose="02020603050405020304" pitchFamily="18" charset="0"/>
                  </a:rPr>
                  <a:t>b</a:t>
                </a:r>
                <a:r>
                  <a:rPr lang="en-US" altLang="zh-CN" baseline="30000" dirty="0">
                    <a:solidFill>
                      <a:srgbClr val="000000"/>
                    </a:solidFill>
                    <a:effectLst/>
                    <a:latin typeface="+mn-lt"/>
                    <a:ea typeface="宋体" panose="02010600030101010101" pitchFamily="2" charset="-122"/>
                    <a:cs typeface="Times New Roman" panose="02020603050405020304" pitchFamily="18" charset="0"/>
                  </a:rPr>
                  <a:t>2</a:t>
                </a:r>
                <a:r>
                  <a:rPr lang="en-US" altLang="zh-CN" i="1" dirty="0">
                    <a:solidFill>
                      <a:srgbClr val="000000"/>
                    </a:solidFill>
                    <a:effectLst/>
                    <a:latin typeface="+mn-lt"/>
                    <a:ea typeface="宋体" panose="02010600030101010101" pitchFamily="2" charset="-122"/>
                    <a:cs typeface="Times New Roman" panose="02020603050405020304" pitchFamily="18" charset="0"/>
                  </a:rPr>
                  <a:t>+c</a:t>
                </a:r>
                <a:r>
                  <a:rPr lang="en-US" altLang="zh-CN" baseline="30000" dirty="0">
                    <a:solidFill>
                      <a:srgbClr val="000000"/>
                    </a:solidFill>
                    <a:effectLst/>
                    <a:latin typeface="+mn-lt"/>
                    <a:ea typeface="宋体" panose="02010600030101010101" pitchFamily="2" charset="-122"/>
                    <a:cs typeface="Times New Roman" panose="02020603050405020304" pitchFamily="18" charset="0"/>
                  </a:rPr>
                  <a:t>2</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2</a:t>
                </a:r>
                <a:r>
                  <a:rPr lang="en-US" altLang="zh-CN" i="1" dirty="0">
                    <a:solidFill>
                      <a:srgbClr val="000000"/>
                    </a:solidFill>
                    <a:effectLst/>
                    <a:latin typeface="+mn-lt"/>
                    <a:ea typeface="宋体" panose="02010600030101010101" pitchFamily="2" charset="-122"/>
                    <a:cs typeface="Times New Roman" panose="02020603050405020304" pitchFamily="18" charset="0"/>
                  </a:rPr>
                  <a:t>bc</a:t>
                </a:r>
                <a:r>
                  <a:rPr lang="en-US" altLang="zh-CN" dirty="0">
                    <a:solidFill>
                      <a:srgbClr val="000000"/>
                    </a:solidFill>
                    <a:effectLst/>
                    <a:latin typeface="+mn-lt"/>
                    <a:ea typeface="宋体" panose="02010600030101010101" pitchFamily="2" charset="-122"/>
                    <a:cs typeface="Times New Roman" panose="02020603050405020304" pitchFamily="18" charset="0"/>
                  </a:rPr>
                  <a:t>cos</a:t>
                </a:r>
                <a:r>
                  <a:rPr lang="en-US" altLang="zh-CN" dirty="0">
                    <a:solidFill>
                      <a:srgbClr val="000000"/>
                    </a:solidFill>
                    <a:effectLst/>
                    <a:latin typeface="+mn-lt"/>
                    <a:ea typeface="楷体" panose="02010609060101010101" pitchFamily="49" charset="-122"/>
                    <a:cs typeface="Times New Roman" panose="02020603050405020304" pitchFamily="18" charset="0"/>
                  </a:rPr>
                  <a:t> </a:t>
                </a:r>
                <a:r>
                  <a:rPr lang="en-US" altLang="zh-CN" i="1" dirty="0">
                    <a:solidFill>
                      <a:srgbClr val="000000"/>
                    </a:solidFill>
                    <a:effectLst/>
                    <a:latin typeface="+mn-lt"/>
                    <a:ea typeface="宋体" panose="02010600030101010101" pitchFamily="2" charset="-122"/>
                    <a:cs typeface="Times New Roman" panose="02020603050405020304" pitchFamily="18" charset="0"/>
                  </a:rPr>
                  <a:t>A=a</a:t>
                </a:r>
                <a:r>
                  <a:rPr lang="en-US" altLang="zh-CN" baseline="30000" dirty="0">
                    <a:solidFill>
                      <a:srgbClr val="000000"/>
                    </a:solidFill>
                    <a:effectLst/>
                    <a:latin typeface="+mn-lt"/>
                    <a:ea typeface="宋体" panose="02010600030101010101" pitchFamily="2" charset="-122"/>
                    <a:cs typeface="Times New Roman" panose="02020603050405020304" pitchFamily="18" charset="0"/>
                  </a:rPr>
                  <a:t>2</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zh-CN" altLang="zh-CN" dirty="0">
                    <a:solidFill>
                      <a:srgbClr val="000000"/>
                    </a:solidFill>
                    <a:effectLst/>
                    <a:latin typeface="+mn-lt"/>
                    <a:ea typeface="楷体" panose="02010609060101010101" pitchFamily="49" charset="-122"/>
                    <a:cs typeface="Times New Roman" panose="02020603050405020304" pitchFamily="18" charset="0"/>
                  </a:rPr>
                  <a:t>即</a:t>
                </a:r>
                <a:r>
                  <a:rPr lang="en-US" altLang="zh-CN" dirty="0">
                    <a:solidFill>
                      <a:srgbClr val="000000"/>
                    </a:solidFill>
                    <a:effectLst/>
                    <a:latin typeface="+mn-lt"/>
                    <a:ea typeface="宋体" panose="02010600030101010101" pitchFamily="2" charset="-122"/>
                    <a:cs typeface="Times New Roman" panose="02020603050405020304" pitchFamily="18" charset="0"/>
                  </a:rPr>
                  <a:t>4</a:t>
                </a:r>
                <a:r>
                  <a:rPr lang="en-US" altLang="zh-CN" i="1" dirty="0">
                    <a:solidFill>
                      <a:srgbClr val="000000"/>
                    </a:solidFill>
                    <a:effectLst/>
                    <a:latin typeface="+mn-lt"/>
                    <a:ea typeface="宋体" panose="02010600030101010101" pitchFamily="2" charset="-122"/>
                    <a:cs typeface="Times New Roman" panose="02020603050405020304" pitchFamily="18" charset="0"/>
                  </a:rPr>
                  <a:t>+c</a:t>
                </a:r>
                <a:r>
                  <a:rPr lang="en-US" altLang="zh-CN" baseline="30000" dirty="0">
                    <a:solidFill>
                      <a:srgbClr val="000000"/>
                    </a:solidFill>
                    <a:effectLst/>
                    <a:latin typeface="+mn-lt"/>
                    <a:ea typeface="宋体" panose="02010600030101010101" pitchFamily="2" charset="-122"/>
                    <a:cs typeface="Times New Roman" panose="02020603050405020304" pitchFamily="18" charset="0"/>
                  </a:rPr>
                  <a:t>2</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2</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2</a:t>
                </a:r>
                <a:r>
                  <a:rPr lang="en-US" altLang="zh-CN" i="1" dirty="0">
                    <a:solidFill>
                      <a:srgbClr val="000000"/>
                    </a:solidFill>
                    <a:effectLst/>
                    <a:latin typeface="+mn-lt"/>
                    <a:ea typeface="宋体" panose="02010600030101010101" pitchFamily="2" charset="-122"/>
                    <a:cs typeface="Times New Roman" panose="02020603050405020304" pitchFamily="18" charset="0"/>
                  </a:rPr>
                  <a:t>c×</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den>
                    </m:f>
                  </m:oMath>
                </a14:m>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39,</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ffectLst/>
                    <a:latin typeface="+mn-lt"/>
                    <a:ea typeface="楷体" panose="02010609060101010101" pitchFamily="49" charset="-122"/>
                    <a:cs typeface="Times New Roman" panose="02020603050405020304" pitchFamily="18" charset="0"/>
                  </a:rPr>
                  <a:t>整理</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zh-CN" altLang="zh-CN" dirty="0">
                    <a:solidFill>
                      <a:srgbClr val="000000"/>
                    </a:solidFill>
                    <a:effectLst/>
                    <a:latin typeface="+mn-lt"/>
                    <a:ea typeface="楷体" panose="02010609060101010101" pitchFamily="49" charset="-122"/>
                    <a:cs typeface="Times New Roman" panose="02020603050405020304" pitchFamily="18" charset="0"/>
                  </a:rPr>
                  <a:t>得</a:t>
                </a:r>
                <a:r>
                  <a:rPr lang="en-US" altLang="zh-CN" i="1" dirty="0">
                    <a:solidFill>
                      <a:srgbClr val="000000"/>
                    </a:solidFill>
                    <a:effectLst/>
                    <a:latin typeface="+mn-lt"/>
                    <a:ea typeface="宋体" panose="02010600030101010101" pitchFamily="2" charset="-122"/>
                    <a:cs typeface="Times New Roman" panose="02020603050405020304" pitchFamily="18" charset="0"/>
                  </a:rPr>
                  <a:t>c</a:t>
                </a:r>
                <a:r>
                  <a:rPr lang="en-US" altLang="zh-CN" baseline="30000" dirty="0">
                    <a:solidFill>
                      <a:srgbClr val="000000"/>
                    </a:solidFill>
                    <a:effectLst/>
                    <a:latin typeface="+mn-lt"/>
                    <a:ea typeface="宋体" panose="02010600030101010101" pitchFamily="2" charset="-122"/>
                    <a:cs typeface="Times New Roman" panose="02020603050405020304" pitchFamily="18" charset="0"/>
                  </a:rPr>
                  <a:t>2</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2</a:t>
                </a:r>
                <a:r>
                  <a:rPr lang="en-US" altLang="zh-CN" i="1" dirty="0">
                    <a:solidFill>
                      <a:srgbClr val="000000"/>
                    </a:solidFill>
                    <a:effectLst/>
                    <a:latin typeface="+mn-lt"/>
                    <a:ea typeface="宋体" panose="02010600030101010101" pitchFamily="2" charset="-122"/>
                    <a:cs typeface="Times New Roman" panose="02020603050405020304" pitchFamily="18" charset="0"/>
                  </a:rPr>
                  <a:t>c-</a:t>
                </a:r>
                <a:r>
                  <a:rPr lang="en-US" altLang="zh-CN" dirty="0">
                    <a:solidFill>
                      <a:srgbClr val="000000"/>
                    </a:solidFill>
                    <a:effectLst/>
                    <a:latin typeface="+mn-lt"/>
                    <a:ea typeface="宋体" panose="02010600030101010101" pitchFamily="2" charset="-122"/>
                    <a:cs typeface="Times New Roman" panose="02020603050405020304" pitchFamily="18" charset="0"/>
                  </a:rPr>
                  <a:t>35</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0,</a:t>
                </a:r>
                <a:r>
                  <a:rPr lang="zh-CN" altLang="zh-CN" dirty="0">
                    <a:solidFill>
                      <a:srgbClr val="000000"/>
                    </a:solidFill>
                    <a:effectLst/>
                    <a:latin typeface="+mn-lt"/>
                    <a:ea typeface="楷体" panose="02010609060101010101" pitchFamily="49" charset="-122"/>
                    <a:cs typeface="Times New Roman" panose="02020603050405020304" pitchFamily="18" charset="0"/>
                  </a:rPr>
                  <a:t>解得</a:t>
                </a:r>
                <a:r>
                  <a:rPr lang="en-US" altLang="zh-CN" i="1" dirty="0">
                    <a:solidFill>
                      <a:srgbClr val="000000"/>
                    </a:solidFill>
                    <a:effectLst/>
                    <a:latin typeface="+mn-lt"/>
                    <a:ea typeface="宋体" panose="02010600030101010101" pitchFamily="2" charset="-122"/>
                    <a:cs typeface="Times New Roman" panose="02020603050405020304" pitchFamily="18" charset="0"/>
                  </a:rPr>
                  <a:t>c=</a:t>
                </a:r>
                <a:r>
                  <a:rPr lang="en-US" altLang="zh-CN" dirty="0">
                    <a:solidFill>
                      <a:srgbClr val="000000"/>
                    </a:solidFill>
                    <a:effectLst/>
                    <a:latin typeface="+mn-lt"/>
                    <a:ea typeface="宋体" panose="02010600030101010101" pitchFamily="2" charset="-122"/>
                    <a:cs typeface="Times New Roman" panose="02020603050405020304" pitchFamily="18" charset="0"/>
                  </a:rPr>
                  <a:t>5</a:t>
                </a:r>
                <a:r>
                  <a:rPr lang="zh-CN" altLang="zh-CN" dirty="0">
                    <a:solidFill>
                      <a:srgbClr val="000000"/>
                    </a:solidFill>
                    <a:effectLst/>
                    <a:latin typeface="+mn-lt"/>
                    <a:ea typeface="楷体" panose="02010609060101010101" pitchFamily="49" charset="-122"/>
                    <a:cs typeface="Times New Roman" panose="02020603050405020304" pitchFamily="18" charset="0"/>
                  </a:rPr>
                  <a:t>或</a:t>
                </a:r>
                <a:r>
                  <a:rPr lang="en-US" altLang="zh-CN" i="1" dirty="0">
                    <a:solidFill>
                      <a:srgbClr val="000000"/>
                    </a:solidFill>
                    <a:effectLst/>
                    <a:latin typeface="+mn-lt"/>
                    <a:ea typeface="宋体" panose="02010600030101010101" pitchFamily="2" charset="-122"/>
                    <a:cs typeface="Times New Roman" panose="02020603050405020304" pitchFamily="18" charset="0"/>
                  </a:rPr>
                  <a:t>c=-</a:t>
                </a:r>
                <a:r>
                  <a:rPr lang="en-US" altLang="zh-CN" dirty="0">
                    <a:solidFill>
                      <a:srgbClr val="000000"/>
                    </a:solidFill>
                    <a:effectLst/>
                    <a:latin typeface="+mn-lt"/>
                    <a:ea typeface="宋体" panose="02010600030101010101" pitchFamily="2" charset="-122"/>
                    <a:cs typeface="Times New Roman" panose="02020603050405020304" pitchFamily="18" charset="0"/>
                  </a:rPr>
                  <a:t>7(</a:t>
                </a:r>
                <a:r>
                  <a:rPr lang="zh-CN" altLang="zh-CN" dirty="0">
                    <a:solidFill>
                      <a:srgbClr val="000000"/>
                    </a:solidFill>
                    <a:effectLst/>
                    <a:latin typeface="+mn-lt"/>
                    <a:ea typeface="楷体" panose="02010609060101010101" pitchFamily="49" charset="-122"/>
                    <a:cs typeface="Times New Roman" panose="02020603050405020304" pitchFamily="18" charset="0"/>
                  </a:rPr>
                  <a:t>舍去</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p:txBody>
          </p:sp>
        </mc:Choice>
        <mc:Fallback xmlns="">
          <p:sp>
            <p:nvSpPr>
              <p:cNvPr id="6" name="矩形 5"/>
              <p:cNvSpPr>
                <a:spLocks noRot="1" noChangeAspect="1" noMove="1" noResize="1" noEditPoints="1" noAdjustHandles="1" noChangeArrowheads="1" noChangeShapeType="1" noTextEdit="1"/>
              </p:cNvSpPr>
              <p:nvPr/>
            </p:nvSpPr>
            <p:spPr>
              <a:xfrm>
                <a:off x="361950" y="494535"/>
                <a:ext cx="10807700" cy="6038256"/>
              </a:xfrm>
              <a:prstGeom prst="rect">
                <a:avLst/>
              </a:prstGeom>
              <a:blipFill rotWithShape="0">
                <a:blip r:embed="rId2"/>
                <a:stretch>
                  <a:fillRect l="-1410" t="-1009" b="-292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28922723"/>
      </p:ext>
    </p:extLst>
  </p:cSld>
  <p:clrMapOvr>
    <a:masterClrMapping/>
  </p:clrMapOvr>
  <p:transition spd="slow">
    <p:randomBar dir="vert"/>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400345728"/>
              </p:ext>
            </p:extLst>
          </p:nvPr>
        </p:nvGraphicFramePr>
        <p:xfrm>
          <a:off x="432445" y="1521267"/>
          <a:ext cx="11671959" cy="3158980"/>
        </p:xfrm>
        <a:graphic>
          <a:graphicData uri="http://schemas.openxmlformats.org/presentationml/2006/ole">
            <mc:AlternateContent xmlns:mc="http://schemas.openxmlformats.org/markup-compatibility/2006">
              <mc:Choice xmlns:v="urn:schemas-microsoft-com:vml" Requires="v">
                <p:oleObj spid="_x0000_s58381" name="文档" r:id="rId4" imgW="3826872" imgH="1035731" progId="Word.Document.12">
                  <p:embed/>
                </p:oleObj>
              </mc:Choice>
              <mc:Fallback>
                <p:oleObj name="文档" r:id="rId4" imgW="3826872" imgH="1035731" progId="Word.Document.12">
                  <p:embed/>
                  <p:pic>
                    <p:nvPicPr>
                      <p:cNvPr id="0" name=""/>
                      <p:cNvPicPr/>
                      <p:nvPr/>
                    </p:nvPicPr>
                    <p:blipFill>
                      <a:blip r:embed="rId5"/>
                      <a:stretch>
                        <a:fillRect/>
                      </a:stretch>
                    </p:blipFill>
                    <p:spPr>
                      <a:xfrm>
                        <a:off x="432445" y="1521267"/>
                        <a:ext cx="11671959" cy="3158980"/>
                      </a:xfrm>
                      <a:prstGeom prst="rect">
                        <a:avLst/>
                      </a:prstGeom>
                    </p:spPr>
                  </p:pic>
                </p:oleObj>
              </mc:Fallback>
            </mc:AlternateContent>
          </a:graphicData>
        </a:graphic>
      </p:graphicFrame>
    </p:spTree>
    <p:extLst>
      <p:ext uri="{BB962C8B-B14F-4D97-AF65-F5344CB8AC3E}">
        <p14:creationId xmlns:p14="http://schemas.microsoft.com/office/powerpoint/2010/main" val="1724326026"/>
      </p:ext>
    </p:extLst>
  </p:cSld>
  <p:clrMapOvr>
    <a:masterClrMapping/>
  </p:clrMapOvr>
  <p:transition spd="slow">
    <p:randomBar dir="vert"/>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矩形 2"/>
              <p:cNvSpPr>
                <a:spLocks noChangeAspect="1"/>
              </p:cNvSpPr>
              <p:nvPr/>
            </p:nvSpPr>
            <p:spPr>
              <a:xfrm>
                <a:off x="361950" y="1582467"/>
                <a:ext cx="10807700" cy="2521716"/>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latin typeface="+mn-lt"/>
                    <a:ea typeface="宋体" panose="02010600030101010101" pitchFamily="2" charset="-122"/>
                    <a:cs typeface="Times New Roman" panose="02020603050405020304" pitchFamily="18" charset="0"/>
                  </a:rPr>
                  <a:t>14</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(2024·</a:t>
                </a:r>
                <a:r>
                  <a:rPr lang="zh-CN" altLang="zh-CN" dirty="0">
                    <a:solidFill>
                      <a:srgbClr val="000000"/>
                    </a:solidFill>
                    <a:effectLst/>
                    <a:latin typeface="+mn-lt"/>
                    <a:ea typeface="楷体" panose="02010609060101010101" pitchFamily="49" charset="-122"/>
                    <a:cs typeface="Times New Roman" panose="02020603050405020304" pitchFamily="18" charset="0"/>
                  </a:rPr>
                  <a:t>新高考</a:t>
                </a:r>
                <a:r>
                  <a:rPr lang="zh-CN" altLang="zh-CN" i="1" dirty="0">
                    <a:solidFill>
                      <a:srgbClr val="000000"/>
                    </a:solidFill>
                    <a:effectLst/>
                    <a:latin typeface="+mn-lt"/>
                    <a:ea typeface="宋体" panose="02010600030101010101" pitchFamily="2" charset="-122"/>
                    <a:cs typeface="宋体" panose="02010600030101010101" pitchFamily="2" charset="-122"/>
                  </a:rPr>
                  <a:t>Ⅰ</a:t>
                </a:r>
                <a:r>
                  <a:rPr lang="zh-CN" altLang="zh-CN" dirty="0">
                    <a:solidFill>
                      <a:srgbClr val="000000"/>
                    </a:solidFill>
                    <a:effectLst/>
                    <a:latin typeface="+mn-lt"/>
                    <a:ea typeface="楷体" panose="02010609060101010101" pitchFamily="49" charset="-122"/>
                    <a:cs typeface="Times New Roman" panose="02020603050405020304" pitchFamily="18" charset="0"/>
                  </a:rPr>
                  <a:t>卷</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zh-CN" altLang="zh-CN" dirty="0">
                    <a:solidFill>
                      <a:srgbClr val="000000"/>
                    </a:solidFill>
                    <a:effectLst/>
                    <a:latin typeface="+mn-lt"/>
                    <a:ea typeface="宋体" panose="02010600030101010101" pitchFamily="2" charset="-122"/>
                    <a:cs typeface="Times New Roman" panose="02020603050405020304" pitchFamily="18" charset="0"/>
                  </a:rPr>
                  <a:t>记</a:t>
                </a:r>
                <a:r>
                  <a:rPr lang="en-US" altLang="zh-CN" dirty="0">
                    <a:solidFill>
                      <a:srgbClr val="000000"/>
                    </a:solidFill>
                    <a:effectLst/>
                    <a:latin typeface="+mn-lt"/>
                    <a:ea typeface="宋体" panose="02010600030101010101" pitchFamily="2" charset="-122"/>
                    <a:cs typeface="Cambria Math" panose="02040503050406030204" pitchFamily="18" charset="0"/>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ABC</a:t>
                </a:r>
                <a:r>
                  <a:rPr lang="zh-CN" altLang="zh-CN" dirty="0">
                    <a:solidFill>
                      <a:srgbClr val="000000"/>
                    </a:solidFill>
                    <a:effectLst/>
                    <a:latin typeface="+mn-lt"/>
                    <a:ea typeface="宋体" panose="02010600030101010101" pitchFamily="2" charset="-122"/>
                    <a:cs typeface="Times New Roman" panose="02020603050405020304" pitchFamily="18" charset="0"/>
                  </a:rPr>
                  <a:t>的内角</a:t>
                </a:r>
                <a:r>
                  <a:rPr lang="en-US" altLang="zh-CN" i="1" dirty="0">
                    <a:solidFill>
                      <a:srgbClr val="000000"/>
                    </a:solidFill>
                    <a:effectLst/>
                    <a:latin typeface="+mn-lt"/>
                    <a:ea typeface="宋体" panose="02010600030101010101" pitchFamily="2" charset="-122"/>
                    <a:cs typeface="Times New Roman" panose="02020603050405020304" pitchFamily="18" charset="0"/>
                  </a:rPr>
                  <a:t>A</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B</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C</a:t>
                </a:r>
                <a:r>
                  <a:rPr lang="zh-CN" altLang="zh-CN" dirty="0">
                    <a:solidFill>
                      <a:srgbClr val="000000"/>
                    </a:solidFill>
                    <a:effectLst/>
                    <a:latin typeface="+mn-lt"/>
                    <a:ea typeface="宋体" panose="02010600030101010101" pitchFamily="2" charset="-122"/>
                    <a:cs typeface="Times New Roman" panose="02020603050405020304" pitchFamily="18" charset="0"/>
                  </a:rPr>
                  <a:t>的对边分别为</a:t>
                </a:r>
                <a:r>
                  <a:rPr lang="en-US" altLang="zh-CN" i="1" dirty="0" err="1">
                    <a:solidFill>
                      <a:srgbClr val="000000"/>
                    </a:solidFill>
                    <a:effectLst/>
                    <a:latin typeface="+mn-lt"/>
                    <a:ea typeface="宋体" panose="02010600030101010101" pitchFamily="2" charset="-122"/>
                    <a:cs typeface="Times New Roman" panose="02020603050405020304" pitchFamily="18" charset="0"/>
                  </a:rPr>
                  <a:t>a</a:t>
                </a:r>
                <a:r>
                  <a:rPr lang="en-US" altLang="zh-CN" dirty="0" err="1">
                    <a:solidFill>
                      <a:srgbClr val="000000"/>
                    </a:solidFill>
                    <a:effectLst/>
                    <a:latin typeface="+mn-lt"/>
                    <a:ea typeface="宋体" panose="02010600030101010101" pitchFamily="2" charset="-122"/>
                    <a:cs typeface="Times New Roman" panose="02020603050405020304" pitchFamily="18" charset="0"/>
                  </a:rPr>
                  <a:t>,</a:t>
                </a:r>
                <a:r>
                  <a:rPr lang="en-US" altLang="zh-CN" i="1" dirty="0" err="1">
                    <a:solidFill>
                      <a:srgbClr val="000000"/>
                    </a:solidFill>
                    <a:effectLst/>
                    <a:latin typeface="+mn-lt"/>
                    <a:ea typeface="宋体" panose="02010600030101010101" pitchFamily="2" charset="-122"/>
                    <a:cs typeface="Times New Roman" panose="02020603050405020304" pitchFamily="18" charset="0"/>
                  </a:rPr>
                  <a:t>b</a:t>
                </a:r>
                <a:r>
                  <a:rPr lang="en-US" altLang="zh-CN" dirty="0" err="1">
                    <a:solidFill>
                      <a:srgbClr val="000000"/>
                    </a:solidFill>
                    <a:effectLst/>
                    <a:latin typeface="+mn-lt"/>
                    <a:ea typeface="宋体" panose="02010600030101010101" pitchFamily="2" charset="-122"/>
                    <a:cs typeface="Times New Roman" panose="02020603050405020304" pitchFamily="18" charset="0"/>
                  </a:rPr>
                  <a:t>,</a:t>
                </a:r>
                <a:r>
                  <a:rPr lang="en-US" altLang="zh-CN" i="1" dirty="0" err="1">
                    <a:solidFill>
                      <a:srgbClr val="000000"/>
                    </a:solidFill>
                    <a:effectLst/>
                    <a:latin typeface="+mn-lt"/>
                    <a:ea typeface="宋体" panose="02010600030101010101" pitchFamily="2" charset="-122"/>
                    <a:cs typeface="Times New Roman" panose="02020603050405020304" pitchFamily="18" charset="0"/>
                  </a:rPr>
                  <a:t>c</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zh-CN" altLang="zh-CN" dirty="0">
                    <a:solidFill>
                      <a:srgbClr val="000000"/>
                    </a:solidFill>
                    <a:effectLst/>
                    <a:latin typeface="+mn-lt"/>
                    <a:ea typeface="宋体" panose="02010600030101010101" pitchFamily="2" charset="-122"/>
                    <a:cs typeface="Times New Roman" panose="02020603050405020304" pitchFamily="18" charset="0"/>
                  </a:rPr>
                  <a:t>已知</a:t>
                </a:r>
                <a:r>
                  <a:rPr lang="en-US" altLang="zh-CN" dirty="0">
                    <a:solidFill>
                      <a:srgbClr val="000000"/>
                    </a:solidFill>
                    <a:effectLst/>
                    <a:latin typeface="+mn-lt"/>
                    <a:ea typeface="宋体" panose="02010600030101010101" pitchFamily="2" charset="-122"/>
                    <a:cs typeface="Times New Roman" panose="02020603050405020304" pitchFamily="18" charset="0"/>
                  </a:rPr>
                  <a:t>sin </a:t>
                </a:r>
                <a:r>
                  <a:rPr lang="en-US" altLang="zh-CN" i="1" dirty="0">
                    <a:solidFill>
                      <a:srgbClr val="000000"/>
                    </a:solidFill>
                    <a:effectLst/>
                    <a:latin typeface="+mn-lt"/>
                    <a:ea typeface="宋体" panose="02010600030101010101" pitchFamily="2" charset="-122"/>
                    <a:cs typeface="Times New Roman" panose="02020603050405020304" pitchFamily="18" charset="0"/>
                  </a:rPr>
                  <a:t>C=</a:t>
                </a:r>
                <a14:m>
                  <m:oMath xmlns:m="http://schemas.openxmlformats.org/officeDocument/2006/math">
                    <m:rad>
                      <m:radPr>
                        <m:degHide m:val="on"/>
                        <m:ctrlPr>
                          <a:rPr lang="zh-CN" altLang="zh-CN" i="1">
                            <a:solidFill>
                              <a:srgbClr val="000000"/>
                            </a:solidFill>
                            <a:effectLst/>
                            <a:latin typeface="+mn-lt"/>
                            <a:ea typeface="Cambria Math" panose="02040503050406030204" pitchFamily="18" charset="0"/>
                            <a:cs typeface="Times New Roman" panose="02020603050405020304" pitchFamily="18" charset="0"/>
                          </a:rPr>
                        </m:ctrlPr>
                      </m:radPr>
                      <m:deg/>
                      <m:e>
                        <m:r>
                          <a:rPr lang="en-US" altLang="zh-CN">
                            <a:solidFill>
                              <a:srgbClr val="000000"/>
                            </a:solidFill>
                            <a:effectLst/>
                            <a:latin typeface="+mn-lt"/>
                            <a:ea typeface="宋体" panose="02010600030101010101" pitchFamily="2" charset="-122"/>
                            <a:cs typeface="Times New Roman" panose="02020603050405020304" pitchFamily="18" charset="0"/>
                          </a:rPr>
                          <m:t>2</m:t>
                        </m:r>
                      </m:e>
                    </m:rad>
                  </m:oMath>
                </a14:m>
                <a:r>
                  <a:rPr lang="en-US" altLang="zh-CN" dirty="0">
                    <a:solidFill>
                      <a:srgbClr val="000000"/>
                    </a:solidFill>
                    <a:effectLst/>
                    <a:latin typeface="+mn-lt"/>
                    <a:ea typeface="宋体" panose="02010600030101010101" pitchFamily="2" charset="-122"/>
                    <a:cs typeface="Times New Roman" panose="02020603050405020304" pitchFamily="18" charset="0"/>
                  </a:rPr>
                  <a:t>cos </a:t>
                </a:r>
                <a:r>
                  <a:rPr lang="en-US" altLang="zh-CN" i="1" dirty="0">
                    <a:solidFill>
                      <a:srgbClr val="000000"/>
                    </a:solidFill>
                    <a:effectLst/>
                    <a:latin typeface="+mn-lt"/>
                    <a:ea typeface="宋体" panose="02010600030101010101" pitchFamily="2" charset="-122"/>
                    <a:cs typeface="Times New Roman" panose="02020603050405020304" pitchFamily="18" charset="0"/>
                  </a:rPr>
                  <a:t>B</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a</a:t>
                </a:r>
                <a:r>
                  <a:rPr lang="en-US" altLang="zh-CN" baseline="30000" dirty="0">
                    <a:solidFill>
                      <a:srgbClr val="000000"/>
                    </a:solidFill>
                    <a:effectLst/>
                    <a:latin typeface="+mn-lt"/>
                    <a:ea typeface="宋体" panose="02010600030101010101" pitchFamily="2" charset="-122"/>
                    <a:cs typeface="Times New Roman" panose="02020603050405020304" pitchFamily="18" charset="0"/>
                  </a:rPr>
                  <a:t>2</a:t>
                </a:r>
                <a:r>
                  <a:rPr lang="en-US" altLang="zh-CN" i="1" dirty="0">
                    <a:solidFill>
                      <a:srgbClr val="000000"/>
                    </a:solidFill>
                    <a:effectLst/>
                    <a:latin typeface="+mn-lt"/>
                    <a:ea typeface="宋体" panose="02010600030101010101" pitchFamily="2" charset="-122"/>
                    <a:cs typeface="Times New Roman" panose="02020603050405020304" pitchFamily="18" charset="0"/>
                  </a:rPr>
                  <a:t>+b</a:t>
                </a:r>
                <a:r>
                  <a:rPr lang="en-US" altLang="zh-CN" baseline="30000" dirty="0">
                    <a:solidFill>
                      <a:srgbClr val="000000"/>
                    </a:solidFill>
                    <a:effectLst/>
                    <a:latin typeface="+mn-lt"/>
                    <a:ea typeface="宋体" panose="02010600030101010101" pitchFamily="2" charset="-122"/>
                    <a:cs typeface="Times New Roman" panose="02020603050405020304" pitchFamily="18" charset="0"/>
                  </a:rPr>
                  <a:t>2</a:t>
                </a:r>
                <a:r>
                  <a:rPr lang="en-US" altLang="zh-CN" i="1" dirty="0">
                    <a:solidFill>
                      <a:srgbClr val="000000"/>
                    </a:solidFill>
                    <a:effectLst/>
                    <a:latin typeface="+mn-lt"/>
                    <a:ea typeface="宋体" panose="02010600030101010101" pitchFamily="2" charset="-122"/>
                    <a:cs typeface="Times New Roman" panose="02020603050405020304" pitchFamily="18" charset="0"/>
                  </a:rPr>
                  <a:t>-c</a:t>
                </a:r>
                <a:r>
                  <a:rPr lang="en-US" altLang="zh-CN" baseline="30000" dirty="0">
                    <a:solidFill>
                      <a:srgbClr val="000000"/>
                    </a:solidFill>
                    <a:effectLst/>
                    <a:latin typeface="+mn-lt"/>
                    <a:ea typeface="宋体" panose="02010600030101010101" pitchFamily="2" charset="-122"/>
                    <a:cs typeface="Times New Roman" panose="02020603050405020304" pitchFamily="18" charset="0"/>
                  </a:rPr>
                  <a:t>2</a:t>
                </a:r>
                <a:r>
                  <a:rPr lang="en-US" altLang="zh-CN" i="1" dirty="0">
                    <a:solidFill>
                      <a:srgbClr val="000000"/>
                    </a:solidFill>
                    <a:effectLst/>
                    <a:latin typeface="+mn-lt"/>
                    <a:ea typeface="宋体" panose="02010600030101010101" pitchFamily="2" charset="-122"/>
                    <a:cs typeface="Times New Roman" panose="02020603050405020304" pitchFamily="18" charset="0"/>
                  </a:rPr>
                  <a:t>=</a:t>
                </a:r>
                <a14:m>
                  <m:oMath xmlns:m="http://schemas.openxmlformats.org/officeDocument/2006/math">
                    <m:rad>
                      <m:radPr>
                        <m:degHide m:val="on"/>
                        <m:ctrlPr>
                          <a:rPr lang="zh-CN" altLang="zh-CN" i="1">
                            <a:solidFill>
                              <a:srgbClr val="000000"/>
                            </a:solidFill>
                            <a:effectLst/>
                            <a:latin typeface="+mn-lt"/>
                            <a:ea typeface="Cambria Math" panose="02040503050406030204" pitchFamily="18" charset="0"/>
                            <a:cs typeface="Times New Roman" panose="02020603050405020304" pitchFamily="18" charset="0"/>
                          </a:rPr>
                        </m:ctrlPr>
                      </m:radPr>
                      <m:deg/>
                      <m:e>
                        <m:r>
                          <a:rPr lang="en-US" altLang="zh-CN">
                            <a:solidFill>
                              <a:srgbClr val="000000"/>
                            </a:solidFill>
                            <a:effectLst/>
                            <a:latin typeface="+mn-lt"/>
                            <a:ea typeface="宋体" panose="02010600030101010101" pitchFamily="2" charset="-122"/>
                            <a:cs typeface="Times New Roman" panose="02020603050405020304" pitchFamily="18" charset="0"/>
                          </a:rPr>
                          <m:t>2</m:t>
                        </m:r>
                      </m:e>
                    </m:rad>
                  </m:oMath>
                </a14:m>
                <a:r>
                  <a:rPr lang="en-US" altLang="zh-CN" i="1" dirty="0">
                    <a:solidFill>
                      <a:srgbClr val="000000"/>
                    </a:solidFill>
                    <a:effectLst/>
                    <a:latin typeface="+mn-lt"/>
                    <a:ea typeface="宋体" panose="02010600030101010101" pitchFamily="2" charset="-122"/>
                    <a:cs typeface="Times New Roman" panose="02020603050405020304" pitchFamily="18" charset="0"/>
                  </a:rPr>
                  <a:t>ab.</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ffectLst/>
                    <a:latin typeface="+mn-lt"/>
                    <a:ea typeface="宋体" panose="02010600030101010101" pitchFamily="2" charset="-122"/>
                    <a:cs typeface="Times New Roman" panose="02020603050405020304" pitchFamily="18" charset="0"/>
                  </a:rPr>
                  <a:t>(1)</a:t>
                </a:r>
                <a:r>
                  <a:rPr lang="zh-CN" altLang="zh-CN" dirty="0">
                    <a:solidFill>
                      <a:srgbClr val="000000"/>
                    </a:solidFill>
                    <a:effectLst/>
                    <a:latin typeface="+mn-lt"/>
                    <a:ea typeface="宋体" panose="02010600030101010101" pitchFamily="2" charset="-122"/>
                    <a:cs typeface="Times New Roman" panose="02020603050405020304" pitchFamily="18" charset="0"/>
                  </a:rPr>
                  <a:t>求角</a:t>
                </a:r>
                <a:r>
                  <a:rPr lang="en-US" altLang="zh-CN" i="1" dirty="0">
                    <a:solidFill>
                      <a:srgbClr val="000000"/>
                    </a:solidFill>
                    <a:effectLst/>
                    <a:latin typeface="+mn-lt"/>
                    <a:ea typeface="宋体" panose="02010600030101010101" pitchFamily="2" charset="-122"/>
                    <a:cs typeface="Times New Roman" panose="02020603050405020304" pitchFamily="18" charset="0"/>
                  </a:rPr>
                  <a:t>B</a:t>
                </a:r>
                <a:r>
                  <a:rPr lang="en-US" altLang="zh-CN" dirty="0">
                    <a:solidFill>
                      <a:srgbClr val="000000"/>
                    </a:solidFill>
                    <a:effectLst/>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ffectLst/>
                    <a:latin typeface="+mn-lt"/>
                    <a:ea typeface="宋体" panose="02010600030101010101" pitchFamily="2" charset="-122"/>
                    <a:cs typeface="Times New Roman" panose="02020603050405020304" pitchFamily="18" charset="0"/>
                  </a:rPr>
                  <a:t>(2)</a:t>
                </a:r>
                <a:r>
                  <a:rPr lang="zh-CN" altLang="zh-CN" dirty="0">
                    <a:solidFill>
                      <a:srgbClr val="000000"/>
                    </a:solidFill>
                    <a:effectLst/>
                    <a:latin typeface="+mn-lt"/>
                    <a:ea typeface="宋体" panose="02010600030101010101" pitchFamily="2" charset="-122"/>
                    <a:cs typeface="Times New Roman" panose="02020603050405020304" pitchFamily="18" charset="0"/>
                  </a:rPr>
                  <a:t>若</a:t>
                </a:r>
                <a:r>
                  <a:rPr lang="en-US" altLang="zh-CN" dirty="0">
                    <a:solidFill>
                      <a:srgbClr val="000000"/>
                    </a:solidFill>
                    <a:effectLst/>
                    <a:latin typeface="+mn-lt"/>
                    <a:ea typeface="宋体" panose="02010600030101010101" pitchFamily="2" charset="-122"/>
                    <a:cs typeface="Cambria Math" panose="02040503050406030204" pitchFamily="18" charset="0"/>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ABC</a:t>
                </a:r>
                <a:r>
                  <a:rPr lang="zh-CN" altLang="zh-CN" dirty="0">
                    <a:solidFill>
                      <a:srgbClr val="000000"/>
                    </a:solidFill>
                    <a:effectLst/>
                    <a:latin typeface="+mn-lt"/>
                    <a:ea typeface="宋体" panose="02010600030101010101" pitchFamily="2" charset="-122"/>
                    <a:cs typeface="Times New Roman" panose="02020603050405020304" pitchFamily="18" charset="0"/>
                  </a:rPr>
                  <a:t>的面积为</a:t>
                </a:r>
                <a:r>
                  <a:rPr lang="en-US" altLang="zh-CN" dirty="0">
                    <a:solidFill>
                      <a:srgbClr val="000000"/>
                    </a:solidFill>
                    <a:effectLst/>
                    <a:latin typeface="+mn-lt"/>
                    <a:ea typeface="宋体" panose="02010600030101010101" pitchFamily="2" charset="-122"/>
                    <a:cs typeface="Times New Roman" panose="02020603050405020304" pitchFamily="18" charset="0"/>
                  </a:rPr>
                  <a:t>3</a:t>
                </a:r>
                <a:r>
                  <a:rPr lang="en-US" altLang="zh-CN" i="1" dirty="0">
                    <a:solidFill>
                      <a:srgbClr val="000000"/>
                    </a:solidFill>
                    <a:effectLst/>
                    <a:latin typeface="+mn-lt"/>
                    <a:ea typeface="宋体" panose="02010600030101010101" pitchFamily="2" charset="-122"/>
                    <a:cs typeface="Times New Roman" panose="02020603050405020304" pitchFamily="18" charset="0"/>
                  </a:rPr>
                  <a:t>+</a:t>
                </a:r>
                <a14:m>
                  <m:oMath xmlns:m="http://schemas.openxmlformats.org/officeDocument/2006/math">
                    <m:rad>
                      <m:radPr>
                        <m:degHide m:val="on"/>
                        <m:ctrlPr>
                          <a:rPr lang="zh-CN" altLang="zh-CN" i="1">
                            <a:solidFill>
                              <a:srgbClr val="000000"/>
                            </a:solidFill>
                            <a:effectLst/>
                            <a:latin typeface="+mn-lt"/>
                            <a:ea typeface="Cambria Math" panose="02040503050406030204" pitchFamily="18" charset="0"/>
                            <a:cs typeface="Times New Roman" panose="02020603050405020304" pitchFamily="18" charset="0"/>
                          </a:rPr>
                        </m:ctrlPr>
                      </m:radPr>
                      <m:deg/>
                      <m:e>
                        <m:r>
                          <a:rPr lang="en-US" altLang="zh-CN">
                            <a:solidFill>
                              <a:srgbClr val="000000"/>
                            </a:solidFill>
                            <a:effectLst/>
                            <a:latin typeface="+mn-lt"/>
                            <a:ea typeface="宋体" panose="02010600030101010101" pitchFamily="2" charset="-122"/>
                            <a:cs typeface="Times New Roman" panose="02020603050405020304" pitchFamily="18" charset="0"/>
                          </a:rPr>
                          <m:t>3</m:t>
                        </m:r>
                      </m:e>
                    </m:rad>
                  </m:oMath>
                </a14:m>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zh-CN" altLang="zh-CN" dirty="0">
                    <a:solidFill>
                      <a:srgbClr val="000000"/>
                    </a:solidFill>
                    <a:effectLst/>
                    <a:latin typeface="+mn-lt"/>
                    <a:ea typeface="宋体" panose="02010600030101010101" pitchFamily="2" charset="-122"/>
                    <a:cs typeface="Times New Roman" panose="02020603050405020304" pitchFamily="18" charset="0"/>
                  </a:rPr>
                  <a:t>求</a:t>
                </a:r>
                <a:r>
                  <a:rPr lang="en-US" altLang="zh-CN" i="1" dirty="0">
                    <a:solidFill>
                      <a:srgbClr val="000000"/>
                    </a:solidFill>
                    <a:effectLst/>
                    <a:latin typeface="+mn-lt"/>
                    <a:ea typeface="宋体" panose="02010600030101010101" pitchFamily="2" charset="-122"/>
                    <a:cs typeface="Times New Roman" panose="02020603050405020304" pitchFamily="18" charset="0"/>
                  </a:rPr>
                  <a:t>c.</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p:txBody>
          </p:sp>
        </mc:Choice>
        <mc:Fallback>
          <p:sp>
            <p:nvSpPr>
              <p:cNvPr id="3" name="矩形 2"/>
              <p:cNvSpPr>
                <a:spLocks noRot="1" noChangeAspect="1" noMove="1" noResize="1" noEditPoints="1" noAdjustHandles="1" noChangeArrowheads="1" noChangeShapeType="1" noTextEdit="1"/>
              </p:cNvSpPr>
              <p:nvPr/>
            </p:nvSpPr>
            <p:spPr>
              <a:xfrm>
                <a:off x="361950" y="1582467"/>
                <a:ext cx="10807700" cy="2521716"/>
              </a:xfrm>
              <a:prstGeom prst="rect">
                <a:avLst/>
              </a:prstGeom>
              <a:blipFill rotWithShape="0">
                <a:blip r:embed="rId2"/>
                <a:stretch>
                  <a:fillRect l="-1410" t="-2421" b="-629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35194254"/>
      </p:ext>
    </p:extLst>
  </p:cSld>
  <p:clrMapOvr>
    <a:masterClrMapping/>
  </p:clrMapOvr>
  <p:transition spd="slow">
    <p:randomBar dir="vert"/>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矩形 1"/>
              <p:cNvSpPr>
                <a:spLocks noChangeAspect="1"/>
              </p:cNvSpPr>
              <p:nvPr/>
            </p:nvSpPr>
            <p:spPr>
              <a:xfrm>
                <a:off x="361950" y="732198"/>
                <a:ext cx="10807700" cy="5172185"/>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smtClean="0">
                    <a:latin typeface="+mn-lt"/>
                    <a:cs typeface="Times New Roman" panose="02020603050405020304" pitchFamily="18" charset="0"/>
                  </a:rPr>
                  <a:t>解</a:t>
                </a:r>
                <a:r>
                  <a:rPr lang="en-US" altLang="zh-CN" dirty="0" smtClean="0">
                    <a:latin typeface="+mn-lt"/>
                    <a:cs typeface="Times New Roman" panose="02020603050405020304" pitchFamily="18" charset="0"/>
                  </a:rPr>
                  <a:t>:</a:t>
                </a:r>
                <a:r>
                  <a:rPr lang="en-US" altLang="zh-CN" dirty="0" smtClean="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1)</a:t>
                </a:r>
                <a:r>
                  <a:rPr lang="zh-CN" altLang="zh-CN" i="1" dirty="0">
                    <a:solidFill>
                      <a:srgbClr val="000000"/>
                    </a:solidFill>
                    <a:effectLst/>
                    <a:latin typeface="+mn-lt"/>
                    <a:ea typeface="宋体" panose="02010600030101010101" pitchFamily="2" charset="-122"/>
                    <a:cs typeface="宋体" panose="02010600030101010101" pitchFamily="2" charset="-122"/>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a</a:t>
                </a:r>
                <a:r>
                  <a:rPr lang="en-US" altLang="zh-CN" baseline="30000" dirty="0">
                    <a:solidFill>
                      <a:srgbClr val="000000"/>
                    </a:solidFill>
                    <a:effectLst/>
                    <a:latin typeface="+mn-lt"/>
                    <a:ea typeface="宋体" panose="02010600030101010101" pitchFamily="2" charset="-122"/>
                    <a:cs typeface="Times New Roman" panose="02020603050405020304" pitchFamily="18" charset="0"/>
                  </a:rPr>
                  <a:t>2</a:t>
                </a:r>
                <a:r>
                  <a:rPr lang="en-US" altLang="zh-CN" i="1" dirty="0">
                    <a:solidFill>
                      <a:srgbClr val="000000"/>
                    </a:solidFill>
                    <a:effectLst/>
                    <a:latin typeface="+mn-lt"/>
                    <a:ea typeface="宋体" panose="02010600030101010101" pitchFamily="2" charset="-122"/>
                    <a:cs typeface="Times New Roman" panose="02020603050405020304" pitchFamily="18" charset="0"/>
                  </a:rPr>
                  <a:t>+b</a:t>
                </a:r>
                <a:r>
                  <a:rPr lang="en-US" altLang="zh-CN" baseline="30000" dirty="0">
                    <a:solidFill>
                      <a:srgbClr val="000000"/>
                    </a:solidFill>
                    <a:effectLst/>
                    <a:latin typeface="+mn-lt"/>
                    <a:ea typeface="宋体" panose="02010600030101010101" pitchFamily="2" charset="-122"/>
                    <a:cs typeface="Times New Roman" panose="02020603050405020304" pitchFamily="18" charset="0"/>
                  </a:rPr>
                  <a:t>2</a:t>
                </a:r>
                <a:r>
                  <a:rPr lang="en-US" altLang="zh-CN" i="1" dirty="0">
                    <a:solidFill>
                      <a:srgbClr val="000000"/>
                    </a:solidFill>
                    <a:effectLst/>
                    <a:latin typeface="+mn-lt"/>
                    <a:ea typeface="宋体" panose="02010600030101010101" pitchFamily="2" charset="-122"/>
                    <a:cs typeface="Times New Roman" panose="02020603050405020304" pitchFamily="18" charset="0"/>
                  </a:rPr>
                  <a:t>-c</a:t>
                </a:r>
                <a:r>
                  <a:rPr lang="en-US" altLang="zh-CN" baseline="30000" dirty="0">
                    <a:solidFill>
                      <a:srgbClr val="000000"/>
                    </a:solidFill>
                    <a:effectLst/>
                    <a:latin typeface="+mn-lt"/>
                    <a:ea typeface="宋体" panose="02010600030101010101" pitchFamily="2" charset="-122"/>
                    <a:cs typeface="Times New Roman" panose="02020603050405020304" pitchFamily="18" charset="0"/>
                  </a:rPr>
                  <a:t>2</a:t>
                </a:r>
                <a:r>
                  <a:rPr lang="en-US" altLang="zh-CN" i="1" dirty="0">
                    <a:solidFill>
                      <a:srgbClr val="000000"/>
                    </a:solidFill>
                    <a:effectLst/>
                    <a:latin typeface="+mn-lt"/>
                    <a:ea typeface="宋体" panose="02010600030101010101" pitchFamily="2" charset="-122"/>
                    <a:cs typeface="Times New Roman" panose="02020603050405020304" pitchFamily="18" charset="0"/>
                  </a:rPr>
                  <a:t>=</a:t>
                </a:r>
                <a14:m>
                  <m:oMath xmlns:m="http://schemas.openxmlformats.org/officeDocument/2006/math">
                    <m:rad>
                      <m:radPr>
                        <m:degHide m:val="on"/>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e>
                    </m:rad>
                  </m:oMath>
                </a14:m>
                <a:r>
                  <a:rPr lang="en-US" altLang="zh-CN" i="1" dirty="0">
                    <a:solidFill>
                      <a:srgbClr val="000000"/>
                    </a:solidFill>
                    <a:effectLst/>
                    <a:latin typeface="+mn-lt"/>
                    <a:ea typeface="宋体" panose="02010600030101010101" pitchFamily="2" charset="-122"/>
                    <a:cs typeface="Times New Roman" panose="02020603050405020304" pitchFamily="18" charset="0"/>
                  </a:rPr>
                  <a:t>ab</a:t>
                </a:r>
                <a:r>
                  <a:rPr lang="en-US" altLang="zh-CN" dirty="0">
                    <a:solidFill>
                      <a:srgbClr val="000000"/>
                    </a:solidFill>
                    <a:effectLst/>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i="1" dirty="0">
                    <a:solidFill>
                      <a:srgbClr val="000000"/>
                    </a:solidFill>
                    <a:effectLst/>
                    <a:latin typeface="+mn-lt"/>
                    <a:ea typeface="宋体" panose="02010600030101010101" pitchFamily="2" charset="-122"/>
                    <a:cs typeface="宋体" panose="02010600030101010101" pitchFamily="2" charset="-122"/>
                  </a:rPr>
                  <a:t>∴</a:t>
                </a:r>
                <a:r>
                  <a:rPr lang="en-US" altLang="zh-CN" dirty="0">
                    <a:solidFill>
                      <a:srgbClr val="000000"/>
                    </a:solidFill>
                    <a:effectLst/>
                    <a:latin typeface="+mn-lt"/>
                    <a:ea typeface="宋体" panose="02010600030101010101" pitchFamily="2" charset="-122"/>
                    <a:cs typeface="Times New Roman" panose="02020603050405020304" pitchFamily="18" charset="0"/>
                  </a:rPr>
                  <a:t>cos</a:t>
                </a:r>
                <a:r>
                  <a:rPr lang="en-US" altLang="zh-CN" dirty="0">
                    <a:solidFill>
                      <a:srgbClr val="000000"/>
                    </a:solidFill>
                    <a:effectLst/>
                    <a:latin typeface="+mn-lt"/>
                    <a:ea typeface="楷体" panose="02010609060101010101" pitchFamily="49" charset="-122"/>
                    <a:cs typeface="Times New Roman" panose="02020603050405020304" pitchFamily="18" charset="0"/>
                  </a:rPr>
                  <a:t> </a:t>
                </a:r>
                <a:r>
                  <a:rPr lang="en-US" altLang="zh-CN" i="1" dirty="0">
                    <a:solidFill>
                      <a:srgbClr val="000000"/>
                    </a:solidFill>
                    <a:effectLst/>
                    <a:latin typeface="+mn-lt"/>
                    <a:ea typeface="宋体" panose="02010600030101010101" pitchFamily="2" charset="-122"/>
                    <a:cs typeface="Times New Roman" panose="02020603050405020304" pitchFamily="18" charset="0"/>
                  </a:rPr>
                  <a:t>C=</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𝑎</m:t>
                            </m:r>
                          </m:e>
                          <m:sup>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sup>
                        </m:sSup>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𝑏</m:t>
                            </m:r>
                          </m:e>
                          <m:sup>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sup>
                        </m:sSup>
                        <m:r>
                          <m:rPr>
                            <m:nor/>
                          </m:rPr>
                          <a:rPr lang="en-US" altLang="zh-CN" i="1">
                            <a:solidFill>
                              <a:srgbClr val="000000"/>
                            </a:solidFill>
                            <a:effectLst/>
                            <a:latin typeface="+mn-lt"/>
                            <a:ea typeface="宋体" panose="02010600030101010101" pitchFamily="2" charset="-122"/>
                            <a:cs typeface="Times New Roman" panose="02020603050405020304" pitchFamily="18" charset="0"/>
                          </a:rPr>
                          <m:t>−</m:t>
                        </m:r>
                        <m:sSup>
                          <m:sSup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𝑐</m:t>
                            </m:r>
                          </m:e>
                          <m:sup>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sup>
                        </m:sSup>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𝑎𝑏</m:t>
                        </m:r>
                      </m:den>
                    </m:f>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ad>
                          <m:radPr>
                            <m:degHide m:val="on"/>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e>
                        </m:rad>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𝑎𝑏</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𝑎𝑏</m:t>
                        </m:r>
                      </m:den>
                    </m:f>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ad>
                          <m:radPr>
                            <m:degHide m:val="on"/>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e>
                        </m:rad>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den>
                    </m:f>
                  </m:oMath>
                </a14:m>
                <a:r>
                  <a:rPr lang="en-US" altLang="zh-CN" i="1" dirty="0">
                    <a:solidFill>
                      <a:srgbClr val="000000"/>
                    </a:solidFill>
                    <a:effectLst/>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ffectLst/>
                    <a:latin typeface="+mn-lt"/>
                    <a:ea typeface="楷体" panose="02010609060101010101" pitchFamily="49" charset="-122"/>
                    <a:cs typeface="Times New Roman" panose="02020603050405020304" pitchFamily="18" charset="0"/>
                  </a:rPr>
                  <a:t>又</a:t>
                </a:r>
                <a:r>
                  <a:rPr lang="en-US" altLang="zh-CN" i="1" dirty="0">
                    <a:solidFill>
                      <a:srgbClr val="000000"/>
                    </a:solidFill>
                    <a:effectLst/>
                    <a:latin typeface="+mn-lt"/>
                    <a:ea typeface="宋体" panose="02010600030101010101" pitchFamily="2" charset="-122"/>
                    <a:cs typeface="Times New Roman" panose="02020603050405020304" pitchFamily="18" charset="0"/>
                  </a:rPr>
                  <a:t>C</a:t>
                </a:r>
                <a:r>
                  <a:rPr lang="zh-CN" altLang="zh-CN" dirty="0">
                    <a:solidFill>
                      <a:srgbClr val="000000"/>
                    </a:solidFill>
                    <a:effectLst/>
                    <a:latin typeface="+mn-lt"/>
                    <a:ea typeface="宋体" panose="02010600030101010101" pitchFamily="2" charset="-122"/>
                    <a:cs typeface="宋体" panose="02010600030101010101" pitchFamily="2" charset="-122"/>
                  </a:rPr>
                  <a:t>∈</a:t>
                </a:r>
                <a:r>
                  <a:rPr lang="en-US" altLang="zh-CN" dirty="0">
                    <a:solidFill>
                      <a:srgbClr val="000000"/>
                    </a:solidFill>
                    <a:effectLst/>
                    <a:latin typeface="+mn-lt"/>
                    <a:ea typeface="宋体" panose="02010600030101010101" pitchFamily="2" charset="-122"/>
                    <a:cs typeface="Times New Roman" panose="02020603050405020304" pitchFamily="18" charset="0"/>
                  </a:rPr>
                  <a:t>(0,</a:t>
                </a:r>
                <a:r>
                  <a:rPr lang="en-US" altLang="zh-CN" dirty="0">
                    <a:solidFill>
                      <a:srgbClr val="000000"/>
                    </a:solidFill>
                    <a:effectLst/>
                    <a:latin typeface="+mn-lt"/>
                    <a:ea typeface="Microsoft Yi Baiti" panose="03000500000000000000" pitchFamily="66" charset="0"/>
                    <a:cs typeface="Times New Roman" panose="02020603050405020304" pitchFamily="18" charset="0"/>
                  </a:rPr>
                  <a:t>π</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zh-CN" altLang="zh-CN" i="1" dirty="0">
                    <a:solidFill>
                      <a:srgbClr val="000000"/>
                    </a:solidFill>
                    <a:effectLst/>
                    <a:latin typeface="+mn-lt"/>
                    <a:ea typeface="宋体" panose="02010600030101010101" pitchFamily="2" charset="-122"/>
                    <a:cs typeface="宋体" panose="02010600030101010101" pitchFamily="2" charset="-122"/>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C=</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US" altLang="zh-CN">
                            <a:solidFill>
                              <a:srgbClr val="000000"/>
                            </a:solidFill>
                            <a:effectLst/>
                            <a:latin typeface="Cambria Math" panose="02040503050406030204" pitchFamily="18" charset="0"/>
                            <a:ea typeface="Microsoft Yi Baiti" panose="03000500000000000000" pitchFamily="66" charset="0"/>
                            <a:cs typeface="Times New Roman" panose="02020603050405020304" pitchFamily="18" charset="0"/>
                          </a:rPr>
                          <m:t>π</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4</m:t>
                        </m:r>
                      </m:den>
                    </m:f>
                  </m:oMath>
                </a14:m>
                <a:r>
                  <a:rPr lang="en-US" altLang="zh-CN" i="1" dirty="0">
                    <a:solidFill>
                      <a:srgbClr val="000000"/>
                    </a:solidFill>
                    <a:effectLst/>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i="1" dirty="0">
                    <a:solidFill>
                      <a:srgbClr val="000000"/>
                    </a:solidFill>
                    <a:effectLst/>
                    <a:latin typeface="+mn-lt"/>
                    <a:ea typeface="宋体" panose="02010600030101010101" pitchFamily="2" charset="-122"/>
                    <a:cs typeface="宋体" panose="02010600030101010101" pitchFamily="2" charset="-122"/>
                  </a:rPr>
                  <a:t>∵</a:t>
                </a:r>
                <a:r>
                  <a:rPr lang="en-US" altLang="zh-CN" dirty="0">
                    <a:solidFill>
                      <a:srgbClr val="000000"/>
                    </a:solidFill>
                    <a:effectLst/>
                    <a:latin typeface="+mn-lt"/>
                    <a:ea typeface="宋体" panose="02010600030101010101" pitchFamily="2" charset="-122"/>
                    <a:cs typeface="Times New Roman" panose="02020603050405020304" pitchFamily="18" charset="0"/>
                  </a:rPr>
                  <a:t>sin</a:t>
                </a:r>
                <a:r>
                  <a:rPr lang="en-US" altLang="zh-CN" dirty="0">
                    <a:solidFill>
                      <a:srgbClr val="000000"/>
                    </a:solidFill>
                    <a:effectLst/>
                    <a:latin typeface="+mn-lt"/>
                    <a:ea typeface="楷体" panose="02010609060101010101" pitchFamily="49" charset="-122"/>
                    <a:cs typeface="Times New Roman" panose="02020603050405020304" pitchFamily="18" charset="0"/>
                  </a:rPr>
                  <a:t> </a:t>
                </a:r>
                <a:r>
                  <a:rPr lang="en-US" altLang="zh-CN" i="1" dirty="0">
                    <a:solidFill>
                      <a:srgbClr val="000000"/>
                    </a:solidFill>
                    <a:effectLst/>
                    <a:latin typeface="+mn-lt"/>
                    <a:ea typeface="宋体" panose="02010600030101010101" pitchFamily="2" charset="-122"/>
                    <a:cs typeface="Times New Roman" panose="02020603050405020304" pitchFamily="18" charset="0"/>
                  </a:rPr>
                  <a:t>C=</a:t>
                </a:r>
                <a14:m>
                  <m:oMath xmlns:m="http://schemas.openxmlformats.org/officeDocument/2006/math">
                    <m:rad>
                      <m:radPr>
                        <m:degHide m:val="on"/>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e>
                    </m:rad>
                  </m:oMath>
                </a14:m>
                <a:r>
                  <a:rPr lang="en-US" altLang="zh-CN" dirty="0">
                    <a:solidFill>
                      <a:srgbClr val="000000"/>
                    </a:solidFill>
                    <a:effectLst/>
                    <a:latin typeface="+mn-lt"/>
                    <a:ea typeface="宋体" panose="02010600030101010101" pitchFamily="2" charset="-122"/>
                    <a:cs typeface="Times New Roman" panose="02020603050405020304" pitchFamily="18" charset="0"/>
                  </a:rPr>
                  <a:t>cos</a:t>
                </a:r>
                <a:r>
                  <a:rPr lang="en-US" altLang="zh-CN" dirty="0">
                    <a:solidFill>
                      <a:srgbClr val="000000"/>
                    </a:solidFill>
                    <a:effectLst/>
                    <a:latin typeface="+mn-lt"/>
                    <a:ea typeface="楷体" panose="02010609060101010101" pitchFamily="49" charset="-122"/>
                    <a:cs typeface="Times New Roman" panose="02020603050405020304" pitchFamily="18" charset="0"/>
                  </a:rPr>
                  <a:t> </a:t>
                </a:r>
                <a:r>
                  <a:rPr lang="en-US" altLang="zh-CN" i="1" dirty="0">
                    <a:solidFill>
                      <a:srgbClr val="000000"/>
                    </a:solidFill>
                    <a:effectLst/>
                    <a:latin typeface="+mn-lt"/>
                    <a:ea typeface="宋体" panose="02010600030101010101" pitchFamily="2" charset="-122"/>
                    <a:cs typeface="Times New Roman" panose="02020603050405020304" pitchFamily="18" charset="0"/>
                  </a:rPr>
                  <a:t>B</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zh-CN" altLang="zh-CN" dirty="0">
                    <a:solidFill>
                      <a:srgbClr val="000000"/>
                    </a:solidFill>
                    <a:effectLst/>
                    <a:latin typeface="+mn-lt"/>
                    <a:ea typeface="楷体" panose="02010609060101010101" pitchFamily="49" charset="-122"/>
                    <a:cs typeface="Times New Roman" panose="02020603050405020304" pitchFamily="18" charset="0"/>
                  </a:rPr>
                  <a:t>即</a:t>
                </a:r>
                <a:r>
                  <a:rPr lang="en-US" altLang="zh-CN" dirty="0">
                    <a:solidFill>
                      <a:srgbClr val="000000"/>
                    </a:solidFill>
                    <a:effectLst/>
                    <a:latin typeface="+mn-lt"/>
                    <a:ea typeface="宋体" panose="02010600030101010101" pitchFamily="2" charset="-122"/>
                    <a:cs typeface="Times New Roman" panose="02020603050405020304" pitchFamily="18" charset="0"/>
                  </a:rPr>
                  <a:t>sin</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US" altLang="zh-CN">
                            <a:solidFill>
                              <a:srgbClr val="000000"/>
                            </a:solidFill>
                            <a:effectLst/>
                            <a:latin typeface="Cambria Math" panose="02040503050406030204" pitchFamily="18" charset="0"/>
                            <a:ea typeface="Microsoft Yi Baiti" panose="03000500000000000000" pitchFamily="66" charset="0"/>
                            <a:cs typeface="Times New Roman" panose="02020603050405020304" pitchFamily="18" charset="0"/>
                          </a:rPr>
                          <m:t>π</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4</m:t>
                        </m:r>
                      </m:den>
                    </m:f>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rad>
                      <m:radPr>
                        <m:degHide m:val="on"/>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e>
                    </m:rad>
                  </m:oMath>
                </a14:m>
                <a:r>
                  <a:rPr lang="en-US" altLang="zh-CN" dirty="0">
                    <a:solidFill>
                      <a:srgbClr val="000000"/>
                    </a:solidFill>
                    <a:effectLst/>
                    <a:latin typeface="+mn-lt"/>
                    <a:ea typeface="宋体" panose="02010600030101010101" pitchFamily="2" charset="-122"/>
                    <a:cs typeface="Times New Roman" panose="02020603050405020304" pitchFamily="18" charset="0"/>
                  </a:rPr>
                  <a:t>cos</a:t>
                </a:r>
                <a:r>
                  <a:rPr lang="en-US" altLang="zh-CN" dirty="0">
                    <a:solidFill>
                      <a:srgbClr val="000000"/>
                    </a:solidFill>
                    <a:effectLst/>
                    <a:latin typeface="+mn-lt"/>
                    <a:ea typeface="楷体" panose="02010609060101010101" pitchFamily="49" charset="-122"/>
                    <a:cs typeface="Times New Roman" panose="02020603050405020304" pitchFamily="18" charset="0"/>
                  </a:rPr>
                  <a:t> </a:t>
                </a:r>
                <a:r>
                  <a:rPr lang="en-US" altLang="zh-CN" i="1" dirty="0">
                    <a:solidFill>
                      <a:srgbClr val="000000"/>
                    </a:solidFill>
                    <a:effectLst/>
                    <a:latin typeface="+mn-lt"/>
                    <a:ea typeface="宋体" panose="02010600030101010101" pitchFamily="2" charset="-122"/>
                    <a:cs typeface="Times New Roman" panose="02020603050405020304" pitchFamily="18" charset="0"/>
                  </a:rPr>
                  <a:t>B</a:t>
                </a:r>
                <a:r>
                  <a:rPr lang="en-US" altLang="zh-CN" dirty="0">
                    <a:solidFill>
                      <a:srgbClr val="000000"/>
                    </a:solidFill>
                    <a:effectLst/>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ffectLst/>
                    <a:latin typeface="+mn-lt"/>
                    <a:ea typeface="楷体" panose="02010609060101010101" pitchFamily="49" charset="-122"/>
                    <a:cs typeface="Times New Roman" panose="02020603050405020304" pitchFamily="18" charset="0"/>
                  </a:rPr>
                  <a:t>即</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ad>
                          <m:radPr>
                            <m:degHide m:val="on"/>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e>
                        </m:rad>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den>
                    </m:f>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rad>
                      <m:radPr>
                        <m:degHide m:val="on"/>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e>
                    </m:rad>
                  </m:oMath>
                </a14:m>
                <a:r>
                  <a:rPr lang="en-US" altLang="zh-CN" dirty="0">
                    <a:solidFill>
                      <a:srgbClr val="000000"/>
                    </a:solidFill>
                    <a:effectLst/>
                    <a:latin typeface="+mn-lt"/>
                    <a:ea typeface="宋体" panose="02010600030101010101" pitchFamily="2" charset="-122"/>
                    <a:cs typeface="Times New Roman" panose="02020603050405020304" pitchFamily="18" charset="0"/>
                  </a:rPr>
                  <a:t>cos</a:t>
                </a:r>
                <a:r>
                  <a:rPr lang="en-US" altLang="zh-CN" dirty="0">
                    <a:solidFill>
                      <a:srgbClr val="000000"/>
                    </a:solidFill>
                    <a:effectLst/>
                    <a:latin typeface="+mn-lt"/>
                    <a:ea typeface="楷体" panose="02010609060101010101" pitchFamily="49" charset="-122"/>
                    <a:cs typeface="Times New Roman" panose="02020603050405020304" pitchFamily="18" charset="0"/>
                  </a:rPr>
                  <a:t> </a:t>
                </a:r>
                <a:r>
                  <a:rPr lang="en-US" altLang="zh-CN" i="1" dirty="0">
                    <a:solidFill>
                      <a:srgbClr val="000000"/>
                    </a:solidFill>
                    <a:effectLst/>
                    <a:latin typeface="+mn-lt"/>
                    <a:ea typeface="宋体" panose="02010600030101010101" pitchFamily="2" charset="-122"/>
                    <a:cs typeface="Times New Roman" panose="02020603050405020304" pitchFamily="18" charset="0"/>
                  </a:rPr>
                  <a:t>B</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zh-CN" altLang="zh-CN" dirty="0">
                    <a:solidFill>
                      <a:srgbClr val="000000"/>
                    </a:solidFill>
                    <a:effectLst/>
                    <a:latin typeface="+mn-lt"/>
                    <a:ea typeface="楷体" panose="02010609060101010101" pitchFamily="49" charset="-122"/>
                    <a:cs typeface="Times New Roman" panose="02020603050405020304" pitchFamily="18" charset="0"/>
                  </a:rPr>
                  <a:t>解得</a:t>
                </a:r>
                <a:r>
                  <a:rPr lang="en-US" altLang="zh-CN" dirty="0">
                    <a:solidFill>
                      <a:srgbClr val="000000"/>
                    </a:solidFill>
                    <a:effectLst/>
                    <a:latin typeface="+mn-lt"/>
                    <a:ea typeface="宋体" panose="02010600030101010101" pitchFamily="2" charset="-122"/>
                    <a:cs typeface="Times New Roman" panose="02020603050405020304" pitchFamily="18" charset="0"/>
                  </a:rPr>
                  <a:t>cos</a:t>
                </a:r>
                <a:r>
                  <a:rPr lang="en-US" altLang="zh-CN" dirty="0">
                    <a:solidFill>
                      <a:srgbClr val="000000"/>
                    </a:solidFill>
                    <a:effectLst/>
                    <a:latin typeface="+mn-lt"/>
                    <a:ea typeface="楷体" panose="02010609060101010101" pitchFamily="49" charset="-122"/>
                    <a:cs typeface="Times New Roman" panose="02020603050405020304" pitchFamily="18" charset="0"/>
                  </a:rPr>
                  <a:t> </a:t>
                </a:r>
                <a:r>
                  <a:rPr lang="en-US" altLang="zh-CN" i="1" dirty="0">
                    <a:solidFill>
                      <a:srgbClr val="000000"/>
                    </a:solidFill>
                    <a:effectLst/>
                    <a:latin typeface="+mn-lt"/>
                    <a:ea typeface="宋体" panose="02010600030101010101" pitchFamily="2" charset="-122"/>
                    <a:cs typeface="Times New Roman" panose="02020603050405020304" pitchFamily="18" charset="0"/>
                  </a:rPr>
                  <a:t>B=</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den>
                    </m:f>
                  </m:oMath>
                </a14:m>
                <a:r>
                  <a:rPr lang="en-US" altLang="zh-CN" i="1" dirty="0">
                    <a:solidFill>
                      <a:srgbClr val="000000"/>
                    </a:solidFill>
                    <a:effectLst/>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ffectLst/>
                    <a:latin typeface="+mn-lt"/>
                    <a:ea typeface="楷体" panose="02010609060101010101" pitchFamily="49" charset="-122"/>
                    <a:cs typeface="Times New Roman" panose="02020603050405020304" pitchFamily="18" charset="0"/>
                  </a:rPr>
                  <a:t>又</a:t>
                </a:r>
                <a:r>
                  <a:rPr lang="en-US" altLang="zh-CN" i="1" dirty="0">
                    <a:solidFill>
                      <a:srgbClr val="000000"/>
                    </a:solidFill>
                    <a:effectLst/>
                    <a:latin typeface="+mn-lt"/>
                    <a:ea typeface="宋体" panose="02010600030101010101" pitchFamily="2" charset="-122"/>
                    <a:cs typeface="Times New Roman" panose="02020603050405020304" pitchFamily="18" charset="0"/>
                  </a:rPr>
                  <a:t>B</a:t>
                </a:r>
                <a:r>
                  <a:rPr lang="zh-CN" altLang="zh-CN" dirty="0">
                    <a:solidFill>
                      <a:srgbClr val="000000"/>
                    </a:solidFill>
                    <a:effectLst/>
                    <a:latin typeface="+mn-lt"/>
                    <a:ea typeface="宋体" panose="02010600030101010101" pitchFamily="2" charset="-122"/>
                    <a:cs typeface="宋体" panose="02010600030101010101" pitchFamily="2" charset="-122"/>
                  </a:rPr>
                  <a:t>∈</a:t>
                </a:r>
                <a:r>
                  <a:rPr lang="en-US" altLang="zh-CN" dirty="0">
                    <a:solidFill>
                      <a:srgbClr val="000000"/>
                    </a:solidFill>
                    <a:effectLst/>
                    <a:latin typeface="+mn-lt"/>
                    <a:ea typeface="宋体" panose="02010600030101010101" pitchFamily="2" charset="-122"/>
                    <a:cs typeface="Times New Roman" panose="02020603050405020304" pitchFamily="18" charset="0"/>
                  </a:rPr>
                  <a:t>(0,</a:t>
                </a:r>
                <a:r>
                  <a:rPr lang="en-US" altLang="zh-CN" dirty="0">
                    <a:solidFill>
                      <a:srgbClr val="000000"/>
                    </a:solidFill>
                    <a:effectLst/>
                    <a:latin typeface="+mn-lt"/>
                    <a:ea typeface="Microsoft Yi Baiti" panose="03000500000000000000" pitchFamily="66" charset="0"/>
                    <a:cs typeface="Times New Roman" panose="02020603050405020304" pitchFamily="18" charset="0"/>
                  </a:rPr>
                  <a:t>π</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zh-CN" altLang="zh-CN" i="1" dirty="0">
                    <a:solidFill>
                      <a:srgbClr val="000000"/>
                    </a:solidFill>
                    <a:effectLst/>
                    <a:latin typeface="+mn-lt"/>
                    <a:ea typeface="宋体" panose="02010600030101010101" pitchFamily="2" charset="-122"/>
                    <a:cs typeface="宋体" panose="02010600030101010101" pitchFamily="2" charset="-122"/>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B=</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US" altLang="zh-CN">
                            <a:solidFill>
                              <a:srgbClr val="000000"/>
                            </a:solidFill>
                            <a:effectLst/>
                            <a:latin typeface="Cambria Math" panose="02040503050406030204" pitchFamily="18" charset="0"/>
                            <a:ea typeface="Microsoft Yi Baiti" panose="03000500000000000000" pitchFamily="66" charset="0"/>
                            <a:cs typeface="Times New Roman" panose="02020603050405020304" pitchFamily="18" charset="0"/>
                          </a:rPr>
                          <m:t>π</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3</m:t>
                        </m:r>
                      </m:den>
                    </m:f>
                  </m:oMath>
                </a14:m>
                <a:r>
                  <a:rPr lang="en-US" altLang="zh-CN" i="1" dirty="0">
                    <a:solidFill>
                      <a:srgbClr val="000000"/>
                    </a:solidFill>
                    <a:effectLst/>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p:txBody>
          </p:sp>
        </mc:Choice>
        <mc:Fallback xmlns="">
          <p:sp>
            <p:nvSpPr>
              <p:cNvPr id="2" name="矩形 1"/>
              <p:cNvSpPr>
                <a:spLocks noRot="1" noChangeAspect="1" noMove="1" noResize="1" noEditPoints="1" noAdjustHandles="1" noChangeArrowheads="1" noChangeShapeType="1" noTextEdit="1"/>
              </p:cNvSpPr>
              <p:nvPr/>
            </p:nvSpPr>
            <p:spPr>
              <a:xfrm>
                <a:off x="361950" y="732198"/>
                <a:ext cx="10807700" cy="5172185"/>
              </a:xfrm>
              <a:prstGeom prst="rect">
                <a:avLst/>
              </a:prstGeom>
              <a:blipFill rotWithShape="0">
                <a:blip r:embed="rId2"/>
                <a:stretch>
                  <a:fillRect l="-1410" t="-35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91629588"/>
      </p:ext>
    </p:extLst>
  </p:cSld>
  <p:clrMapOvr>
    <a:masterClrMapping/>
  </p:clrMapOvr>
  <p:transition spd="slow">
    <p:randomBar dir="vert"/>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矩形 7"/>
              <p:cNvSpPr>
                <a:spLocks noChangeAspect="1"/>
              </p:cNvSpPr>
              <p:nvPr/>
            </p:nvSpPr>
            <p:spPr>
              <a:xfrm>
                <a:off x="361950" y="484853"/>
                <a:ext cx="10807700" cy="6047938"/>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latin typeface="+mn-lt"/>
                    <a:ea typeface="宋体" panose="02010600030101010101" pitchFamily="2" charset="-122"/>
                    <a:cs typeface="Times New Roman" panose="02020603050405020304" pitchFamily="18" charset="0"/>
                  </a:rPr>
                  <a:t>(2)</a:t>
                </a:r>
                <a:r>
                  <a:rPr lang="zh-CN" altLang="zh-CN" dirty="0">
                    <a:solidFill>
                      <a:srgbClr val="000000"/>
                    </a:solidFill>
                    <a:effectLst/>
                    <a:latin typeface="+mn-lt"/>
                    <a:ea typeface="楷体" panose="02010609060101010101" pitchFamily="49" charset="-122"/>
                    <a:cs typeface="Times New Roman" panose="02020603050405020304" pitchFamily="18" charset="0"/>
                  </a:rPr>
                  <a:t>由</a:t>
                </a:r>
                <a:r>
                  <a:rPr lang="en-US" altLang="zh-CN" dirty="0">
                    <a:solidFill>
                      <a:srgbClr val="000000"/>
                    </a:solidFill>
                    <a:effectLst/>
                    <a:latin typeface="+mn-lt"/>
                    <a:ea typeface="宋体" panose="02010600030101010101" pitchFamily="2" charset="-122"/>
                    <a:cs typeface="Times New Roman" panose="02020603050405020304" pitchFamily="18" charset="0"/>
                  </a:rPr>
                  <a:t>(1)</a:t>
                </a:r>
                <a:r>
                  <a:rPr lang="zh-CN" altLang="zh-CN" dirty="0">
                    <a:solidFill>
                      <a:srgbClr val="000000"/>
                    </a:solidFill>
                    <a:effectLst/>
                    <a:latin typeface="+mn-lt"/>
                    <a:ea typeface="楷体" panose="02010609060101010101" pitchFamily="49" charset="-122"/>
                    <a:cs typeface="Times New Roman" panose="02020603050405020304" pitchFamily="18" charset="0"/>
                  </a:rPr>
                  <a:t>及正弦定理得</a:t>
                </a:r>
                <a:r>
                  <a:rPr lang="en-US" altLang="zh-CN" i="1" dirty="0">
                    <a:solidFill>
                      <a:srgbClr val="000000"/>
                    </a:solidFill>
                    <a:effectLst/>
                    <a:latin typeface="+mn-lt"/>
                    <a:ea typeface="宋体" panose="02010600030101010101" pitchFamily="2" charset="-122"/>
                    <a:cs typeface="Times New Roman" panose="02020603050405020304" pitchFamily="18" charset="0"/>
                  </a:rPr>
                  <a:t>B=</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US" altLang="zh-CN">
                            <a:solidFill>
                              <a:srgbClr val="000000"/>
                            </a:solidFill>
                            <a:effectLst/>
                            <a:latin typeface="Cambria Math" panose="02040503050406030204" pitchFamily="18" charset="0"/>
                            <a:ea typeface="Microsoft Yi Baiti" panose="03000500000000000000" pitchFamily="66" charset="0"/>
                            <a:cs typeface="Times New Roman" panose="02020603050405020304" pitchFamily="18" charset="0"/>
                          </a:rPr>
                          <m:t>π</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3</m:t>
                        </m:r>
                      </m:den>
                    </m:f>
                  </m:oMath>
                </a14:m>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C=</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US" altLang="zh-CN">
                            <a:solidFill>
                              <a:srgbClr val="000000"/>
                            </a:solidFill>
                            <a:effectLst/>
                            <a:latin typeface="Cambria Math" panose="02040503050406030204" pitchFamily="18" charset="0"/>
                            <a:ea typeface="Microsoft Yi Baiti" panose="03000500000000000000" pitchFamily="66" charset="0"/>
                            <a:cs typeface="Times New Roman" panose="02020603050405020304" pitchFamily="18" charset="0"/>
                          </a:rPr>
                          <m:t>π</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4</m:t>
                        </m:r>
                      </m:den>
                    </m:f>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𝑏</m:t>
                        </m:r>
                      </m:num>
                      <m:den>
                        <m:r>
                          <m:rPr>
                            <m:sty m:val="p"/>
                          </m:rP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sin</m:t>
                        </m:r>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𝐵</m:t>
                        </m:r>
                      </m:den>
                    </m:f>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𝑐</m:t>
                        </m:r>
                      </m:num>
                      <m:den>
                        <m:r>
                          <m:rPr>
                            <m:sty m:val="p"/>
                          </m:rP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sin</m:t>
                        </m:r>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𝐶</m:t>
                        </m:r>
                      </m:den>
                    </m:f>
                  </m:oMath>
                </a14:m>
                <a:r>
                  <a:rPr lang="en-US" altLang="zh-CN" dirty="0">
                    <a:solidFill>
                      <a:srgbClr val="000000"/>
                    </a:solidFill>
                    <a:effectLst/>
                    <a:latin typeface="+mn-lt"/>
                    <a:ea typeface="宋体" panose="02010600030101010101" pitchFamily="2" charset="-122"/>
                    <a:cs typeface="Times New Roman" panose="02020603050405020304" pitchFamily="18" charset="0"/>
                  </a:rPr>
                  <a:t>,</a:t>
                </a:r>
                <a:endParaRPr lang="en-US" altLang="zh-CN" dirty="0" smtClean="0">
                  <a:solidFill>
                    <a:srgbClr val="000000"/>
                  </a:solidFill>
                  <a:effectLst/>
                  <a:latin typeface="+mn-lt"/>
                  <a:ea typeface="宋体" panose="02010600030101010101" pitchFamily="2"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i="1" dirty="0">
                    <a:solidFill>
                      <a:srgbClr val="000000"/>
                    </a:solidFill>
                    <a:effectLst/>
                    <a:latin typeface="+mn-lt"/>
                    <a:ea typeface="宋体" panose="02010600030101010101" pitchFamily="2" charset="-122"/>
                    <a:cs typeface="宋体" panose="02010600030101010101" pitchFamily="2" charset="-122"/>
                  </a:rPr>
                  <a:t>∴</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𝑏</m:t>
                        </m:r>
                      </m:num>
                      <m:den>
                        <m:r>
                          <m:rPr>
                            <m:sty m:val="p"/>
                          </m:rP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sin</m:t>
                        </m:r>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US" altLang="zh-CN">
                                <a:solidFill>
                                  <a:srgbClr val="000000"/>
                                </a:solidFill>
                                <a:effectLst/>
                                <a:latin typeface="Cambria Math" panose="02040503050406030204" pitchFamily="18" charset="0"/>
                                <a:ea typeface="Microsoft Yi Baiti" panose="03000500000000000000" pitchFamily="66" charset="0"/>
                                <a:cs typeface="Times New Roman" panose="02020603050405020304" pitchFamily="18" charset="0"/>
                              </a:rPr>
                              <m:t>π</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3</m:t>
                            </m:r>
                          </m:den>
                        </m:f>
                      </m:den>
                    </m:f>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𝑐</m:t>
                        </m:r>
                      </m:num>
                      <m:den>
                        <m:r>
                          <m:rPr>
                            <m:sty m:val="p"/>
                          </m:rP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sin</m:t>
                        </m:r>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US" altLang="zh-CN">
                                <a:solidFill>
                                  <a:srgbClr val="000000"/>
                                </a:solidFill>
                                <a:effectLst/>
                                <a:latin typeface="Cambria Math" panose="02040503050406030204" pitchFamily="18" charset="0"/>
                                <a:ea typeface="Microsoft Yi Baiti" panose="03000500000000000000" pitchFamily="66" charset="0"/>
                                <a:cs typeface="Times New Roman" panose="02020603050405020304" pitchFamily="18" charset="0"/>
                              </a:rPr>
                              <m:t>π</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4</m:t>
                            </m:r>
                          </m:den>
                        </m:f>
                      </m:den>
                    </m:f>
                  </m:oMath>
                </a14:m>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zh-CN" altLang="zh-CN" i="1" dirty="0">
                    <a:solidFill>
                      <a:srgbClr val="000000"/>
                    </a:solidFill>
                    <a:effectLst/>
                    <a:latin typeface="+mn-lt"/>
                    <a:ea typeface="宋体" panose="02010600030101010101" pitchFamily="2" charset="-122"/>
                    <a:cs typeface="宋体" panose="02010600030101010101" pitchFamily="2" charset="-122"/>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b=</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ad>
                          <m:radPr>
                            <m:degHide m:val="on"/>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6</m:t>
                            </m:r>
                          </m:e>
                        </m:rad>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den>
                    </m:f>
                  </m:oMath>
                </a14:m>
                <a:r>
                  <a:rPr lang="en-US" altLang="zh-CN" i="1" dirty="0">
                    <a:solidFill>
                      <a:srgbClr val="000000"/>
                    </a:solidFill>
                    <a:effectLst/>
                    <a:latin typeface="+mn-lt"/>
                    <a:ea typeface="宋体" panose="02010600030101010101" pitchFamily="2" charset="-122"/>
                    <a:cs typeface="Times New Roman" panose="02020603050405020304" pitchFamily="18" charset="0"/>
                  </a:rPr>
                  <a:t>c.</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ffectLst/>
                    <a:latin typeface="+mn-lt"/>
                    <a:ea typeface="楷体" panose="02010609060101010101" pitchFamily="49" charset="-122"/>
                    <a:cs typeface="Times New Roman" panose="02020603050405020304" pitchFamily="18" charset="0"/>
                  </a:rPr>
                  <a:t>又</a:t>
                </a:r>
                <a:r>
                  <a:rPr lang="en-US" altLang="zh-CN" dirty="0">
                    <a:solidFill>
                      <a:srgbClr val="000000"/>
                    </a:solidFill>
                    <a:effectLst/>
                    <a:latin typeface="+mn-lt"/>
                    <a:ea typeface="宋体" panose="02010600030101010101" pitchFamily="2" charset="-122"/>
                    <a:cs typeface="Times New Roman" panose="02020603050405020304" pitchFamily="18" charset="0"/>
                  </a:rPr>
                  <a:t>sin</a:t>
                </a:r>
                <a:r>
                  <a:rPr lang="en-US" altLang="zh-CN" dirty="0">
                    <a:solidFill>
                      <a:srgbClr val="000000"/>
                    </a:solidFill>
                    <a:effectLst/>
                    <a:latin typeface="+mn-lt"/>
                    <a:ea typeface="楷体" panose="02010609060101010101" pitchFamily="49" charset="-122"/>
                    <a:cs typeface="Times New Roman" panose="02020603050405020304" pitchFamily="18" charset="0"/>
                  </a:rPr>
                  <a:t> </a:t>
                </a:r>
                <a:r>
                  <a:rPr lang="en-US" altLang="zh-CN" i="1" dirty="0">
                    <a:solidFill>
                      <a:srgbClr val="000000"/>
                    </a:solidFill>
                    <a:effectLst/>
                    <a:latin typeface="+mn-lt"/>
                    <a:ea typeface="宋体" panose="02010600030101010101" pitchFamily="2" charset="-122"/>
                    <a:cs typeface="Times New Roman" panose="02020603050405020304" pitchFamily="18" charset="0"/>
                  </a:rPr>
                  <a:t>A=</a:t>
                </a:r>
                <a:r>
                  <a:rPr lang="en-US" altLang="zh-CN" dirty="0">
                    <a:solidFill>
                      <a:srgbClr val="000000"/>
                    </a:solidFill>
                    <a:effectLst/>
                    <a:latin typeface="+mn-lt"/>
                    <a:ea typeface="宋体" panose="02010600030101010101" pitchFamily="2" charset="-122"/>
                    <a:cs typeface="Times New Roman" panose="02020603050405020304" pitchFamily="18" charset="0"/>
                  </a:rPr>
                  <a:t>sin(</a:t>
                </a:r>
                <a:r>
                  <a:rPr lang="en-US" altLang="zh-CN" dirty="0">
                    <a:solidFill>
                      <a:srgbClr val="000000"/>
                    </a:solidFill>
                    <a:effectLst/>
                    <a:latin typeface="+mn-lt"/>
                    <a:ea typeface="Microsoft Yi Baiti" panose="03000500000000000000" pitchFamily="66" charset="0"/>
                    <a:cs typeface="Times New Roman" panose="02020603050405020304" pitchFamily="18" charset="0"/>
                  </a:rPr>
                  <a:t>π</a:t>
                </a:r>
                <a:r>
                  <a:rPr lang="en-US" altLang="zh-CN" i="1" dirty="0">
                    <a:solidFill>
                      <a:srgbClr val="000000"/>
                    </a:solidFill>
                    <a:effectLst/>
                    <a:latin typeface="+mn-lt"/>
                    <a:ea typeface="宋体" panose="02010600030101010101" pitchFamily="2" charset="-122"/>
                    <a:cs typeface="Times New Roman" panose="02020603050405020304" pitchFamily="18" charset="0"/>
                  </a:rPr>
                  <a:t>-B-C</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sin(</a:t>
                </a:r>
                <a:r>
                  <a:rPr lang="en-US" altLang="zh-CN" dirty="0">
                    <a:solidFill>
                      <a:srgbClr val="000000"/>
                    </a:solidFill>
                    <a:effectLst/>
                    <a:latin typeface="+mn-lt"/>
                    <a:ea typeface="Microsoft Yi Baiti" panose="03000500000000000000" pitchFamily="66" charset="0"/>
                    <a:cs typeface="Times New Roman" panose="02020603050405020304" pitchFamily="18" charset="0"/>
                  </a:rPr>
                  <a:t>π</a:t>
                </a:r>
                <a:r>
                  <a:rPr lang="en-US" altLang="zh-CN" i="1" dirty="0">
                    <a:solidFill>
                      <a:srgbClr val="000000"/>
                    </a:solidFill>
                    <a:effectLst/>
                    <a:latin typeface="+mn-lt"/>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US" altLang="zh-CN">
                            <a:solidFill>
                              <a:srgbClr val="000000"/>
                            </a:solidFill>
                            <a:effectLst/>
                            <a:latin typeface="Cambria Math" panose="02040503050406030204" pitchFamily="18" charset="0"/>
                            <a:ea typeface="Microsoft Yi Baiti" panose="03000500000000000000" pitchFamily="66" charset="0"/>
                            <a:cs typeface="Times New Roman" panose="02020603050405020304" pitchFamily="18" charset="0"/>
                          </a:rPr>
                          <m:t>π</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3</m:t>
                        </m:r>
                      </m:den>
                    </m:f>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US" altLang="zh-CN">
                            <a:solidFill>
                              <a:srgbClr val="000000"/>
                            </a:solidFill>
                            <a:effectLst/>
                            <a:latin typeface="Cambria Math" panose="02040503050406030204" pitchFamily="18" charset="0"/>
                            <a:ea typeface="Microsoft Yi Baiti" panose="03000500000000000000" pitchFamily="66" charset="0"/>
                            <a:cs typeface="Times New Roman" panose="02020603050405020304" pitchFamily="18" charset="0"/>
                          </a:rPr>
                          <m:t>π</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4</m:t>
                        </m:r>
                      </m:den>
                    </m:f>
                  </m:oMath>
                </a14:m>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sin(</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US" altLang="zh-CN">
                            <a:solidFill>
                              <a:srgbClr val="000000"/>
                            </a:solidFill>
                            <a:effectLst/>
                            <a:latin typeface="Cambria Math" panose="02040503050406030204" pitchFamily="18" charset="0"/>
                            <a:ea typeface="Microsoft Yi Baiti" panose="03000500000000000000" pitchFamily="66" charset="0"/>
                            <a:cs typeface="Times New Roman" panose="02020603050405020304" pitchFamily="18" charset="0"/>
                          </a:rPr>
                          <m:t>π</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3</m:t>
                        </m:r>
                      </m:den>
                    </m:f>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US" altLang="zh-CN">
                            <a:solidFill>
                              <a:srgbClr val="000000"/>
                            </a:solidFill>
                            <a:effectLst/>
                            <a:latin typeface="Cambria Math" panose="02040503050406030204" pitchFamily="18" charset="0"/>
                            <a:ea typeface="Microsoft Yi Baiti" panose="03000500000000000000" pitchFamily="66" charset="0"/>
                            <a:cs typeface="Times New Roman" panose="02020603050405020304" pitchFamily="18" charset="0"/>
                          </a:rPr>
                          <m:t>π</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4</m:t>
                        </m:r>
                      </m:den>
                    </m:f>
                  </m:oMath>
                </a14:m>
                <a:r>
                  <a:rPr lang="en-US" altLang="zh-CN" dirty="0" smtClean="0">
                    <a:solidFill>
                      <a:srgbClr val="000000"/>
                    </a:solidFill>
                    <a:effectLst/>
                    <a:latin typeface="+mn-lt"/>
                    <a:ea typeface="宋体" panose="02010600030101010101" pitchFamily="2" charset="-122"/>
                    <a:cs typeface="Times New Roman" panose="02020603050405020304" pitchFamily="18" charset="0"/>
                  </a:rPr>
                  <a:t>)</a:t>
                </a:r>
              </a:p>
              <a:p>
                <a:pPr>
                  <a:lnSpc>
                    <a:spcPct val="120000"/>
                  </a:lnSpc>
                  <a:spcAft>
                    <a:spcPts val="0"/>
                  </a:spcAft>
                  <a:tabLst>
                    <a:tab pos="1188085" algn="l"/>
                    <a:tab pos="2163445" algn="l"/>
                    <a:tab pos="3142615" algn="l"/>
                    <a:tab pos="4190365" algn="l"/>
                  </a:tabLst>
                </a:pPr>
                <a:r>
                  <a:rPr lang="en-US" altLang="zh-CN" i="1" dirty="0" smtClean="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sin</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US" altLang="zh-CN">
                            <a:solidFill>
                              <a:srgbClr val="000000"/>
                            </a:solidFill>
                            <a:effectLst/>
                            <a:latin typeface="Cambria Math" panose="02040503050406030204" pitchFamily="18" charset="0"/>
                            <a:ea typeface="Microsoft Yi Baiti" panose="03000500000000000000" pitchFamily="66" charset="0"/>
                            <a:cs typeface="Times New Roman" panose="02020603050405020304" pitchFamily="18" charset="0"/>
                          </a:rPr>
                          <m:t>π</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3</m:t>
                        </m:r>
                      </m:den>
                    </m:f>
                  </m:oMath>
                </a14:m>
                <a:r>
                  <a:rPr lang="en-US" altLang="zh-CN" dirty="0">
                    <a:solidFill>
                      <a:srgbClr val="000000"/>
                    </a:solidFill>
                    <a:effectLst/>
                    <a:latin typeface="+mn-lt"/>
                    <a:ea typeface="宋体" panose="02010600030101010101" pitchFamily="2" charset="-122"/>
                    <a:cs typeface="Times New Roman" panose="02020603050405020304" pitchFamily="18" charset="0"/>
                  </a:rPr>
                  <a:t>cos</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US" altLang="zh-CN">
                            <a:solidFill>
                              <a:srgbClr val="000000"/>
                            </a:solidFill>
                            <a:effectLst/>
                            <a:latin typeface="Cambria Math" panose="02040503050406030204" pitchFamily="18" charset="0"/>
                            <a:ea typeface="Microsoft Yi Baiti" panose="03000500000000000000" pitchFamily="66" charset="0"/>
                            <a:cs typeface="Times New Roman" panose="02020603050405020304" pitchFamily="18" charset="0"/>
                          </a:rPr>
                          <m:t>π</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4</m:t>
                        </m:r>
                      </m:den>
                    </m:f>
                  </m:oMath>
                </a14:m>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cos</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US" altLang="zh-CN">
                            <a:solidFill>
                              <a:srgbClr val="000000"/>
                            </a:solidFill>
                            <a:effectLst/>
                            <a:latin typeface="Cambria Math" panose="02040503050406030204" pitchFamily="18" charset="0"/>
                            <a:ea typeface="Microsoft Yi Baiti" panose="03000500000000000000" pitchFamily="66" charset="0"/>
                            <a:cs typeface="Times New Roman" panose="02020603050405020304" pitchFamily="18" charset="0"/>
                          </a:rPr>
                          <m:t>π</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3</m:t>
                        </m:r>
                      </m:den>
                    </m:f>
                  </m:oMath>
                </a14:m>
                <a:r>
                  <a:rPr lang="en-US" altLang="zh-CN" dirty="0">
                    <a:solidFill>
                      <a:srgbClr val="000000"/>
                    </a:solidFill>
                    <a:effectLst/>
                    <a:latin typeface="+mn-lt"/>
                    <a:ea typeface="宋体" panose="02010600030101010101" pitchFamily="2" charset="-122"/>
                    <a:cs typeface="Times New Roman" panose="02020603050405020304" pitchFamily="18" charset="0"/>
                  </a:rPr>
                  <a:t>sin</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US" altLang="zh-CN">
                            <a:solidFill>
                              <a:srgbClr val="000000"/>
                            </a:solidFill>
                            <a:effectLst/>
                            <a:latin typeface="Cambria Math" panose="02040503050406030204" pitchFamily="18" charset="0"/>
                            <a:ea typeface="Microsoft Yi Baiti" panose="03000500000000000000" pitchFamily="66" charset="0"/>
                            <a:cs typeface="Times New Roman" panose="02020603050405020304" pitchFamily="18" charset="0"/>
                          </a:rPr>
                          <m:t>π</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4</m:t>
                        </m:r>
                      </m:den>
                    </m:f>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ad>
                          <m:radPr>
                            <m:degHide m:val="on"/>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6</m:t>
                            </m:r>
                          </m:e>
                        </m:rad>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rad>
                          <m:radPr>
                            <m:degHide m:val="on"/>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e>
                        </m:rad>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4</m:t>
                        </m:r>
                      </m:den>
                    </m:f>
                  </m:oMath>
                </a14:m>
                <a:r>
                  <a:rPr lang="en-US" altLang="zh-CN" dirty="0">
                    <a:solidFill>
                      <a:srgbClr val="000000"/>
                    </a:solidFill>
                    <a:effectLst/>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ffectLst/>
                    <a:latin typeface="+mn-lt"/>
                    <a:ea typeface="宋体" panose="02010600030101010101" pitchFamily="2" charset="-122"/>
                    <a:cs typeface="Cambria Math" panose="02040503050406030204" pitchFamily="18" charset="0"/>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ABC</a:t>
                </a:r>
                <a:r>
                  <a:rPr lang="zh-CN" altLang="zh-CN" dirty="0">
                    <a:solidFill>
                      <a:srgbClr val="000000"/>
                    </a:solidFill>
                    <a:effectLst/>
                    <a:latin typeface="+mn-lt"/>
                    <a:ea typeface="楷体" panose="02010609060101010101" pitchFamily="49" charset="-122"/>
                    <a:cs typeface="Times New Roman" panose="02020603050405020304" pitchFamily="18" charset="0"/>
                  </a:rPr>
                  <a:t>的面积为</a:t>
                </a:r>
                <a:r>
                  <a:rPr lang="en-US" altLang="zh-CN" dirty="0">
                    <a:solidFill>
                      <a:srgbClr val="000000"/>
                    </a:solidFill>
                    <a:effectLst/>
                    <a:latin typeface="+mn-lt"/>
                    <a:ea typeface="宋体" panose="02010600030101010101" pitchFamily="2" charset="-122"/>
                    <a:cs typeface="Times New Roman" panose="02020603050405020304" pitchFamily="18" charset="0"/>
                  </a:rPr>
                  <a:t>3</a:t>
                </a:r>
                <a:r>
                  <a:rPr lang="en-US" altLang="zh-CN" i="1" dirty="0">
                    <a:solidFill>
                      <a:srgbClr val="000000"/>
                    </a:solidFill>
                    <a:effectLst/>
                    <a:latin typeface="+mn-lt"/>
                    <a:ea typeface="宋体" panose="02010600030101010101" pitchFamily="2" charset="-122"/>
                    <a:cs typeface="Times New Roman" panose="02020603050405020304" pitchFamily="18" charset="0"/>
                  </a:rPr>
                  <a:t>+</a:t>
                </a:r>
                <a14:m>
                  <m:oMath xmlns:m="http://schemas.openxmlformats.org/officeDocument/2006/math">
                    <m:rad>
                      <m:radPr>
                        <m:degHide m:val="on"/>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3</m:t>
                        </m:r>
                      </m:e>
                    </m:rad>
                  </m:oMath>
                </a14:m>
                <a:r>
                  <a:rPr lang="en-US" altLang="zh-CN" dirty="0">
                    <a:solidFill>
                      <a:srgbClr val="000000"/>
                    </a:solidFill>
                    <a:effectLst/>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i="1" dirty="0">
                    <a:solidFill>
                      <a:srgbClr val="000000"/>
                    </a:solidFill>
                    <a:effectLst/>
                    <a:latin typeface="+mn-lt"/>
                    <a:ea typeface="宋体" panose="02010600030101010101" pitchFamily="2" charset="-122"/>
                    <a:cs typeface="宋体" panose="02010600030101010101" pitchFamily="2" charset="-122"/>
                  </a:rPr>
                  <a:t>∴</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den>
                    </m:f>
                  </m:oMath>
                </a14:m>
                <a:r>
                  <a:rPr lang="en-US" altLang="zh-CN" i="1" dirty="0" err="1">
                    <a:solidFill>
                      <a:srgbClr val="000000"/>
                    </a:solidFill>
                    <a:effectLst/>
                    <a:latin typeface="+mn-lt"/>
                    <a:ea typeface="宋体" panose="02010600030101010101" pitchFamily="2" charset="-122"/>
                    <a:cs typeface="Times New Roman" panose="02020603050405020304" pitchFamily="18" charset="0"/>
                  </a:rPr>
                  <a:t>bc</a:t>
                </a:r>
                <a:r>
                  <a:rPr lang="en-US" altLang="zh-CN" dirty="0" err="1">
                    <a:solidFill>
                      <a:srgbClr val="000000"/>
                    </a:solidFill>
                    <a:effectLst/>
                    <a:latin typeface="+mn-lt"/>
                    <a:ea typeface="宋体" panose="02010600030101010101" pitchFamily="2" charset="-122"/>
                    <a:cs typeface="Times New Roman" panose="02020603050405020304" pitchFamily="18" charset="0"/>
                  </a:rPr>
                  <a:t>sin</a:t>
                </a:r>
                <a:r>
                  <a:rPr lang="en-US" altLang="zh-CN" dirty="0">
                    <a:solidFill>
                      <a:srgbClr val="000000"/>
                    </a:solidFill>
                    <a:effectLst/>
                    <a:latin typeface="+mn-lt"/>
                    <a:ea typeface="楷体" panose="02010609060101010101" pitchFamily="49" charset="-122"/>
                    <a:cs typeface="Times New Roman" panose="02020603050405020304" pitchFamily="18" charset="0"/>
                  </a:rPr>
                  <a:t> </a:t>
                </a:r>
                <a:r>
                  <a:rPr lang="en-US" altLang="zh-CN" i="1" dirty="0">
                    <a:solidFill>
                      <a:srgbClr val="000000"/>
                    </a:solidFill>
                    <a:effectLst/>
                    <a:latin typeface="+mn-lt"/>
                    <a:ea typeface="宋体" panose="02010600030101010101" pitchFamily="2" charset="-122"/>
                    <a:cs typeface="Times New Roman" panose="02020603050405020304" pitchFamily="18" charset="0"/>
                  </a:rPr>
                  <a:t>A=</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den>
                    </m:f>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ad>
                          <m:radPr>
                            <m:degHide m:val="on"/>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6</m:t>
                            </m:r>
                          </m:e>
                        </m:rad>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den>
                    </m:f>
                  </m:oMath>
                </a14:m>
                <a:r>
                  <a:rPr lang="en-US" altLang="zh-CN" i="1" dirty="0">
                    <a:solidFill>
                      <a:srgbClr val="000000"/>
                    </a:solidFill>
                    <a:effectLst/>
                    <a:latin typeface="+mn-lt"/>
                    <a:ea typeface="宋体" panose="02010600030101010101" pitchFamily="2" charset="-122"/>
                    <a:cs typeface="Times New Roman" panose="02020603050405020304" pitchFamily="18" charset="0"/>
                  </a:rPr>
                  <a:t>c</a:t>
                </a:r>
                <a:r>
                  <a:rPr lang="en-US" altLang="zh-CN" baseline="30000" dirty="0">
                    <a:solidFill>
                      <a:srgbClr val="000000"/>
                    </a:solidFill>
                    <a:effectLst/>
                    <a:latin typeface="+mn-lt"/>
                    <a:ea typeface="宋体" panose="02010600030101010101" pitchFamily="2" charset="-122"/>
                    <a:cs typeface="Times New Roman" panose="02020603050405020304" pitchFamily="18" charset="0"/>
                  </a:rPr>
                  <a:t>2</a:t>
                </a:r>
                <a:r>
                  <a:rPr lang="en-US" altLang="zh-CN" dirty="0">
                    <a:solidFill>
                      <a:srgbClr val="000000"/>
                    </a:solidFill>
                    <a:effectLst/>
                    <a:latin typeface="+mn-lt"/>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ad>
                          <m:radPr>
                            <m:degHide m:val="on"/>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6</m:t>
                            </m:r>
                          </m:e>
                        </m:rad>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rad>
                          <m:radPr>
                            <m:degHide m:val="on"/>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e>
                        </m:rad>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4</m:t>
                        </m:r>
                      </m:den>
                    </m:f>
                  </m:oMath>
                </a14:m>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3</a:t>
                </a:r>
                <a:r>
                  <a:rPr lang="en-US" altLang="zh-CN" i="1" dirty="0">
                    <a:solidFill>
                      <a:srgbClr val="000000"/>
                    </a:solidFill>
                    <a:effectLst/>
                    <a:latin typeface="+mn-lt"/>
                    <a:ea typeface="宋体" panose="02010600030101010101" pitchFamily="2" charset="-122"/>
                    <a:cs typeface="Times New Roman" panose="02020603050405020304" pitchFamily="18" charset="0"/>
                  </a:rPr>
                  <a:t>+</a:t>
                </a:r>
                <a14:m>
                  <m:oMath xmlns:m="http://schemas.openxmlformats.org/officeDocument/2006/math">
                    <m:rad>
                      <m:radPr>
                        <m:degHide m:val="on"/>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3</m:t>
                        </m:r>
                      </m:e>
                    </m:rad>
                  </m:oMath>
                </a14:m>
                <a:r>
                  <a:rPr lang="en-US" altLang="zh-CN" dirty="0">
                    <a:solidFill>
                      <a:srgbClr val="000000"/>
                    </a:solidFill>
                    <a:effectLst/>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i="1" dirty="0">
                    <a:solidFill>
                      <a:srgbClr val="000000"/>
                    </a:solidFill>
                    <a:effectLst/>
                    <a:latin typeface="+mn-lt"/>
                    <a:ea typeface="宋体" panose="02010600030101010101" pitchFamily="2" charset="-122"/>
                    <a:cs typeface="宋体" panose="02010600030101010101" pitchFamily="2" charset="-122"/>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c</a:t>
                </a:r>
                <a:r>
                  <a:rPr lang="en-US" altLang="zh-CN" baseline="30000" dirty="0">
                    <a:solidFill>
                      <a:srgbClr val="000000"/>
                    </a:solidFill>
                    <a:effectLst/>
                    <a:latin typeface="+mn-lt"/>
                    <a:ea typeface="宋体" panose="02010600030101010101" pitchFamily="2" charset="-122"/>
                    <a:cs typeface="Times New Roman" panose="02020603050405020304" pitchFamily="18" charset="0"/>
                  </a:rPr>
                  <a:t>2</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8,</a:t>
                </a:r>
                <a:r>
                  <a:rPr lang="zh-CN" altLang="zh-CN" i="1" dirty="0">
                    <a:solidFill>
                      <a:srgbClr val="000000"/>
                    </a:solidFill>
                    <a:effectLst/>
                    <a:latin typeface="+mn-lt"/>
                    <a:ea typeface="宋体" panose="02010600030101010101" pitchFamily="2" charset="-122"/>
                    <a:cs typeface="宋体" panose="02010600030101010101" pitchFamily="2" charset="-122"/>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c=</a:t>
                </a:r>
                <a:r>
                  <a:rPr lang="en-US" altLang="zh-CN" dirty="0">
                    <a:solidFill>
                      <a:srgbClr val="000000"/>
                    </a:solidFill>
                    <a:effectLst/>
                    <a:latin typeface="+mn-lt"/>
                    <a:ea typeface="宋体" panose="02010600030101010101" pitchFamily="2" charset="-122"/>
                    <a:cs typeface="Times New Roman" panose="02020603050405020304" pitchFamily="18" charset="0"/>
                  </a:rPr>
                  <a:t>2</a:t>
                </a:r>
                <a14:m>
                  <m:oMath xmlns:m="http://schemas.openxmlformats.org/officeDocument/2006/math">
                    <m:rad>
                      <m:radPr>
                        <m:degHide m:val="on"/>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e>
                    </m:rad>
                  </m:oMath>
                </a14:m>
                <a:r>
                  <a:rPr lang="en-US" altLang="zh-CN" i="1" dirty="0">
                    <a:solidFill>
                      <a:srgbClr val="000000"/>
                    </a:solidFill>
                    <a:effectLst/>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p:txBody>
          </p:sp>
        </mc:Choice>
        <mc:Fallback xmlns="">
          <p:sp>
            <p:nvSpPr>
              <p:cNvPr id="8" name="矩形 7"/>
              <p:cNvSpPr>
                <a:spLocks noRot="1" noChangeAspect="1" noMove="1" noResize="1" noEditPoints="1" noAdjustHandles="1" noChangeArrowheads="1" noChangeShapeType="1" noTextEdit="1"/>
              </p:cNvSpPr>
              <p:nvPr/>
            </p:nvSpPr>
            <p:spPr>
              <a:xfrm>
                <a:off x="361950" y="484853"/>
                <a:ext cx="10807700" cy="6047938"/>
              </a:xfrm>
              <a:prstGeom prst="rect">
                <a:avLst/>
              </a:prstGeom>
              <a:blipFill rotWithShape="0">
                <a:blip r:embed="rId2"/>
                <a:stretch>
                  <a:fillRect l="-1410" b="-10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4842015"/>
      </p:ext>
    </p:extLst>
  </p:cSld>
  <p:clrMapOvr>
    <a:masterClrMapping/>
  </p:clrMapOvr>
  <p:transition spd="slow">
    <p:randomBar dir="vert"/>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矩形 1"/>
              <p:cNvSpPr>
                <a:spLocks noChangeAspect="1"/>
              </p:cNvSpPr>
              <p:nvPr/>
            </p:nvSpPr>
            <p:spPr>
              <a:xfrm>
                <a:off x="361950" y="1511895"/>
                <a:ext cx="10807700" cy="2727542"/>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smtClean="0">
                    <a:solidFill>
                      <a:schemeClr val="tx1"/>
                    </a:solidFill>
                    <a:latin typeface="+mn-lt"/>
                    <a:ea typeface="宋体" panose="02010600030101010101" pitchFamily="2" charset="-122"/>
                    <a:cs typeface="Times New Roman" panose="02020603050405020304" pitchFamily="18" charset="0"/>
                  </a:rPr>
                  <a:t>15</a:t>
                </a:r>
                <a:r>
                  <a:rPr lang="en-US" altLang="zh-CN" i="1" dirty="0">
                    <a:solidFill>
                      <a:schemeClr val="tx1"/>
                    </a:solidFill>
                    <a:effectLst/>
                    <a:latin typeface="+mn-lt"/>
                    <a:ea typeface="宋体" panose="02010600030101010101" pitchFamily="2" charset="-122"/>
                    <a:cs typeface="Times New Roman" panose="02020603050405020304" pitchFamily="18" charset="0"/>
                  </a:rPr>
                  <a:t>.</a:t>
                </a:r>
                <a:r>
                  <a:rPr lang="en-US" altLang="zh-CN" dirty="0">
                    <a:solidFill>
                      <a:schemeClr val="tx1"/>
                    </a:solidFill>
                    <a:effectLst/>
                    <a:latin typeface="+mn-lt"/>
                    <a:ea typeface="宋体" panose="02010600030101010101" pitchFamily="2" charset="-122"/>
                    <a:cs typeface="Times New Roman" panose="02020603050405020304" pitchFamily="18" charset="0"/>
                  </a:rPr>
                  <a:t>(2022·</a:t>
                </a:r>
                <a:r>
                  <a:rPr lang="zh-CN" altLang="zh-CN" dirty="0">
                    <a:solidFill>
                      <a:schemeClr val="tx1"/>
                    </a:solidFill>
                    <a:effectLst/>
                    <a:latin typeface="+mn-lt"/>
                    <a:ea typeface="楷体" panose="02010609060101010101" pitchFamily="49" charset="-122"/>
                    <a:cs typeface="Times New Roman" panose="02020603050405020304" pitchFamily="18" charset="0"/>
                  </a:rPr>
                  <a:t>全国乙高考</a:t>
                </a:r>
                <a:r>
                  <a:rPr lang="en-US" altLang="zh-CN" dirty="0">
                    <a:solidFill>
                      <a:schemeClr val="tx1"/>
                    </a:solidFill>
                    <a:effectLst/>
                    <a:latin typeface="+mn-lt"/>
                    <a:ea typeface="宋体" panose="02010600030101010101" pitchFamily="2" charset="-122"/>
                    <a:cs typeface="Times New Roman" panose="02020603050405020304" pitchFamily="18" charset="0"/>
                  </a:rPr>
                  <a:t>)</a:t>
                </a:r>
                <a:r>
                  <a:rPr lang="zh-CN" altLang="zh-CN" dirty="0">
                    <a:solidFill>
                      <a:schemeClr val="tx1"/>
                    </a:solidFill>
                    <a:effectLst/>
                    <a:latin typeface="+mn-lt"/>
                    <a:ea typeface="宋体" panose="02010600030101010101" pitchFamily="2" charset="-122"/>
                    <a:cs typeface="Times New Roman" panose="02020603050405020304" pitchFamily="18" charset="0"/>
                  </a:rPr>
                  <a:t>记</a:t>
                </a:r>
                <a:r>
                  <a:rPr lang="en-US" altLang="zh-CN" dirty="0">
                    <a:solidFill>
                      <a:schemeClr val="tx1"/>
                    </a:solidFill>
                    <a:effectLst/>
                    <a:latin typeface="+mn-lt"/>
                    <a:ea typeface="宋体" panose="02010600030101010101" pitchFamily="2" charset="-122"/>
                    <a:cs typeface="Cambria Math" panose="02040503050406030204" pitchFamily="18" charset="0"/>
                  </a:rPr>
                  <a:t>△</a:t>
                </a:r>
                <a:r>
                  <a:rPr lang="en-US" altLang="zh-CN" i="1" dirty="0">
                    <a:solidFill>
                      <a:schemeClr val="tx1"/>
                    </a:solidFill>
                    <a:effectLst/>
                    <a:latin typeface="+mn-lt"/>
                    <a:ea typeface="宋体" panose="02010600030101010101" pitchFamily="2" charset="-122"/>
                    <a:cs typeface="Times New Roman" panose="02020603050405020304" pitchFamily="18" charset="0"/>
                  </a:rPr>
                  <a:t>ABC</a:t>
                </a:r>
                <a:r>
                  <a:rPr lang="zh-CN" altLang="zh-CN" dirty="0">
                    <a:solidFill>
                      <a:schemeClr val="tx1"/>
                    </a:solidFill>
                    <a:effectLst/>
                    <a:latin typeface="+mn-lt"/>
                    <a:ea typeface="宋体" panose="02010600030101010101" pitchFamily="2" charset="-122"/>
                    <a:cs typeface="Times New Roman" panose="02020603050405020304" pitchFamily="18" charset="0"/>
                  </a:rPr>
                  <a:t>的内角</a:t>
                </a:r>
                <a:r>
                  <a:rPr lang="en-US" altLang="zh-CN" i="1" dirty="0">
                    <a:solidFill>
                      <a:schemeClr val="tx1"/>
                    </a:solidFill>
                    <a:effectLst/>
                    <a:latin typeface="+mn-lt"/>
                    <a:ea typeface="宋体" panose="02010600030101010101" pitchFamily="2" charset="-122"/>
                    <a:cs typeface="Times New Roman" panose="02020603050405020304" pitchFamily="18" charset="0"/>
                  </a:rPr>
                  <a:t>A</a:t>
                </a:r>
                <a:r>
                  <a:rPr lang="en-US" altLang="zh-CN" dirty="0">
                    <a:solidFill>
                      <a:schemeClr val="tx1"/>
                    </a:solidFill>
                    <a:effectLst/>
                    <a:latin typeface="+mn-lt"/>
                    <a:ea typeface="宋体" panose="02010600030101010101" pitchFamily="2" charset="-122"/>
                    <a:cs typeface="Times New Roman" panose="02020603050405020304" pitchFamily="18" charset="0"/>
                  </a:rPr>
                  <a:t>,</a:t>
                </a:r>
                <a:r>
                  <a:rPr lang="en-US" altLang="zh-CN" i="1" dirty="0">
                    <a:solidFill>
                      <a:schemeClr val="tx1"/>
                    </a:solidFill>
                    <a:effectLst/>
                    <a:latin typeface="+mn-lt"/>
                    <a:ea typeface="宋体" panose="02010600030101010101" pitchFamily="2" charset="-122"/>
                    <a:cs typeface="Times New Roman" panose="02020603050405020304" pitchFamily="18" charset="0"/>
                  </a:rPr>
                  <a:t>B</a:t>
                </a:r>
                <a:r>
                  <a:rPr lang="en-US" altLang="zh-CN" dirty="0">
                    <a:solidFill>
                      <a:schemeClr val="tx1"/>
                    </a:solidFill>
                    <a:effectLst/>
                    <a:latin typeface="+mn-lt"/>
                    <a:ea typeface="宋体" panose="02010600030101010101" pitchFamily="2" charset="-122"/>
                    <a:cs typeface="Times New Roman" panose="02020603050405020304" pitchFamily="18" charset="0"/>
                  </a:rPr>
                  <a:t>,</a:t>
                </a:r>
                <a:r>
                  <a:rPr lang="en-US" altLang="zh-CN" i="1" dirty="0">
                    <a:solidFill>
                      <a:schemeClr val="tx1"/>
                    </a:solidFill>
                    <a:effectLst/>
                    <a:latin typeface="+mn-lt"/>
                    <a:ea typeface="宋体" panose="02010600030101010101" pitchFamily="2" charset="-122"/>
                    <a:cs typeface="Times New Roman" panose="02020603050405020304" pitchFamily="18" charset="0"/>
                  </a:rPr>
                  <a:t>C</a:t>
                </a:r>
                <a:r>
                  <a:rPr lang="zh-CN" altLang="zh-CN" dirty="0">
                    <a:solidFill>
                      <a:schemeClr val="tx1"/>
                    </a:solidFill>
                    <a:effectLst/>
                    <a:latin typeface="+mn-lt"/>
                    <a:ea typeface="宋体" panose="02010600030101010101" pitchFamily="2" charset="-122"/>
                    <a:cs typeface="Times New Roman" panose="02020603050405020304" pitchFamily="18" charset="0"/>
                  </a:rPr>
                  <a:t>的对边分别为</a:t>
                </a:r>
                <a:r>
                  <a:rPr lang="en-US" altLang="zh-CN" i="1" dirty="0" err="1">
                    <a:solidFill>
                      <a:schemeClr val="tx1"/>
                    </a:solidFill>
                    <a:effectLst/>
                    <a:latin typeface="+mn-lt"/>
                    <a:ea typeface="宋体" panose="02010600030101010101" pitchFamily="2" charset="-122"/>
                    <a:cs typeface="Times New Roman" panose="02020603050405020304" pitchFamily="18" charset="0"/>
                  </a:rPr>
                  <a:t>a</a:t>
                </a:r>
                <a:r>
                  <a:rPr lang="en-US" altLang="zh-CN" dirty="0" err="1">
                    <a:solidFill>
                      <a:schemeClr val="tx1"/>
                    </a:solidFill>
                    <a:effectLst/>
                    <a:latin typeface="+mn-lt"/>
                    <a:ea typeface="宋体" panose="02010600030101010101" pitchFamily="2" charset="-122"/>
                    <a:cs typeface="Times New Roman" panose="02020603050405020304" pitchFamily="18" charset="0"/>
                  </a:rPr>
                  <a:t>,</a:t>
                </a:r>
                <a:r>
                  <a:rPr lang="en-US" altLang="zh-CN" i="1" dirty="0" err="1">
                    <a:solidFill>
                      <a:schemeClr val="tx1"/>
                    </a:solidFill>
                    <a:effectLst/>
                    <a:latin typeface="+mn-lt"/>
                    <a:ea typeface="宋体" panose="02010600030101010101" pitchFamily="2" charset="-122"/>
                    <a:cs typeface="Times New Roman" panose="02020603050405020304" pitchFamily="18" charset="0"/>
                  </a:rPr>
                  <a:t>b</a:t>
                </a:r>
                <a:r>
                  <a:rPr lang="en-US" altLang="zh-CN" dirty="0" err="1">
                    <a:solidFill>
                      <a:schemeClr val="tx1"/>
                    </a:solidFill>
                    <a:effectLst/>
                    <a:latin typeface="+mn-lt"/>
                    <a:ea typeface="宋体" panose="02010600030101010101" pitchFamily="2" charset="-122"/>
                    <a:cs typeface="Times New Roman" panose="02020603050405020304" pitchFamily="18" charset="0"/>
                  </a:rPr>
                  <a:t>,</a:t>
                </a:r>
                <a:r>
                  <a:rPr lang="en-US" altLang="zh-CN" i="1" dirty="0" err="1">
                    <a:solidFill>
                      <a:schemeClr val="tx1"/>
                    </a:solidFill>
                    <a:effectLst/>
                    <a:latin typeface="+mn-lt"/>
                    <a:ea typeface="宋体" panose="02010600030101010101" pitchFamily="2" charset="-122"/>
                    <a:cs typeface="Times New Roman" panose="02020603050405020304" pitchFamily="18" charset="0"/>
                  </a:rPr>
                  <a:t>c</a:t>
                </a:r>
                <a:r>
                  <a:rPr lang="en-US" altLang="zh-CN" dirty="0">
                    <a:solidFill>
                      <a:schemeClr val="tx1"/>
                    </a:solidFill>
                    <a:effectLst/>
                    <a:latin typeface="+mn-lt"/>
                    <a:ea typeface="宋体" panose="02010600030101010101" pitchFamily="2" charset="-122"/>
                    <a:cs typeface="Times New Roman" panose="02020603050405020304" pitchFamily="18" charset="0"/>
                  </a:rPr>
                  <a:t>,</a:t>
                </a:r>
                <a:r>
                  <a:rPr lang="zh-CN" altLang="zh-CN" dirty="0">
                    <a:solidFill>
                      <a:schemeClr val="tx1"/>
                    </a:solidFill>
                    <a:effectLst/>
                    <a:latin typeface="+mn-lt"/>
                    <a:ea typeface="宋体" panose="02010600030101010101" pitchFamily="2" charset="-122"/>
                    <a:cs typeface="Times New Roman" panose="02020603050405020304" pitchFamily="18" charset="0"/>
                  </a:rPr>
                  <a:t>已知</a:t>
                </a:r>
                <a:r>
                  <a:rPr lang="en-US" altLang="zh-CN" dirty="0">
                    <a:solidFill>
                      <a:schemeClr val="tx1"/>
                    </a:solidFill>
                    <a:effectLst/>
                    <a:latin typeface="+mn-lt"/>
                    <a:ea typeface="宋体" panose="02010600030101010101" pitchFamily="2" charset="-122"/>
                    <a:cs typeface="Times New Roman" panose="02020603050405020304" pitchFamily="18" charset="0"/>
                  </a:rPr>
                  <a:t>sin </a:t>
                </a:r>
                <a:r>
                  <a:rPr lang="en-US" altLang="zh-CN" i="1" dirty="0" err="1">
                    <a:solidFill>
                      <a:schemeClr val="tx1"/>
                    </a:solidFill>
                    <a:effectLst/>
                    <a:latin typeface="+mn-lt"/>
                    <a:ea typeface="宋体" panose="02010600030101010101" pitchFamily="2" charset="-122"/>
                    <a:cs typeface="Times New Roman" panose="02020603050405020304" pitchFamily="18" charset="0"/>
                  </a:rPr>
                  <a:t>C</a:t>
                </a:r>
                <a:r>
                  <a:rPr lang="en-US" altLang="zh-CN" dirty="0" err="1">
                    <a:solidFill>
                      <a:schemeClr val="tx1"/>
                    </a:solidFill>
                    <a:effectLst/>
                    <a:latin typeface="+mn-lt"/>
                    <a:ea typeface="宋体" panose="02010600030101010101" pitchFamily="2" charset="-122"/>
                    <a:cs typeface="Times New Roman" panose="02020603050405020304" pitchFamily="18" charset="0"/>
                  </a:rPr>
                  <a:t>sin</a:t>
                </a:r>
                <a:r>
                  <a:rPr lang="en-US" altLang="zh-CN" dirty="0">
                    <a:solidFill>
                      <a:schemeClr val="tx1"/>
                    </a:solidFill>
                    <a:effectLst/>
                    <a:latin typeface="+mn-lt"/>
                    <a:ea typeface="宋体" panose="02010600030101010101" pitchFamily="2" charset="-122"/>
                    <a:cs typeface="Times New Roman" panose="02020603050405020304" pitchFamily="18" charset="0"/>
                  </a:rPr>
                  <a:t>(</a:t>
                </a:r>
                <a:r>
                  <a:rPr lang="en-US" altLang="zh-CN" i="1" dirty="0">
                    <a:solidFill>
                      <a:schemeClr val="tx1"/>
                    </a:solidFill>
                    <a:effectLst/>
                    <a:latin typeface="+mn-lt"/>
                    <a:ea typeface="宋体" panose="02010600030101010101" pitchFamily="2" charset="-122"/>
                    <a:cs typeface="Times New Roman" panose="02020603050405020304" pitchFamily="18" charset="0"/>
                  </a:rPr>
                  <a:t>A-B</a:t>
                </a:r>
                <a:r>
                  <a:rPr lang="en-US" altLang="zh-CN" dirty="0">
                    <a:solidFill>
                      <a:schemeClr val="tx1"/>
                    </a:solidFill>
                    <a:effectLst/>
                    <a:latin typeface="+mn-lt"/>
                    <a:ea typeface="宋体" panose="02010600030101010101" pitchFamily="2" charset="-122"/>
                    <a:cs typeface="Times New Roman" panose="02020603050405020304" pitchFamily="18" charset="0"/>
                  </a:rPr>
                  <a:t>)</a:t>
                </a:r>
                <a:r>
                  <a:rPr lang="en-US" altLang="zh-CN" i="1" dirty="0">
                    <a:solidFill>
                      <a:schemeClr val="tx1"/>
                    </a:solidFill>
                    <a:effectLst/>
                    <a:latin typeface="+mn-lt"/>
                    <a:ea typeface="宋体" panose="02010600030101010101" pitchFamily="2" charset="-122"/>
                    <a:cs typeface="Times New Roman" panose="02020603050405020304" pitchFamily="18" charset="0"/>
                  </a:rPr>
                  <a:t>=</a:t>
                </a:r>
                <a:r>
                  <a:rPr lang="en-US" altLang="zh-CN" dirty="0">
                    <a:solidFill>
                      <a:schemeClr val="tx1"/>
                    </a:solidFill>
                    <a:effectLst/>
                    <a:latin typeface="+mn-lt"/>
                    <a:ea typeface="宋体" panose="02010600030101010101" pitchFamily="2" charset="-122"/>
                    <a:cs typeface="Times New Roman" panose="02020603050405020304" pitchFamily="18" charset="0"/>
                  </a:rPr>
                  <a:t>sin </a:t>
                </a:r>
                <a:r>
                  <a:rPr lang="en-US" altLang="zh-CN" i="1" dirty="0" err="1">
                    <a:solidFill>
                      <a:schemeClr val="tx1"/>
                    </a:solidFill>
                    <a:effectLst/>
                    <a:latin typeface="+mn-lt"/>
                    <a:ea typeface="宋体" panose="02010600030101010101" pitchFamily="2" charset="-122"/>
                    <a:cs typeface="Times New Roman" panose="02020603050405020304" pitchFamily="18" charset="0"/>
                  </a:rPr>
                  <a:t>B</a:t>
                </a:r>
                <a:r>
                  <a:rPr lang="en-US" altLang="zh-CN" dirty="0" err="1">
                    <a:solidFill>
                      <a:schemeClr val="tx1"/>
                    </a:solidFill>
                    <a:effectLst/>
                    <a:latin typeface="+mn-lt"/>
                    <a:ea typeface="宋体" panose="02010600030101010101" pitchFamily="2" charset="-122"/>
                    <a:cs typeface="Times New Roman" panose="02020603050405020304" pitchFamily="18" charset="0"/>
                  </a:rPr>
                  <a:t>sin</a:t>
                </a:r>
                <a:r>
                  <a:rPr lang="en-US" altLang="zh-CN" dirty="0">
                    <a:solidFill>
                      <a:schemeClr val="tx1"/>
                    </a:solidFill>
                    <a:effectLst/>
                    <a:latin typeface="+mn-lt"/>
                    <a:ea typeface="宋体" panose="02010600030101010101" pitchFamily="2" charset="-122"/>
                    <a:cs typeface="Times New Roman" panose="02020603050405020304" pitchFamily="18" charset="0"/>
                  </a:rPr>
                  <a:t>(</a:t>
                </a:r>
                <a:r>
                  <a:rPr lang="en-US" altLang="zh-CN" i="1" dirty="0">
                    <a:solidFill>
                      <a:schemeClr val="tx1"/>
                    </a:solidFill>
                    <a:effectLst/>
                    <a:latin typeface="+mn-lt"/>
                    <a:ea typeface="宋体" panose="02010600030101010101" pitchFamily="2" charset="-122"/>
                    <a:cs typeface="Times New Roman" panose="02020603050405020304" pitchFamily="18" charset="0"/>
                  </a:rPr>
                  <a:t>C-A</a:t>
                </a:r>
                <a:r>
                  <a:rPr lang="en-US" altLang="zh-CN" dirty="0">
                    <a:solidFill>
                      <a:schemeClr val="tx1"/>
                    </a:solidFill>
                    <a:effectLst/>
                    <a:latin typeface="+mn-lt"/>
                    <a:ea typeface="宋体" panose="02010600030101010101" pitchFamily="2" charset="-122"/>
                    <a:cs typeface="Times New Roman" panose="02020603050405020304" pitchFamily="18" charset="0"/>
                  </a:rPr>
                  <a:t>)</a:t>
                </a:r>
                <a:r>
                  <a:rPr lang="en-US" altLang="zh-CN" i="1" dirty="0">
                    <a:solidFill>
                      <a:schemeClr val="tx1"/>
                    </a:solidFill>
                    <a:effectLst/>
                    <a:latin typeface="+mn-lt"/>
                    <a:ea typeface="宋体" panose="02010600030101010101" pitchFamily="2" charset="-122"/>
                    <a:cs typeface="Times New Roman" panose="02020603050405020304" pitchFamily="18" charset="0"/>
                  </a:rPr>
                  <a:t>.</a:t>
                </a:r>
                <a:endParaRPr lang="zh-CN" altLang="zh-CN" dirty="0">
                  <a:solidFill>
                    <a:schemeClr val="tx1"/>
                  </a:solidFill>
                  <a:effectLst/>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chemeClr val="tx1"/>
                    </a:solidFill>
                    <a:effectLst/>
                    <a:latin typeface="+mn-lt"/>
                    <a:ea typeface="宋体" panose="02010600030101010101" pitchFamily="2" charset="-122"/>
                    <a:cs typeface="Times New Roman" panose="02020603050405020304" pitchFamily="18" charset="0"/>
                  </a:rPr>
                  <a:t>(1)</a:t>
                </a:r>
                <a:r>
                  <a:rPr lang="zh-CN" altLang="zh-CN" dirty="0">
                    <a:solidFill>
                      <a:schemeClr val="tx1"/>
                    </a:solidFill>
                    <a:latin typeface="+mn-lt"/>
                    <a:ea typeface="宋体" panose="02010600030101010101" pitchFamily="2" charset="-122"/>
                    <a:cs typeface="Times New Roman" panose="02020603050405020304" pitchFamily="18" charset="0"/>
                  </a:rPr>
                  <a:t>证明</a:t>
                </a:r>
                <a:r>
                  <a:rPr lang="en-US" altLang="zh-CN" dirty="0">
                    <a:solidFill>
                      <a:schemeClr val="tx1"/>
                    </a:solidFill>
                    <a:latin typeface="+mn-lt"/>
                    <a:ea typeface="宋体" panose="02010600030101010101" pitchFamily="2" charset="-122"/>
                    <a:cs typeface="Times New Roman" panose="02020603050405020304" pitchFamily="18" charset="0"/>
                  </a:rPr>
                  <a:t>:</a:t>
                </a:r>
                <a:r>
                  <a:rPr lang="en-US" altLang="zh-CN" dirty="0">
                    <a:solidFill>
                      <a:schemeClr val="tx1"/>
                    </a:solidFill>
                    <a:effectLst/>
                    <a:latin typeface="+mn-lt"/>
                    <a:ea typeface="宋体" panose="02010600030101010101" pitchFamily="2" charset="-122"/>
                    <a:cs typeface="Times New Roman" panose="02020603050405020304" pitchFamily="18" charset="0"/>
                  </a:rPr>
                  <a:t>2</a:t>
                </a:r>
                <a:r>
                  <a:rPr lang="en-US" altLang="zh-CN" i="1" dirty="0">
                    <a:solidFill>
                      <a:schemeClr val="tx1"/>
                    </a:solidFill>
                    <a:effectLst/>
                    <a:latin typeface="+mn-lt"/>
                    <a:ea typeface="宋体" panose="02010600030101010101" pitchFamily="2" charset="-122"/>
                    <a:cs typeface="Times New Roman" panose="02020603050405020304" pitchFamily="18" charset="0"/>
                  </a:rPr>
                  <a:t>a</a:t>
                </a:r>
                <a:r>
                  <a:rPr lang="en-US" altLang="zh-CN" baseline="30000" dirty="0">
                    <a:solidFill>
                      <a:schemeClr val="tx1"/>
                    </a:solidFill>
                    <a:effectLst/>
                    <a:latin typeface="+mn-lt"/>
                    <a:ea typeface="宋体" panose="02010600030101010101" pitchFamily="2" charset="-122"/>
                    <a:cs typeface="Times New Roman" panose="02020603050405020304" pitchFamily="18" charset="0"/>
                  </a:rPr>
                  <a:t>2</a:t>
                </a:r>
                <a:r>
                  <a:rPr lang="en-US" altLang="zh-CN" i="1" dirty="0">
                    <a:solidFill>
                      <a:schemeClr val="tx1"/>
                    </a:solidFill>
                    <a:effectLst/>
                    <a:latin typeface="+mn-lt"/>
                    <a:ea typeface="宋体" panose="02010600030101010101" pitchFamily="2" charset="-122"/>
                    <a:cs typeface="Times New Roman" panose="02020603050405020304" pitchFamily="18" charset="0"/>
                  </a:rPr>
                  <a:t>=b</a:t>
                </a:r>
                <a:r>
                  <a:rPr lang="en-US" altLang="zh-CN" baseline="30000" dirty="0">
                    <a:solidFill>
                      <a:schemeClr val="tx1"/>
                    </a:solidFill>
                    <a:effectLst/>
                    <a:latin typeface="+mn-lt"/>
                    <a:ea typeface="宋体" panose="02010600030101010101" pitchFamily="2" charset="-122"/>
                    <a:cs typeface="Times New Roman" panose="02020603050405020304" pitchFamily="18" charset="0"/>
                  </a:rPr>
                  <a:t>2</a:t>
                </a:r>
                <a:r>
                  <a:rPr lang="en-US" altLang="zh-CN" i="1" dirty="0">
                    <a:solidFill>
                      <a:schemeClr val="tx1"/>
                    </a:solidFill>
                    <a:effectLst/>
                    <a:latin typeface="+mn-lt"/>
                    <a:ea typeface="宋体" panose="02010600030101010101" pitchFamily="2" charset="-122"/>
                    <a:cs typeface="Times New Roman" panose="02020603050405020304" pitchFamily="18" charset="0"/>
                  </a:rPr>
                  <a:t>+c</a:t>
                </a:r>
                <a:r>
                  <a:rPr lang="en-US" altLang="zh-CN" baseline="30000" dirty="0">
                    <a:solidFill>
                      <a:schemeClr val="tx1"/>
                    </a:solidFill>
                    <a:effectLst/>
                    <a:latin typeface="+mn-lt"/>
                    <a:ea typeface="宋体" panose="02010600030101010101" pitchFamily="2" charset="-122"/>
                    <a:cs typeface="Times New Roman" panose="02020603050405020304" pitchFamily="18" charset="0"/>
                  </a:rPr>
                  <a:t>2</a:t>
                </a:r>
                <a:r>
                  <a:rPr lang="en-US" altLang="zh-CN" dirty="0">
                    <a:solidFill>
                      <a:schemeClr val="tx1"/>
                    </a:solidFill>
                    <a:effectLst/>
                    <a:latin typeface="+mn-lt"/>
                    <a:ea typeface="宋体" panose="02010600030101010101" pitchFamily="2" charset="-122"/>
                    <a:cs typeface="Times New Roman" panose="02020603050405020304" pitchFamily="18" charset="0"/>
                  </a:rPr>
                  <a:t>;</a:t>
                </a:r>
                <a:endParaRPr lang="zh-CN" altLang="zh-CN" dirty="0">
                  <a:solidFill>
                    <a:schemeClr val="tx1"/>
                  </a:solidFill>
                  <a:effectLst/>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chemeClr val="tx1"/>
                    </a:solidFill>
                    <a:effectLst/>
                    <a:latin typeface="+mn-lt"/>
                    <a:ea typeface="宋体" panose="02010600030101010101" pitchFamily="2" charset="-122"/>
                    <a:cs typeface="Times New Roman" panose="02020603050405020304" pitchFamily="18" charset="0"/>
                  </a:rPr>
                  <a:t>(2)</a:t>
                </a:r>
                <a:r>
                  <a:rPr lang="zh-CN" altLang="zh-CN" dirty="0">
                    <a:solidFill>
                      <a:schemeClr val="tx1"/>
                    </a:solidFill>
                    <a:effectLst/>
                    <a:latin typeface="+mn-lt"/>
                    <a:ea typeface="宋体" panose="02010600030101010101" pitchFamily="2" charset="-122"/>
                    <a:cs typeface="Times New Roman" panose="02020603050405020304" pitchFamily="18" charset="0"/>
                  </a:rPr>
                  <a:t>若</a:t>
                </a:r>
                <a:r>
                  <a:rPr lang="en-US" altLang="zh-CN" i="1" dirty="0">
                    <a:solidFill>
                      <a:schemeClr val="tx1"/>
                    </a:solidFill>
                    <a:effectLst/>
                    <a:latin typeface="+mn-lt"/>
                    <a:ea typeface="宋体" panose="02010600030101010101" pitchFamily="2" charset="-122"/>
                    <a:cs typeface="Times New Roman" panose="02020603050405020304" pitchFamily="18" charset="0"/>
                  </a:rPr>
                  <a:t>a=</a:t>
                </a:r>
                <a:r>
                  <a:rPr lang="en-US" altLang="zh-CN" dirty="0">
                    <a:solidFill>
                      <a:schemeClr val="tx1"/>
                    </a:solidFill>
                    <a:effectLst/>
                    <a:latin typeface="+mn-lt"/>
                    <a:ea typeface="宋体" panose="02010600030101010101" pitchFamily="2" charset="-122"/>
                    <a:cs typeface="Times New Roman" panose="02020603050405020304" pitchFamily="18" charset="0"/>
                  </a:rPr>
                  <a:t>5,cos </a:t>
                </a:r>
                <a:r>
                  <a:rPr lang="en-US" altLang="zh-CN" i="1" dirty="0">
                    <a:solidFill>
                      <a:schemeClr val="tx1"/>
                    </a:solidFill>
                    <a:effectLst/>
                    <a:latin typeface="+mn-lt"/>
                    <a:ea typeface="宋体" panose="02010600030101010101" pitchFamily="2" charset="-122"/>
                    <a:cs typeface="Times New Roman" panose="02020603050405020304" pitchFamily="18" charset="0"/>
                  </a:rPr>
                  <a:t>A=</a:t>
                </a:r>
                <a14:m>
                  <m:oMath xmlns:m="http://schemas.openxmlformats.org/officeDocument/2006/math">
                    <m:f>
                      <m:fPr>
                        <m:ctrlPr>
                          <a:rPr lang="zh-CN" altLang="zh-CN" i="1">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chemeClr val="tx1"/>
                            </a:solidFill>
                            <a:effectLst/>
                            <a:latin typeface="Cambria Math" panose="02040503050406030204" pitchFamily="18" charset="0"/>
                            <a:ea typeface="宋体" panose="02010600030101010101" pitchFamily="2" charset="-122"/>
                            <a:cs typeface="Times New Roman" panose="02020603050405020304" pitchFamily="18" charset="0"/>
                          </a:rPr>
                          <m:t>25</m:t>
                        </m:r>
                      </m:num>
                      <m:den>
                        <m:r>
                          <a:rPr lang="en-US" altLang="zh-CN">
                            <a:solidFill>
                              <a:schemeClr val="tx1"/>
                            </a:solidFill>
                            <a:effectLst/>
                            <a:latin typeface="Cambria Math" panose="02040503050406030204" pitchFamily="18" charset="0"/>
                            <a:ea typeface="宋体" panose="02010600030101010101" pitchFamily="2" charset="-122"/>
                            <a:cs typeface="Times New Roman" panose="02020603050405020304" pitchFamily="18" charset="0"/>
                          </a:rPr>
                          <m:t>31</m:t>
                        </m:r>
                      </m:den>
                    </m:f>
                  </m:oMath>
                </a14:m>
                <a:r>
                  <a:rPr lang="en-US" altLang="zh-CN" dirty="0">
                    <a:solidFill>
                      <a:schemeClr val="tx1"/>
                    </a:solidFill>
                    <a:effectLst/>
                    <a:latin typeface="+mn-lt"/>
                    <a:ea typeface="宋体" panose="02010600030101010101" pitchFamily="2" charset="-122"/>
                    <a:cs typeface="Times New Roman" panose="02020603050405020304" pitchFamily="18" charset="0"/>
                  </a:rPr>
                  <a:t>,</a:t>
                </a:r>
                <a:r>
                  <a:rPr lang="zh-CN" altLang="zh-CN" dirty="0">
                    <a:solidFill>
                      <a:schemeClr val="tx1"/>
                    </a:solidFill>
                    <a:effectLst/>
                    <a:latin typeface="+mn-lt"/>
                    <a:ea typeface="宋体" panose="02010600030101010101" pitchFamily="2" charset="-122"/>
                    <a:cs typeface="Times New Roman" panose="02020603050405020304" pitchFamily="18" charset="0"/>
                  </a:rPr>
                  <a:t>求</a:t>
                </a:r>
                <a:r>
                  <a:rPr lang="en-US" altLang="zh-CN" dirty="0">
                    <a:solidFill>
                      <a:schemeClr val="tx1"/>
                    </a:solidFill>
                    <a:effectLst/>
                    <a:latin typeface="+mn-lt"/>
                    <a:ea typeface="宋体" panose="02010600030101010101" pitchFamily="2" charset="-122"/>
                    <a:cs typeface="Cambria Math" panose="02040503050406030204" pitchFamily="18" charset="0"/>
                  </a:rPr>
                  <a:t>△</a:t>
                </a:r>
                <a:r>
                  <a:rPr lang="en-US" altLang="zh-CN" i="1" dirty="0">
                    <a:solidFill>
                      <a:schemeClr val="tx1"/>
                    </a:solidFill>
                    <a:effectLst/>
                    <a:latin typeface="+mn-lt"/>
                    <a:ea typeface="宋体" panose="02010600030101010101" pitchFamily="2" charset="-122"/>
                    <a:cs typeface="Times New Roman" panose="02020603050405020304" pitchFamily="18" charset="0"/>
                  </a:rPr>
                  <a:t>ABC</a:t>
                </a:r>
                <a:r>
                  <a:rPr lang="zh-CN" altLang="zh-CN" dirty="0">
                    <a:solidFill>
                      <a:schemeClr val="tx1"/>
                    </a:solidFill>
                    <a:effectLst/>
                    <a:latin typeface="+mn-lt"/>
                    <a:ea typeface="宋体" panose="02010600030101010101" pitchFamily="2" charset="-122"/>
                    <a:cs typeface="Times New Roman" panose="02020603050405020304" pitchFamily="18" charset="0"/>
                  </a:rPr>
                  <a:t>的周长</a:t>
                </a:r>
                <a:r>
                  <a:rPr lang="en-US" altLang="zh-CN" i="1" dirty="0" smtClean="0">
                    <a:solidFill>
                      <a:schemeClr val="tx1"/>
                    </a:solidFill>
                    <a:effectLst/>
                    <a:latin typeface="+mn-lt"/>
                    <a:ea typeface="宋体" panose="02010600030101010101" pitchFamily="2" charset="-122"/>
                    <a:cs typeface="Times New Roman" panose="02020603050405020304" pitchFamily="18" charset="0"/>
                  </a:rPr>
                  <a:t>.</a:t>
                </a:r>
                <a:endParaRPr lang="zh-CN" altLang="zh-CN" dirty="0">
                  <a:solidFill>
                    <a:schemeClr val="tx1"/>
                  </a:solidFill>
                  <a:effectLst/>
                  <a:latin typeface="+mn-lt"/>
                  <a:ea typeface="NEU-BZ-S92" panose="02020503000000020003" pitchFamily="18" charset="-122"/>
                  <a:cs typeface="Times New Roman" panose="02020603050405020304" pitchFamily="18" charset="0"/>
                </a:endParaRPr>
              </a:p>
            </p:txBody>
          </p:sp>
        </mc:Choice>
        <mc:Fallback xmlns="">
          <p:sp>
            <p:nvSpPr>
              <p:cNvPr id="2" name="矩形 1"/>
              <p:cNvSpPr>
                <a:spLocks noRot="1" noChangeAspect="1" noMove="1" noResize="1" noEditPoints="1" noAdjustHandles="1" noChangeArrowheads="1" noChangeShapeType="1" noTextEdit="1"/>
              </p:cNvSpPr>
              <p:nvPr/>
            </p:nvSpPr>
            <p:spPr>
              <a:xfrm>
                <a:off x="361950" y="1511895"/>
                <a:ext cx="10807700" cy="2727542"/>
              </a:xfrm>
              <a:prstGeom prst="rect">
                <a:avLst/>
              </a:prstGeom>
              <a:blipFill rotWithShape="0">
                <a:blip r:embed="rId2"/>
                <a:stretch>
                  <a:fillRect l="-1410" t="-2237" b="-89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82983654"/>
      </p:ext>
    </p:extLst>
  </p:cSld>
  <p:clrMapOvr>
    <a:masterClrMapping/>
  </p:clrMapOvr>
  <p:transition spd="slow">
    <p:randomBar dir="vert"/>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矩形 2"/>
              <p:cNvSpPr>
                <a:spLocks noChangeAspect="1"/>
              </p:cNvSpPr>
              <p:nvPr/>
            </p:nvSpPr>
            <p:spPr>
              <a:xfrm>
                <a:off x="361950" y="508792"/>
                <a:ext cx="10807700" cy="6000361"/>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cs typeface="Times New Roman" panose="02020603050405020304" pitchFamily="18" charset="0"/>
                  </a:rPr>
                  <a:t>证明</a:t>
                </a:r>
                <a:r>
                  <a:rPr lang="en-US" altLang="zh-CN" dirty="0">
                    <a:cs typeface="Times New Roman" panose="02020603050405020304" pitchFamily="18" charset="0"/>
                  </a:rPr>
                  <a:t>:</a:t>
                </a:r>
                <a:r>
                  <a:rPr lang="zh-CN" altLang="zh-CN" i="1" dirty="0">
                    <a:solidFill>
                      <a:srgbClr val="000000"/>
                    </a:solidFill>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sin</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err="1">
                    <a:solidFill>
                      <a:srgbClr val="000000"/>
                    </a:solidFill>
                    <a:ea typeface="宋体" panose="02010600030101010101" pitchFamily="2" charset="-122"/>
                    <a:cs typeface="Times New Roman" panose="02020603050405020304" pitchFamily="18" charset="0"/>
                  </a:rPr>
                  <a:t>C</a:t>
                </a:r>
                <a:r>
                  <a:rPr lang="en-US" altLang="zh-CN" dirty="0" err="1">
                    <a:solidFill>
                      <a:srgbClr val="000000"/>
                    </a:solidFill>
                    <a:ea typeface="宋体" panose="02010600030101010101" pitchFamily="2" charset="-122"/>
                    <a:cs typeface="Times New Roman" panose="02020603050405020304" pitchFamily="18" charset="0"/>
                  </a:rPr>
                  <a:t>sin</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A-B</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sin</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err="1">
                    <a:solidFill>
                      <a:srgbClr val="000000"/>
                    </a:solidFill>
                    <a:ea typeface="宋体" panose="02010600030101010101" pitchFamily="2" charset="-122"/>
                    <a:cs typeface="Times New Roman" panose="02020603050405020304" pitchFamily="18" charset="0"/>
                  </a:rPr>
                  <a:t>B</a:t>
                </a:r>
                <a:r>
                  <a:rPr lang="en-US" altLang="zh-CN" dirty="0" err="1">
                    <a:solidFill>
                      <a:srgbClr val="000000"/>
                    </a:solidFill>
                    <a:ea typeface="宋体" panose="02010600030101010101" pitchFamily="2" charset="-122"/>
                    <a:cs typeface="Times New Roman" panose="02020603050405020304" pitchFamily="18" charset="0"/>
                  </a:rPr>
                  <a:t>sin</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C-A</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i="1" dirty="0">
                    <a:solidFill>
                      <a:srgbClr val="000000"/>
                    </a:solidFill>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sin</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err="1">
                    <a:solidFill>
                      <a:srgbClr val="000000"/>
                    </a:solidFill>
                    <a:ea typeface="宋体" panose="02010600030101010101" pitchFamily="2" charset="-122"/>
                    <a:cs typeface="Times New Roman" panose="02020603050405020304" pitchFamily="18" charset="0"/>
                  </a:rPr>
                  <a:t>C</a:t>
                </a:r>
                <a:r>
                  <a:rPr lang="en-US" altLang="zh-CN" dirty="0" err="1">
                    <a:solidFill>
                      <a:srgbClr val="000000"/>
                    </a:solidFill>
                    <a:ea typeface="宋体" panose="02010600030101010101" pitchFamily="2" charset="-122"/>
                    <a:cs typeface="Times New Roman" panose="02020603050405020304" pitchFamily="18" charset="0"/>
                  </a:rPr>
                  <a:t>sin</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cos</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sin</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err="1">
                    <a:solidFill>
                      <a:srgbClr val="000000"/>
                    </a:solidFill>
                    <a:ea typeface="宋体" panose="02010600030101010101" pitchFamily="2" charset="-122"/>
                    <a:cs typeface="Times New Roman" panose="02020603050405020304" pitchFamily="18" charset="0"/>
                  </a:rPr>
                  <a:t>C</a:t>
                </a:r>
                <a:r>
                  <a:rPr lang="en-US" altLang="zh-CN" dirty="0" err="1">
                    <a:solidFill>
                      <a:srgbClr val="000000"/>
                    </a:solidFill>
                    <a:ea typeface="宋体" panose="02010600030101010101" pitchFamily="2" charset="-122"/>
                    <a:cs typeface="Times New Roman" panose="02020603050405020304" pitchFamily="18" charset="0"/>
                  </a:rPr>
                  <a:t>sin</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err="1">
                    <a:solidFill>
                      <a:srgbClr val="000000"/>
                    </a:solidFill>
                    <a:ea typeface="宋体" panose="02010600030101010101" pitchFamily="2" charset="-122"/>
                    <a:cs typeface="Times New Roman" panose="02020603050405020304" pitchFamily="18" charset="0"/>
                  </a:rPr>
                  <a:t>B</a:t>
                </a:r>
                <a:r>
                  <a:rPr lang="en-US" altLang="zh-CN" dirty="0" err="1">
                    <a:solidFill>
                      <a:srgbClr val="000000"/>
                    </a:solidFill>
                    <a:ea typeface="宋体" panose="02010600030101010101" pitchFamily="2" charset="-122"/>
                    <a:cs typeface="Times New Roman" panose="02020603050405020304" pitchFamily="18" charset="0"/>
                  </a:rPr>
                  <a:t>cos</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sin</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err="1">
                    <a:solidFill>
                      <a:srgbClr val="000000"/>
                    </a:solidFill>
                    <a:ea typeface="宋体" panose="02010600030101010101" pitchFamily="2" charset="-122"/>
                    <a:cs typeface="Times New Roman" panose="02020603050405020304" pitchFamily="18" charset="0"/>
                  </a:rPr>
                  <a:t>B</a:t>
                </a:r>
                <a:r>
                  <a:rPr lang="en-US" altLang="zh-CN" dirty="0" err="1">
                    <a:solidFill>
                      <a:srgbClr val="000000"/>
                    </a:solidFill>
                    <a:ea typeface="宋体" panose="02010600030101010101" pitchFamily="2" charset="-122"/>
                    <a:cs typeface="Times New Roman" panose="02020603050405020304" pitchFamily="18" charset="0"/>
                  </a:rPr>
                  <a:t>·sin</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err="1">
                    <a:solidFill>
                      <a:srgbClr val="000000"/>
                    </a:solidFill>
                    <a:ea typeface="宋体" panose="02010600030101010101" pitchFamily="2" charset="-122"/>
                    <a:cs typeface="Times New Roman" panose="02020603050405020304" pitchFamily="18" charset="0"/>
                  </a:rPr>
                  <a:t>C</a:t>
                </a:r>
                <a:r>
                  <a:rPr lang="en-US" altLang="zh-CN" dirty="0" err="1">
                    <a:solidFill>
                      <a:srgbClr val="000000"/>
                    </a:solidFill>
                    <a:ea typeface="宋体" panose="02010600030101010101" pitchFamily="2" charset="-122"/>
                    <a:cs typeface="Times New Roman" panose="02020603050405020304" pitchFamily="18" charset="0"/>
                  </a:rPr>
                  <a:t>cos</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sin</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err="1">
                    <a:solidFill>
                      <a:srgbClr val="000000"/>
                    </a:solidFill>
                    <a:ea typeface="宋体" panose="02010600030101010101" pitchFamily="2" charset="-122"/>
                    <a:cs typeface="Times New Roman" panose="02020603050405020304" pitchFamily="18" charset="0"/>
                  </a:rPr>
                  <a:t>B</a:t>
                </a:r>
                <a:r>
                  <a:rPr lang="en-US" altLang="zh-CN" dirty="0" err="1">
                    <a:solidFill>
                      <a:srgbClr val="000000"/>
                    </a:solidFill>
                    <a:ea typeface="宋体" panose="02010600030101010101" pitchFamily="2" charset="-122"/>
                    <a:cs typeface="Times New Roman" panose="02020603050405020304" pitchFamily="18" charset="0"/>
                  </a:rPr>
                  <a:t>sin</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cos</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C</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由正弦定理及余弦定理</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得</a:t>
                </a:r>
                <a:r>
                  <a:rPr lang="en-US" altLang="zh-CN" i="1" dirty="0">
                    <a:solidFill>
                      <a:srgbClr val="000000"/>
                    </a:solidFill>
                    <a:ea typeface="宋体" panose="02010600030101010101" pitchFamily="2" charset="-122"/>
                    <a:cs typeface="Times New Roman" panose="02020603050405020304" pitchFamily="18" charset="0"/>
                  </a:rPr>
                  <a:t>ca</a:t>
                </a:r>
                <a:r>
                  <a:rPr lang="en-US" altLang="zh-CN" dirty="0">
                    <a:solidFill>
                      <a:srgbClr val="000000"/>
                    </a:solidFill>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𝑎</m:t>
                            </m:r>
                          </m:e>
                          <m:sup>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2</m:t>
                            </m:r>
                          </m:sup>
                        </m:sSup>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𝑐</m:t>
                            </m:r>
                          </m:e>
                          <m:sup>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2</m:t>
                            </m:r>
                          </m:sup>
                        </m:sSup>
                        <m:r>
                          <m:rPr>
                            <m:nor/>
                          </m:rPr>
                          <a:rPr lang="en-US" altLang="zh-CN" i="1">
                            <a:solidFill>
                              <a:srgbClr val="000000"/>
                            </a:solidFill>
                            <a:ea typeface="宋体" panose="02010600030101010101" pitchFamily="2" charset="-122"/>
                            <a:cs typeface="Times New Roman" panose="02020603050405020304" pitchFamily="18" charset="0"/>
                          </a:rPr>
                          <m:t>−</m:t>
                        </m:r>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𝑏</m:t>
                            </m:r>
                          </m:e>
                          <m:sup>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2</m:t>
                            </m:r>
                          </m:sup>
                        </m:sSup>
                      </m:num>
                      <m:den>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2</m:t>
                        </m:r>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𝑎𝑐</m:t>
                        </m:r>
                      </m:den>
                    </m:f>
                  </m:oMath>
                </a14:m>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cb</a:t>
                </a:r>
                <a:r>
                  <a:rPr lang="en-US" altLang="zh-CN" dirty="0">
                    <a:solidFill>
                      <a:srgbClr val="000000"/>
                    </a:solidFill>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𝑏</m:t>
                            </m:r>
                          </m:e>
                          <m:sup>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2</m:t>
                            </m:r>
                          </m:sup>
                        </m:sSup>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𝑐</m:t>
                            </m:r>
                          </m:e>
                          <m:sup>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2</m:t>
                            </m:r>
                          </m:sup>
                        </m:sSup>
                        <m:r>
                          <m:rPr>
                            <m:nor/>
                          </m:rPr>
                          <a:rPr lang="en-US" altLang="zh-CN" i="1">
                            <a:solidFill>
                              <a:srgbClr val="000000"/>
                            </a:solidFill>
                            <a:ea typeface="宋体" panose="02010600030101010101" pitchFamily="2" charset="-122"/>
                            <a:cs typeface="Times New Roman" panose="02020603050405020304" pitchFamily="18" charset="0"/>
                          </a:rPr>
                          <m:t>−</m:t>
                        </m:r>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𝑎</m:t>
                            </m:r>
                          </m:e>
                          <m:sup>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2</m:t>
                            </m:r>
                          </m:sup>
                        </m:sSup>
                      </m:num>
                      <m:den>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2</m:t>
                        </m:r>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𝑏𝑐</m:t>
                        </m:r>
                      </m:den>
                    </m:f>
                  </m:oMath>
                </a14:m>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bc</a:t>
                </a:r>
                <a:r>
                  <a:rPr lang="en-US" altLang="zh-CN" dirty="0">
                    <a:solidFill>
                      <a:srgbClr val="000000"/>
                    </a:solidFill>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𝑏</m:t>
                            </m:r>
                          </m:e>
                          <m:sup>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2</m:t>
                            </m:r>
                          </m:sup>
                        </m:sSup>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𝑐</m:t>
                            </m:r>
                          </m:e>
                          <m:sup>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2</m:t>
                            </m:r>
                          </m:sup>
                        </m:sSup>
                        <m:r>
                          <m:rPr>
                            <m:nor/>
                          </m:rPr>
                          <a:rPr lang="en-US" altLang="zh-CN" i="1">
                            <a:solidFill>
                              <a:srgbClr val="000000"/>
                            </a:solidFill>
                            <a:ea typeface="宋体" panose="02010600030101010101" pitchFamily="2" charset="-122"/>
                            <a:cs typeface="Times New Roman" panose="02020603050405020304" pitchFamily="18" charset="0"/>
                          </a:rPr>
                          <m:t>−</m:t>
                        </m:r>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𝑎</m:t>
                            </m:r>
                          </m:e>
                          <m:sup>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2</m:t>
                            </m:r>
                          </m:sup>
                        </m:sSup>
                      </m:num>
                      <m:den>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2</m:t>
                        </m:r>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𝑏𝑐</m:t>
                        </m:r>
                      </m:den>
                    </m:f>
                  </m:oMath>
                </a14:m>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ba</a:t>
                </a:r>
                <a:r>
                  <a:rPr lang="en-US" altLang="zh-CN" dirty="0">
                    <a:solidFill>
                      <a:srgbClr val="000000"/>
                    </a:solidFill>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𝑎</m:t>
                            </m:r>
                          </m:e>
                          <m:sup>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2</m:t>
                            </m:r>
                          </m:sup>
                        </m:sSup>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𝑏</m:t>
                            </m:r>
                          </m:e>
                          <m:sup>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2</m:t>
                            </m:r>
                          </m:sup>
                        </m:sSup>
                        <m:r>
                          <m:rPr>
                            <m:nor/>
                          </m:rPr>
                          <a:rPr lang="en-US" altLang="zh-CN" i="1">
                            <a:solidFill>
                              <a:srgbClr val="000000"/>
                            </a:solidFill>
                            <a:ea typeface="宋体" panose="02010600030101010101" pitchFamily="2" charset="-122"/>
                            <a:cs typeface="Times New Roman" panose="02020603050405020304" pitchFamily="18" charset="0"/>
                          </a:rPr>
                          <m:t>−</m:t>
                        </m:r>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𝑐</m:t>
                            </m:r>
                          </m:e>
                          <m:sup>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2</m:t>
                            </m:r>
                          </m:sup>
                        </m:sSup>
                      </m:num>
                      <m:den>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2</m:t>
                        </m:r>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𝑎𝑏</m:t>
                        </m:r>
                      </m:den>
                    </m:f>
                  </m:oMath>
                </a14:m>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化简整理</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得</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=b</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+c</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cs typeface="Times New Roman" panose="02020603050405020304" pitchFamily="18" charset="0"/>
                  </a:rPr>
                  <a:t>解</a:t>
                </a:r>
                <a:r>
                  <a:rPr lang="en-US" altLang="zh-CN" dirty="0">
                    <a:cs typeface="Times New Roman" panose="02020603050405020304" pitchFamily="18" charset="0"/>
                  </a:rPr>
                  <a:t>:</a:t>
                </a:r>
                <a:r>
                  <a:rPr lang="zh-CN" altLang="zh-CN" i="1" dirty="0">
                    <a:solidFill>
                      <a:srgbClr val="000000"/>
                    </a:solidFill>
                    <a:ea typeface="宋体" panose="02010600030101010101" pitchFamily="2" charset="-122"/>
                    <a:cs typeface="宋体" panose="02010600030101010101" pitchFamily="2" charset="-122"/>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5,</a:t>
                </a:r>
                <a:r>
                  <a:rPr lang="zh-CN" altLang="zh-CN" i="1" dirty="0">
                    <a:solidFill>
                      <a:srgbClr val="000000"/>
                    </a:solidFill>
                    <a:ea typeface="宋体" panose="02010600030101010101" pitchFamily="2" charset="-122"/>
                    <a:cs typeface="宋体" panose="02010600030101010101" pitchFamily="2" charset="-122"/>
                  </a:rPr>
                  <a:t>∴</a:t>
                </a:r>
                <a:r>
                  <a:rPr lang="en-US" altLang="zh-CN" i="1" dirty="0">
                    <a:solidFill>
                      <a:srgbClr val="000000"/>
                    </a:solidFill>
                    <a:ea typeface="宋体" panose="02010600030101010101" pitchFamily="2" charset="-122"/>
                    <a:cs typeface="Times New Roman" panose="02020603050405020304" pitchFamily="18" charset="0"/>
                  </a:rPr>
                  <a:t>b</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+c</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50</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由余弦定理</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得</a:t>
                </a:r>
                <a:r>
                  <a:rPr lang="en-US" altLang="zh-CN" dirty="0">
                    <a:solidFill>
                      <a:srgbClr val="000000"/>
                    </a:solidFill>
                    <a:ea typeface="宋体" panose="02010600030101010101" pitchFamily="2" charset="-122"/>
                    <a:cs typeface="Times New Roman" panose="02020603050405020304" pitchFamily="18" charset="0"/>
                  </a:rPr>
                  <a:t>cos</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A=</a:t>
                </a:r>
                <a14:m>
                  <m:oMath xmlns:m="http://schemas.openxmlformats.org/officeDocument/2006/math">
                    <m:f>
                      <m:f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𝑏</m:t>
                            </m:r>
                          </m:e>
                          <m:sup>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2</m:t>
                            </m:r>
                          </m:sup>
                        </m:sSup>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𝑐</m:t>
                            </m:r>
                          </m:e>
                          <m:sup>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2</m:t>
                            </m:r>
                          </m:sup>
                        </m:sSup>
                        <m:r>
                          <m:rPr>
                            <m:nor/>
                          </m:rPr>
                          <a:rPr lang="en-US" altLang="zh-CN" i="1">
                            <a:solidFill>
                              <a:srgbClr val="000000"/>
                            </a:solidFill>
                            <a:ea typeface="宋体" panose="02010600030101010101" pitchFamily="2" charset="-122"/>
                            <a:cs typeface="Times New Roman" panose="02020603050405020304" pitchFamily="18" charset="0"/>
                          </a:rPr>
                          <m:t>−</m:t>
                        </m:r>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𝑎</m:t>
                            </m:r>
                          </m:e>
                          <m:sup>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2</m:t>
                            </m:r>
                          </m:sup>
                        </m:sSup>
                      </m:num>
                      <m:den>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2</m:t>
                        </m:r>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𝑏𝑐</m:t>
                        </m:r>
                      </m:den>
                    </m:f>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25</m:t>
                        </m:r>
                      </m:num>
                      <m:den>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2</m:t>
                        </m:r>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𝑏𝑐</m:t>
                        </m:r>
                      </m:den>
                    </m:f>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25</m:t>
                        </m:r>
                      </m:num>
                      <m:den>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31</m:t>
                        </m:r>
                      </m:den>
                    </m:f>
                  </m:oMath>
                </a14:m>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i="1" dirty="0">
                    <a:solidFill>
                      <a:srgbClr val="000000"/>
                    </a:solidFill>
                    <a:ea typeface="宋体" panose="02010600030101010101" pitchFamily="2" charset="-122"/>
                    <a:cs typeface="宋体" panose="02010600030101010101" pitchFamily="2" charset="-122"/>
                  </a:rPr>
                  <a:t>∴</a:t>
                </a:r>
                <a:r>
                  <a:rPr lang="en-US" altLang="zh-CN" i="1" dirty="0" err="1">
                    <a:solidFill>
                      <a:srgbClr val="000000"/>
                    </a:solidFill>
                    <a:ea typeface="宋体" panose="02010600030101010101" pitchFamily="2" charset="-122"/>
                    <a:cs typeface="Times New Roman" panose="02020603050405020304" pitchFamily="18" charset="0"/>
                  </a:rPr>
                  <a:t>bc</a:t>
                </a:r>
                <a:r>
                  <a:rPr lang="en-US" altLang="zh-CN" i="1" dirty="0">
                    <a:solidFill>
                      <a:srgbClr val="000000"/>
                    </a:solidFill>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31</m:t>
                        </m:r>
                      </m:num>
                      <m:den>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2</m:t>
                        </m:r>
                      </m:den>
                    </m:f>
                  </m:oMath>
                </a14:m>
                <a:r>
                  <a:rPr lang="en-US" altLang="zh-CN" i="1"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宋体" panose="02010600030101010101" pitchFamily="2" charset="-122"/>
                  </a:rPr>
                  <a:t>∴</a:t>
                </a:r>
                <a:r>
                  <a:rPr lang="en-US" altLang="zh-CN" i="1" dirty="0" err="1">
                    <a:solidFill>
                      <a:srgbClr val="000000"/>
                    </a:solidFill>
                    <a:ea typeface="宋体" panose="02010600030101010101" pitchFamily="2" charset="-122"/>
                    <a:cs typeface="Times New Roman" panose="02020603050405020304" pitchFamily="18" charset="0"/>
                  </a:rPr>
                  <a:t>b+c</a:t>
                </a:r>
                <a:r>
                  <a:rPr lang="en-US" altLang="zh-CN" i="1" dirty="0">
                    <a:solidFill>
                      <a:srgbClr val="000000"/>
                    </a:solidFill>
                    <a:ea typeface="宋体" panose="02010600030101010101" pitchFamily="2" charset="-122"/>
                    <a:cs typeface="Times New Roman" panose="02020603050405020304" pitchFamily="18" charset="0"/>
                  </a:rPr>
                  <a:t>=</a:t>
                </a:r>
                <a14:m>
                  <m:oMath xmlns:m="http://schemas.openxmlformats.org/officeDocument/2006/math">
                    <m:rad>
                      <m:radPr>
                        <m:degHide m:val="on"/>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radPr>
                      <m:deg/>
                      <m:e>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𝑏</m:t>
                            </m:r>
                          </m:e>
                          <m:sup>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2</m:t>
                            </m:r>
                          </m:sup>
                        </m:sSup>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𝑐</m:t>
                            </m:r>
                          </m:e>
                          <m:sup>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2</m:t>
                            </m:r>
                          </m:sup>
                        </m:sSup>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+2</m:t>
                        </m:r>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𝑏𝑐</m:t>
                        </m:r>
                      </m:e>
                    </m:rad>
                  </m:oMath>
                </a14:m>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9,</a:t>
                </a:r>
                <a:r>
                  <a:rPr lang="zh-CN" altLang="zh-CN" i="1" dirty="0">
                    <a:solidFill>
                      <a:srgbClr val="000000"/>
                    </a:solidFill>
                    <a:ea typeface="宋体" panose="02010600030101010101" pitchFamily="2" charset="-122"/>
                    <a:cs typeface="宋体" panose="02010600030101010101" pitchFamily="2" charset="-122"/>
                  </a:rPr>
                  <a:t>∴</a:t>
                </a:r>
                <a:r>
                  <a:rPr lang="en-US" altLang="zh-CN" i="1" dirty="0" err="1">
                    <a:solidFill>
                      <a:srgbClr val="000000"/>
                    </a:solidFill>
                    <a:ea typeface="宋体" panose="02010600030101010101" pitchFamily="2" charset="-122"/>
                    <a:cs typeface="Times New Roman" panose="02020603050405020304" pitchFamily="18" charset="0"/>
                  </a:rPr>
                  <a:t>a+b+c</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14</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故</a:t>
                </a:r>
                <a:r>
                  <a:rPr lang="en-US" altLang="zh-CN" dirty="0">
                    <a:solidFill>
                      <a:srgbClr val="000000"/>
                    </a:solidFill>
                    <a:ea typeface="宋体" panose="02010600030101010101" pitchFamily="2" charset="-122"/>
                    <a:cs typeface="Cambria Math" panose="02040503050406030204" pitchFamily="18" charset="0"/>
                  </a:rPr>
                  <a:t>△</a:t>
                </a:r>
                <a:r>
                  <a:rPr lang="en-US" altLang="zh-CN" i="1" dirty="0">
                    <a:solidFill>
                      <a:srgbClr val="000000"/>
                    </a:solidFill>
                    <a:ea typeface="宋体" panose="02010600030101010101" pitchFamily="2" charset="-122"/>
                    <a:cs typeface="Times New Roman" panose="02020603050405020304" pitchFamily="18" charset="0"/>
                  </a:rPr>
                  <a:t>ABC</a:t>
                </a:r>
                <a:r>
                  <a:rPr lang="zh-CN" altLang="zh-CN" dirty="0">
                    <a:solidFill>
                      <a:srgbClr val="000000"/>
                    </a:solidFill>
                    <a:ea typeface="楷体" panose="02010609060101010101" pitchFamily="49" charset="-122"/>
                    <a:cs typeface="Times New Roman" panose="02020603050405020304" pitchFamily="18" charset="0"/>
                  </a:rPr>
                  <a:t>的周长为</a:t>
                </a:r>
                <a:r>
                  <a:rPr lang="en-US" altLang="zh-CN" dirty="0">
                    <a:solidFill>
                      <a:srgbClr val="000000"/>
                    </a:solidFill>
                    <a:ea typeface="宋体" panose="02010600030101010101" pitchFamily="2" charset="-122"/>
                    <a:cs typeface="Times New Roman" panose="02020603050405020304" pitchFamily="18" charset="0"/>
                  </a:rPr>
                  <a:t>14</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a typeface="NEU-BZ-S92" panose="02020503000000020003" pitchFamily="18" charset="-122"/>
                  <a:cs typeface="Times New Roman" panose="02020603050405020304" pitchFamily="18" charset="0"/>
                </a:endParaRPr>
              </a:p>
            </p:txBody>
          </p:sp>
        </mc:Choice>
        <mc:Fallback xmlns="">
          <p:sp>
            <p:nvSpPr>
              <p:cNvPr id="3" name="矩形 2"/>
              <p:cNvSpPr>
                <a:spLocks noRot="1" noChangeAspect="1" noMove="1" noResize="1" noEditPoints="1" noAdjustHandles="1" noChangeArrowheads="1" noChangeShapeType="1" noTextEdit="1"/>
              </p:cNvSpPr>
              <p:nvPr/>
            </p:nvSpPr>
            <p:spPr>
              <a:xfrm>
                <a:off x="361950" y="508792"/>
                <a:ext cx="10807700" cy="6000361"/>
              </a:xfrm>
              <a:prstGeom prst="rect">
                <a:avLst/>
              </a:prstGeom>
              <a:blipFill rotWithShape="0">
                <a:blip r:embed="rId2"/>
                <a:stretch>
                  <a:fillRect l="-1410" t="-1015" r="-1410" b="-233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159899"/>
      </p:ext>
    </p:extLst>
  </p:cSld>
  <p:clrMapOvr>
    <a:masterClrMapping/>
  </p:clrMapOvr>
  <p:transition spd="slow">
    <p:randomBar dir="vert"/>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7908190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专业教辅课件Q:251490010">
  <a:themeElements>
    <a:clrScheme name="穿越">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经典">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演示文稿3" id="{7F1B58FA-3D69-4926-A2BA-EEBABBAD5E6B}" vid="{76CC91B4-AC1E-4E21-9BDB-923C2B156DCE}"/>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新教材 高中同步</Template>
  <TotalTime>142</TotalTime>
  <Words>1714</Words>
  <Application>Microsoft Office PowerPoint</Application>
  <PresentationFormat>自定义</PresentationFormat>
  <Paragraphs>154</Paragraphs>
  <Slides>69</Slides>
  <Notes>1</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vt:i4>
      </vt:variant>
      <vt:variant>
        <vt:lpstr>幻灯片标题</vt:lpstr>
      </vt:variant>
      <vt:variant>
        <vt:i4>69</vt:i4>
      </vt:variant>
    </vt:vector>
  </HeadingPairs>
  <TitlesOfParts>
    <vt:vector size="84" baseType="lpstr">
      <vt:lpstr>NEU-BZ-S92</vt:lpstr>
      <vt:lpstr>方正书宋_GBK</vt:lpstr>
      <vt:lpstr>仿宋</vt:lpstr>
      <vt:lpstr>黑体</vt:lpstr>
      <vt:lpstr>华文新魏</vt:lpstr>
      <vt:lpstr>楷体</vt:lpstr>
      <vt:lpstr>隶书</vt:lpstr>
      <vt:lpstr>宋体</vt:lpstr>
      <vt:lpstr>Arial</vt:lpstr>
      <vt:lpstr>Calibri</vt:lpstr>
      <vt:lpstr>Cambria Math</vt:lpstr>
      <vt:lpstr>Microsoft Yi Baiti</vt:lpstr>
      <vt:lpstr>Times New Roman</vt:lpstr>
      <vt:lpstr>专业教辅课件Q:251490010</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Microsoft</cp:lastModifiedBy>
  <cp:revision>42</cp:revision>
  <dcterms:created xsi:type="dcterms:W3CDTF">2020-09-12T05:36:12Z</dcterms:created>
  <dcterms:modified xsi:type="dcterms:W3CDTF">2025-09-04T07:17:13Z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TAG2">
    <vt:lpwstr>0008007650000000000001024140</vt:lpwstr>
  </property>
  <property fmtid="{D5CDD505-2E9C-101B-9397-08002B2CF9AE}" pid="3" name="KSOProductBuildVer">
    <vt:lpwstr>2052-10.1.0.7698</vt:lpwstr>
  </property>
</Properties>
</file>