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84" r:id="rId17"/>
    <p:sldId id="785" r:id="rId18"/>
    <p:sldId id="786" r:id="rId19"/>
    <p:sldId id="783" r:id="rId20"/>
    <p:sldId id="763" r:id="rId21"/>
    <p:sldId id="754" r:id="rId22"/>
    <p:sldId id="766" r:id="rId23"/>
    <p:sldId id="787" r:id="rId24"/>
    <p:sldId id="788" r:id="rId25"/>
    <p:sldId id="789" r:id="rId26"/>
    <p:sldId id="767" r:id="rId27"/>
    <p:sldId id="747" r:id="rId28"/>
    <p:sldId id="751" r:id="rId29"/>
    <p:sldId id="772" r:id="rId30"/>
    <p:sldId id="773" r:id="rId31"/>
    <p:sldId id="774" r:id="rId32"/>
    <p:sldId id="748" r:id="rId33"/>
    <p:sldId id="752" r:id="rId34"/>
    <p:sldId id="778" r:id="rId35"/>
    <p:sldId id="790" r:id="rId36"/>
    <p:sldId id="779" r:id="rId37"/>
    <p:sldId id="780" r:id="rId38"/>
    <p:sldId id="781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84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7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jpeg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1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.docx"/><Relationship Id="rId3" Type="http://schemas.openxmlformats.org/officeDocument/2006/relationships/image" Target="../media/image9.jpe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2.docx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4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jpeg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5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6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7.docx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5965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直线与直线垂直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10271"/>
            <a:ext cx="10729192" cy="3802023"/>
            <a:chOff x="360437" y="1310271"/>
            <a:chExt cx="10729192" cy="3802023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10271"/>
              <a:ext cx="10729192" cy="3802023"/>
              <a:chOff x="360437" y="1866007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866007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09221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386914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借助正方体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通过直观感知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了解空间中直线与直线的垂直关系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掌握异面直线所成的角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的求法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在探索异面直线所成的角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的过程中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感受转化思想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提升逻辑思维、直观想象、数学运算等素养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  错  辨  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MG2TRA197.eps" descr="id:214749106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473005" y="2673855"/>
            <a:ext cx="4896544" cy="3239861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一、刻画两条异面直线的位置关系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两条去往不同方向的高速公路可抽象为直线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它们是否在同一平面内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的位置关系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3486811"/>
            <a:ext cx="511105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不共面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既不相交也不平行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两条直线的位置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可能是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平面内两条直线相交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形成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其中不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大于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的角称为这两条直线所成的角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或夹角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它刻画了一条直线相对于另一条直线</a:t>
            </a:r>
            <a:r>
              <a:rPr lang="zh-CN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倾斜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的程度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我们也可以用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异面直线所成的角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来刻画两条异面直线的位置关系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位置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关系是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65881" y="913850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5761037" y="1377948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113082" y="913850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108492" y="1377948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506125" y="209495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2501535" y="255905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590039" y="2685074"/>
            <a:ext cx="32403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585449" y="3149172"/>
            <a:ext cx="3236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40238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二、异面直线所成的角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或夹角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类比相交直线所成的角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面直线是否可以转化为相交直线来刻画两条异面直线的位置关系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通过平移把异面直线转化为相交直线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这样就可以刻画两条异面直线的位置关系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7756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0055"/>
            <a:ext cx="10807700" cy="300768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已知两条异面直线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经过空间任一点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分别作直线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我们把直线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zh-CN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叫做异面直线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或夹角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空间两条直线所成角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smtClean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68949" y="2058463"/>
            <a:ext cx="26568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964403" y="2522561"/>
            <a:ext cx="265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02701" y="3797637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298154" y="4261735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4144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952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GQ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HQ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GQ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HGQ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或其补角即为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异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GH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易求得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HGQ=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132.eps" descr="id:214749106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065293" y="1986175"/>
            <a:ext cx="2808312" cy="277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59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3369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三、直线与直线的垂直关系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两直线互相垂直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一定要有交点吗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异面直线可以说互相垂直吗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两条异面直线所成的角是直角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那么我们就说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条异面直线互相垂直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5475" y="4225981"/>
            <a:ext cx="40891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10929" y="4690079"/>
            <a:ext cx="40845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6597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分别在两个不同的平面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既不充分也不必要条件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235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5986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若两条直线垂直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则这两直线一定相交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异面直线所成的角不可能等于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若两条直线都与第三条直线异面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则这两条直线异面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93285" y="303521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273205" y="360012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40846" y="424819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7683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872281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异面直线所成的角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52895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在四面体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35.eps" descr="id:214750251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32845" y="2746593"/>
            <a:ext cx="3312368" cy="274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945663"/>
            <a:ext cx="11775553" cy="4454664"/>
            <a:chOff x="361950" y="791815"/>
            <a:chExt cx="11775553" cy="44546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FG.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2988324"/>
                </p:ext>
              </p:extLst>
            </p:nvPr>
          </p:nvGraphicFramePr>
          <p:xfrm>
            <a:off x="432445" y="2015951"/>
            <a:ext cx="11705058" cy="7258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015951"/>
                          <a:ext cx="11705058" cy="7258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829727"/>
              <a:ext cx="10807700" cy="241675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或其补角即为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GF=EG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EFG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为等腰直角三角形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GFE=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VMG2TRA136.eps" descr="id:214750251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065293" y="1027748"/>
            <a:ext cx="2952328" cy="24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741015"/>
            <a:ext cx="2740119" cy="49972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361950" y="1251566"/>
            <a:ext cx="15746153" cy="1217641"/>
            <a:chOff x="361950" y="1374374"/>
            <a:chExt cx="15746153" cy="121764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37437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若本例中条件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AB=CD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改为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AB=CD=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”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此时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所成的角又如何求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527324"/>
                </p:ext>
              </p:extLst>
            </p:nvPr>
          </p:nvGraphicFramePr>
          <p:xfrm>
            <a:off x="4403045" y="1451440"/>
            <a:ext cx="11705058" cy="546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0" name="文档" r:id="rId5" imgW="3837724" imgH="179205" progId="Word.Document.12">
                    <p:embed/>
                  </p:oleObj>
                </mc:Choice>
                <mc:Fallback>
                  <p:oleObj name="文档" r:id="rId5" imgW="3837724" imgH="1792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03045" y="1451440"/>
                          <a:ext cx="11705058" cy="546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/>
          <p:nvPr/>
        </p:nvGrpSpPr>
        <p:grpSpPr>
          <a:xfrm>
            <a:off x="32643" y="2469207"/>
            <a:ext cx="11705058" cy="3598614"/>
            <a:chOff x="32643" y="2592015"/>
            <a:chExt cx="11705058" cy="3598614"/>
          </a:xfrm>
        </p:grpSpPr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361950" y="2592015"/>
              <a:ext cx="10807700" cy="359861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分别是所在棱的中点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或其补角即为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由已知可得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GE=GF=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EF=  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由余弦定理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EGF=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异面直线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4010243"/>
                </p:ext>
              </p:extLst>
            </p:nvPr>
          </p:nvGraphicFramePr>
          <p:xfrm>
            <a:off x="32643" y="4421704"/>
            <a:ext cx="11705058" cy="546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1" name="文档" r:id="rId8" imgW="3837724" imgH="179205" progId="Word.Document.12">
                    <p:embed/>
                  </p:oleObj>
                </mc:Choice>
                <mc:Fallback>
                  <p:oleObj name="文档" r:id="rId8" imgW="3837724" imgH="1792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643" y="4421704"/>
                          <a:ext cx="11705058" cy="5465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5569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151855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74768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求两异面直线所成的角的步骤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根据所成角的定义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用平移法作出异面直线所成的角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证明作出的角就是要求的角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求角的值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常利用解三角形得出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一作二证三算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来概括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3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96570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ABCD-A'B'C'D'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所成角的大小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133.eps" descr="id:214749109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977061" y="2382850"/>
            <a:ext cx="2902996" cy="279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4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56772"/>
            <a:ext cx="10807700" cy="300768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所成的角就是直线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BB'M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B'MB=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34.eps" descr="id:21474910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849269" y="2602495"/>
            <a:ext cx="3096344" cy="2984360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519162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13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09975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探究二</a:t>
            </a:r>
            <a:r>
              <a:rPr lang="en-US" altLang="zh-CN" dirty="0"/>
              <a:t>  </a:t>
            </a:r>
            <a:r>
              <a:rPr lang="zh-CN" altLang="zh-CN" dirty="0"/>
              <a:t>证明异面直线垂直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1286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37.eps" descr="id:21475025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2530502"/>
            <a:ext cx="3096344" cy="3054474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5617014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转化为求异面直线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证法一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并设它们相交于点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GOA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或其补角为异面直线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GO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21C51.eps" descr="id:21475025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345213" y="1484061"/>
            <a:ext cx="3672408" cy="357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1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23447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证法二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在原正方体的右侧补上一个相同的正方体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或其补角就是异面直线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通过计算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=DQ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38.eps" descr="id:214750257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248869" y="1119405"/>
            <a:ext cx="4392488" cy="291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99800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593106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证明线线垂直的一种方法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定义法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即利用两条直线所成的角为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证明两直线垂直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作异面直线所成的角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可通过多种方法平移产生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主要有三种方法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直接平移法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可利用图中已有的平行线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中位线平移法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补形平移法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在已知图形中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补作一个相同的几何体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以便找到平行线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0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1160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是正方体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142.eps" descr="id:214750258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773" y="2545223"/>
            <a:ext cx="3384376" cy="33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986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是正方体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  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所成的角就是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=AC=B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由已知得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所成的角就是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3" name="21C224.eps" descr="id:214750259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921277" y="2500063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3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  错  辨  析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1C28.eps" descr="id:214750260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2529839"/>
            <a:ext cx="3168352" cy="3633826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704018"/>
            <a:ext cx="10807700" cy="18258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因忽略异面直线所成的角的范围致错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在四面体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9303"/>
            <a:ext cx="10807700" cy="53714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所成的角即为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MF=EM=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为等边三角形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错误的原因是漏掉了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21C29.eps" descr="id:214750261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561237" y="1954681"/>
            <a:ext cx="2088232" cy="23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92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34327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由错解知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或其补角为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由错解知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EMF=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如错解图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062060"/>
              </p:ext>
            </p:extLst>
          </p:nvPr>
        </p:nvGraphicFramePr>
        <p:xfrm>
          <a:off x="380052" y="4359143"/>
          <a:ext cx="11705058" cy="1352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文档" r:id="rId4" imgW="3837724" imgH="443506" progId="Word.Document.12">
                  <p:embed/>
                </p:oleObj>
              </mc:Choice>
              <mc:Fallback>
                <p:oleObj name="文档" r:id="rId4" imgW="3837724" imgH="4435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0052" y="4359143"/>
                        <a:ext cx="11705058" cy="1352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83640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52650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已知异面直线所成的角去推断两条相交直线所形成的角的度数时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应考虑全面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防范措施H.eps" descr="id:214750262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944914"/>
            <a:ext cx="2259558" cy="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787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一定异面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一定共面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一定不平行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3796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所成角的正切值为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890143"/>
              </p:ext>
            </p:extLst>
          </p:nvPr>
        </p:nvGraphicFramePr>
        <p:xfrm>
          <a:off x="504453" y="4667649"/>
          <a:ext cx="11705058" cy="158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文档" r:id="rId4" imgW="3837724" imgH="520309" progId="Word.Document.12">
                  <p:embed/>
                </p:oleObj>
              </mc:Choice>
              <mc:Fallback>
                <p:oleObj name="文档" r:id="rId4" imgW="3837724" imgH="5203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4667649"/>
                        <a:ext cx="11705058" cy="1586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21C27.eps" descr="id:214750263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320877" y="1862103"/>
            <a:ext cx="2808312" cy="27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9931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0269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或其补角为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208006"/>
              </p:ext>
            </p:extLst>
          </p:nvPr>
        </p:nvGraphicFramePr>
        <p:xfrm>
          <a:off x="392683" y="2362038"/>
          <a:ext cx="11705058" cy="215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文档" r:id="rId4" imgW="3837724" imgH="707447" progId="Word.Document.12">
                  <p:embed/>
                </p:oleObj>
              </mc:Choice>
              <mc:Fallback>
                <p:oleObj name="文档" r:id="rId4" imgW="3837724" imgH="7074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2683" y="2362038"/>
                        <a:ext cx="11705058" cy="215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454355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1945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35986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将无盖正方体纸盒展开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在原正方体中的位置关系是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相交且垂直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VMG2TRA146.eps" descr="id:214750264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473005" y="1223863"/>
            <a:ext cx="2664296" cy="2696746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4095811"/>
            <a:ext cx="6623223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首先把平面图形还原为正方体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根据右图可以很容易地看出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是等边三角形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VMG2TRA147.eps" descr="id:214750265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7849269" y="4012094"/>
            <a:ext cx="2016224" cy="23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999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ABCD-EFGH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AHE=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17134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64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在直三棱柱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73775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或其补角就是直线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003403"/>
              </p:ext>
            </p:extLst>
          </p:nvPr>
        </p:nvGraphicFramePr>
        <p:xfrm>
          <a:off x="432445" y="5257641"/>
          <a:ext cx="11705058" cy="1068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文档" r:id="rId4" imgW="3837724" imgH="350478" progId="Word.Document.12">
                  <p:embed/>
                </p:oleObj>
              </mc:Choice>
              <mc:Fallback>
                <p:oleObj name="文档" r:id="rId4" imgW="3837724" imgH="3504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5257641"/>
                        <a:ext cx="11705058" cy="10689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C52.eps" descr="id:214750265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425333" y="3518488"/>
            <a:ext cx="2454772" cy="22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164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1975</Words>
  <Application>Microsoft Office PowerPoint</Application>
  <PresentationFormat>自定义</PresentationFormat>
  <Paragraphs>157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6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2025-09-04T06:29:58Z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