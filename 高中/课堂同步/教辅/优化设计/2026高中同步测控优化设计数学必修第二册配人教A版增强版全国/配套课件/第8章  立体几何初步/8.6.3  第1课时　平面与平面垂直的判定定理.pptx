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1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62" r:id="rId14"/>
    <p:sldId id="763" r:id="rId15"/>
    <p:sldId id="764" r:id="rId16"/>
    <p:sldId id="765" r:id="rId17"/>
    <p:sldId id="737" r:id="rId18"/>
    <p:sldId id="750" r:id="rId19"/>
    <p:sldId id="766" r:id="rId20"/>
    <p:sldId id="767" r:id="rId21"/>
    <p:sldId id="768" r:id="rId22"/>
    <p:sldId id="769" r:id="rId23"/>
    <p:sldId id="754" r:id="rId24"/>
    <p:sldId id="770" r:id="rId25"/>
    <p:sldId id="771" r:id="rId26"/>
    <p:sldId id="772" r:id="rId27"/>
    <p:sldId id="773" r:id="rId28"/>
    <p:sldId id="774" r:id="rId29"/>
    <p:sldId id="755" r:id="rId30"/>
    <p:sldId id="775" r:id="rId31"/>
    <p:sldId id="776" r:id="rId32"/>
    <p:sldId id="777" r:id="rId33"/>
    <p:sldId id="778" r:id="rId34"/>
    <p:sldId id="779" r:id="rId35"/>
    <p:sldId id="747" r:id="rId36"/>
    <p:sldId id="751" r:id="rId37"/>
    <p:sldId id="789" r:id="rId38"/>
    <p:sldId id="780" r:id="rId39"/>
    <p:sldId id="781" r:id="rId40"/>
    <p:sldId id="782" r:id="rId41"/>
    <p:sldId id="783" r:id="rId42"/>
    <p:sldId id="784" r:id="rId43"/>
    <p:sldId id="748" r:id="rId44"/>
    <p:sldId id="752" r:id="rId45"/>
    <p:sldId id="785" r:id="rId46"/>
    <p:sldId id="786" r:id="rId47"/>
    <p:sldId id="787" r:id="rId48"/>
    <p:sldId id="788" r:id="rId49"/>
    <p:sldId id="735" r:id="rId50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49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3.xml"/><Relationship Id="rId5" Type="http://schemas.openxmlformats.org/officeDocument/2006/relationships/slide" Target="slide35.xml"/><Relationship Id="rId4" Type="http://schemas.openxmlformats.org/officeDocument/2006/relationships/slide" Target="slide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1.docx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jpeg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2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3.docx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jpeg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4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jpeg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5.docx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jpeg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6.docx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7.docx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5.jpeg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8.docx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9.docx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1.jpeg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10.docx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-1" y="1873442"/>
            <a:ext cx="11593685" cy="2086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平面与平面垂直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平面与平面垂直的判定定理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151855"/>
            <a:ext cx="10729192" cy="4182225"/>
            <a:chOff x="360437" y="1371951"/>
            <a:chExt cx="10729192" cy="4182225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371951"/>
              <a:ext cx="10729192" cy="4182225"/>
              <a:chOff x="360437" y="1908135"/>
              <a:chExt cx="10729192" cy="2856516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908135"/>
                <a:ext cx="10729192" cy="2856516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956758"/>
                <a:ext cx="0" cy="2737493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377082"/>
              <a:ext cx="8496944" cy="41722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了解二面角的定义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能够找出二面角的平面角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并能通过数学运算求简单空间图形中二面角的大小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理解及掌握平面与平面垂直的判定定理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并能运用定理进行分析解决有关问题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在探索和应用平面与平面垂直的判定定理的过程中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提升空间想象能力及逻辑推理能力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83903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一、二面角的定义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修水坝时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为了使水坝坚固耐用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必须使水坝面与水平面成适当的角度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那么两平面形成角的大小如何确定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可用二面角的平面角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288429" y="700143"/>
            <a:ext cx="10945216" cy="541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从一条直线出发的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两个半平面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所组成的图形叫做二面角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这条直线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叫做二面角的棱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这两个半平面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叫做二面角的面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记法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面分别为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的二面角记作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二面角</a:t>
            </a:r>
            <a:r>
              <a:rPr lang="en-US" altLang="zh-CN" i="1" dirty="0" smtClean="0"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-AB-</a:t>
            </a:r>
            <a:r>
              <a:rPr lang="en-US" altLang="zh-CN" i="1" dirty="0" smtClean="0">
                <a:ea typeface="Microsoft Yi Baiti" panose="03000500000000000000" pitchFamily="66" charset="0"/>
                <a:cs typeface="Times New Roman" panose="02020603050405020304" pitchFamily="18" charset="0"/>
              </a:rPr>
              <a:t>β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也可在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棱以外的半平面部分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分别取点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将这个二面角记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作</a:t>
            </a:r>
            <a:r>
              <a:rPr lang="zh-CN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二面角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P-AB-Q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如果棱记作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那么这个二面角记作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二面角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-l-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二面角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P-l-Q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EMG2TRA86.eps" descr="id:2147491844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248869" y="1917598"/>
            <a:ext cx="3168352" cy="169935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288783" y="752767"/>
            <a:ext cx="202698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6284237" y="1216865"/>
            <a:ext cx="20246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2543119" y="1339035"/>
            <a:ext cx="159493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2538573" y="1803133"/>
            <a:ext cx="15931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130115" y="1339035"/>
            <a:ext cx="243751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7125569" y="1803133"/>
            <a:ext cx="243475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873478" y="3725266"/>
            <a:ext cx="254628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7868933" y="4189364"/>
            <a:ext cx="25434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229078" y="4872979"/>
            <a:ext cx="254628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1224533" y="5337077"/>
            <a:ext cx="25434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9914154" y="4892643"/>
            <a:ext cx="13066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9908907" y="5376405"/>
            <a:ext cx="130516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293909" y="5485398"/>
            <a:ext cx="89245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288429" y="5949496"/>
            <a:ext cx="89144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1642054" y="5473346"/>
            <a:ext cx="210436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/>
        </p:nvCxnSpPr>
        <p:spPr>
          <a:xfrm>
            <a:off x="1637259" y="5937444"/>
            <a:ext cx="210198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33463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4" grpId="0" animBg="1"/>
      <p:bldP spid="16" grpId="0" animBg="1"/>
      <p:bldP spid="20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89679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二面角的平面角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在二面角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-l-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上任取一点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为垂足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半平面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内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分别作垂直于棱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的射线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则射线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构成的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AOB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二面角的平面角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直二面角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平面角是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直角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的二面角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二面角的平面角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的取值范围是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°≤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EMG2TRA87.eps" descr="id:214749185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9289429" y="3024063"/>
            <a:ext cx="1952868" cy="266429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75251" y="2367605"/>
            <a:ext cx="243751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870705" y="2831703"/>
            <a:ext cx="243475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699135" y="2911395"/>
            <a:ext cx="282982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4694589" y="3375493"/>
            <a:ext cx="282662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4270385" y="3487683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4265795" y="3951781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6393629" y="4059554"/>
            <a:ext cx="253575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6389040" y="4523652"/>
            <a:ext cx="253289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05700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015951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AOB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是二面角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-l-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的平面角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AOB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的位置关系是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AOB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85286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27919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二、两平面垂直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当两个平面互相垂直时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一个平面内一条直线垂直另一平面内任意一条直线吗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不一定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17720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216421" y="844159"/>
            <a:ext cx="1116012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两个平面相交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如果它们所成的二面角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直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二面角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就说这两个平面互相垂直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作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 smtClean="0">
                <a:ea typeface="Microsoft Yi Baiti" panose="03000500000000000000" pitchFamily="66" charset="0"/>
                <a:cs typeface="Times New Roman" panose="02020603050405020304" pitchFamily="18" charset="0"/>
              </a:rPr>
              <a:t>β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画两个互相垂直的平面时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通常把表示平面的两个平行四边形的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一组边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画成垂直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EMG2TRA88.eps" descr="id:2147491858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1943101" y="3834592"/>
            <a:ext cx="6696744" cy="194484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457655" y="913613"/>
            <a:ext cx="159493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9453109" y="1377711"/>
            <a:ext cx="15931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182160" y="2127693"/>
            <a:ext cx="99032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4177272" y="2591791"/>
            <a:ext cx="98920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949384" y="3229329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1944613" y="3693427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86986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2149974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过一点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作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个平面与已知平面垂直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无数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08268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39887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三、平面与平面垂直的判定定理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我们知道直三棱柱的侧棱垂直于底面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侧棱所在平面与底面垂直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当直线与已知平面垂直时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过此直线可作无数个平面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那么这些平面与已知平面有何关系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垂直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99229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342237"/>
            <a:ext cx="5436104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平面与平面垂直的判定定理</a:t>
            </a:r>
            <a:endParaRPr lang="zh-CN" alt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010291"/>
              </p:ext>
            </p:extLst>
          </p:nvPr>
        </p:nvGraphicFramePr>
        <p:xfrm>
          <a:off x="72405" y="2040801"/>
          <a:ext cx="11090030" cy="3009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文档" r:id="rId4" imgW="3999683" imgH="1085328" progId="Word.Document.12">
                  <p:embed/>
                </p:oleObj>
              </mc:Choice>
              <mc:Fallback>
                <p:oleObj name="文档" r:id="rId4" imgW="3999683" imgH="10853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2405" y="2040801"/>
                        <a:ext cx="11090030" cy="30093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1794218" y="3252175"/>
            <a:ext cx="696963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8517005" y="3251921"/>
            <a:ext cx="746967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177722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29639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在空间四边形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则图中互相垂直的平面有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　　　　　　　　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EMG2TRA90.eps" descr="id:214749187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744813" y="2014338"/>
            <a:ext cx="2520280" cy="333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85453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13615"/>
            <a:ext cx="10807700" cy="59623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二面角可以看成是一个半平面以其棱为轴旋转而成的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二面角的平面角的大小与其顶点在二面角棱上的位置有关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内有一条直线垂直于平面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308177" y="2952919"/>
            <a:ext cx="47603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296541" y="4145252"/>
            <a:ext cx="47603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121077" y="4741497"/>
            <a:ext cx="47603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684602" y="5873444"/>
            <a:ext cx="47603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378176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954866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求二面角</a:t>
            </a:r>
            <a:r>
              <a:rPr lang="zh-CN" altLang="en-US" dirty="0" smtClean="0"/>
              <a:t>的大小</a:t>
            </a:r>
            <a:endParaRPr lang="zh-CN" altLang="zh-CN" dirty="0"/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645450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是正方形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PA=AB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二面角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A-PD-C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的平面角的度数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二面角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B-PA-D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的平面角的度数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二面角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B-PA-C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的平面角的度数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EMG2TRA91.eps" descr="id:2147491894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489229" y="2254498"/>
            <a:ext cx="2808312" cy="288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527941"/>
            <a:ext cx="10807700" cy="59623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为正方形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AD=A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PCD.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二面角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A-PD-C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BAD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为二面角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B-PA-D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的平面角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由题意可得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BAD=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二面角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B-PA-D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59439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BAC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为二面角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B-PA-C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的平面角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为正方形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BAC=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即二面角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B-PA-C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7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083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317062" y="732823"/>
            <a:ext cx="2524095" cy="460328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1248259"/>
            <a:ext cx="10807700" cy="478047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在本例中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二面角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P-BC-D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的平面角的度数又该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AP=A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PAB.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为二面角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P-BC-D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的平面角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Rt</a:t>
            </a:r>
            <a:r>
              <a:rPr lang="en-US" altLang="zh-CN" dirty="0" err="1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AP=AB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二面角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P-BC-D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的平面角为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0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945663"/>
            <a:ext cx="10807700" cy="4843118"/>
            <a:chOff x="361950" y="940139"/>
            <a:chExt cx="10807700" cy="4843118"/>
          </a:xfrm>
        </p:grpSpPr>
        <p:pic>
          <p:nvPicPr>
            <p:cNvPr id="5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554407"/>
              <a:ext cx="10807700" cy="42288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解决二面角问题的策略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清楚二面角的平面角的大小与顶点在棱上的位置无关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通常可根据需要选择特殊点作平面角的顶点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求二面角的大小的方法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一作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或找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即先作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或找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出二面角的平面角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二证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即说明所作角是二面角的平面角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三求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即利用二面角的平面角所在的三角形算出角的三角函数值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其中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关键是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作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或找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3484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定义</a:t>
            </a:r>
            <a:r>
              <a:rPr lang="zh-CN" altLang="en-US" dirty="0" smtClean="0"/>
              <a:t>法</a:t>
            </a:r>
            <a:r>
              <a:rPr lang="zh-CN" altLang="zh-CN" dirty="0" smtClean="0"/>
              <a:t>证明</a:t>
            </a:r>
            <a:r>
              <a:rPr lang="zh-CN" altLang="zh-CN" dirty="0"/>
              <a:t>平面与平面的垂直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67879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为菱形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同一侧的两点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DF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EC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AFC.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EMG2TRA92.eps" descr="id:214749192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00797" y="3168079"/>
            <a:ext cx="3960440" cy="230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699418"/>
              </p:ext>
            </p:extLst>
          </p:nvPr>
        </p:nvGraphicFramePr>
        <p:xfrm>
          <a:off x="321109" y="788943"/>
          <a:ext cx="11671959" cy="5331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文档" r:id="rId4" imgW="3826872" imgH="1748021" progId="Word.Document.12">
                  <p:embed/>
                </p:oleObj>
              </mc:Choice>
              <mc:Fallback>
                <p:oleObj name="文档" r:id="rId4" imgW="3826872" imgH="17480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1109" y="788943"/>
                        <a:ext cx="11671959" cy="53314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EMG2TRA93.eps" descr="id:2147491929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7704855" y="2367021"/>
            <a:ext cx="3600798" cy="209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214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1439887"/>
            <a:ext cx="11795217" cy="3319818"/>
            <a:chOff x="361950" y="1511895"/>
            <a:chExt cx="11795217" cy="3319818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1511895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由题意知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BE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则在直角梯形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BDFE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6278012"/>
                </p:ext>
              </p:extLst>
            </p:nvPr>
          </p:nvGraphicFramePr>
          <p:xfrm>
            <a:off x="452109" y="2138605"/>
            <a:ext cx="11705058" cy="7918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文档" r:id="rId4" imgW="3837724" imgH="259613" progId="Word.Document.12">
                    <p:embed/>
                  </p:oleObj>
                </mc:Choice>
                <mc:Fallback>
                  <p:oleObj name="文档" r:id="rId4" imgW="3837724" imgH="25961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52109" y="2138605"/>
                          <a:ext cx="11705058" cy="79182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61950" y="3023141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从而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EG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+FG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=EF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EG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FG.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即二面角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E-AC-F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的平面角为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90</a:t>
              </a:r>
              <a:r>
                <a:rPr lang="en-US" altLang="zh-CN" dirty="0" smtClean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AEC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AFC.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8486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1727919"/>
            <a:ext cx="10807700" cy="2446731"/>
            <a:chOff x="361950" y="940139"/>
            <a:chExt cx="10807700" cy="2446731"/>
          </a:xfrm>
        </p:grpSpPr>
        <p:pic>
          <p:nvPicPr>
            <p:cNvPr id="6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560664"/>
              <a:ext cx="10807700" cy="182620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两个平面互相垂直的定义可以直接判定两个平面垂直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判定的方法是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找出两个相交平面的平面角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证明这个平面角是直角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根据定义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这两个平面互相垂直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3234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791815"/>
            <a:ext cx="19807350" cy="1808572"/>
            <a:chOff x="361950" y="1556928"/>
            <a:chExt cx="19807350" cy="1808572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556928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如图所示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在四面体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A-BCD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                 , 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AB=AD=CB=CD=AC=a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ABD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BCD.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0225162"/>
                </p:ext>
              </p:extLst>
            </p:nvPr>
          </p:nvGraphicFramePr>
          <p:xfrm>
            <a:off x="8497341" y="1625431"/>
            <a:ext cx="11671959" cy="534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9" name="文档" r:id="rId4" imgW="3826872" imgH="175377" progId="Word.Document.12">
                    <p:embed/>
                  </p:oleObj>
                </mc:Choice>
                <mc:Fallback>
                  <p:oleObj name="文档" r:id="rId4" imgW="3826872" imgH="17537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8497341" y="1625431"/>
                          <a:ext cx="11671959" cy="534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9" name="EMG2TRA94.eps" descr="id:2147491943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744813" y="2668117"/>
            <a:ext cx="2736304" cy="323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89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647799"/>
            <a:ext cx="11752286" cy="5646120"/>
            <a:chOff x="361950" y="657631"/>
            <a:chExt cx="11752286" cy="564612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657631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证明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AB=AD=CB=CD=a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 smtClean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BCD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是等腰三角形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的中点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AE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CE.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AEC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为二面角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A-BD-C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的平面角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1399871"/>
                </p:ext>
              </p:extLst>
            </p:nvPr>
          </p:nvGraphicFramePr>
          <p:xfrm>
            <a:off x="442277" y="2447999"/>
            <a:ext cx="11671959" cy="2570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3" name="文档" r:id="rId4" imgW="3837724" imgH="845546" progId="Word.Document.12">
                    <p:embed/>
                  </p:oleObj>
                </mc:Choice>
                <mc:Fallback>
                  <p:oleObj name="文档" r:id="rId4" imgW="3837724" imgH="84554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42277" y="2447999"/>
                          <a:ext cx="11671959" cy="257036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0" name="EMG2TRA95.eps" descr="id:2147491950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7705253" y="1871935"/>
              <a:ext cx="2736304" cy="3236266"/>
            </a:xfrm>
            <a:prstGeom prst="rect">
              <a:avLst/>
            </a:prstGeom>
          </p:spPr>
        </p:pic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5068861"/>
              <a:ext cx="10807700" cy="123489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=AE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+CE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AE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AEC=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即二面角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A-BD-C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的平面角为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ABD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BCD.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116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平面</a:t>
            </a:r>
            <a:r>
              <a:rPr lang="zh-CN" altLang="zh-CN" dirty="0"/>
              <a:t>与平面垂直的判定定理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67879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BSC=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BSA=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CSA=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SA=SB=SC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 smtClean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 smtClean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SBC.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EMG2TRA96.eps" descr="id:2147491964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744813" y="2646552"/>
            <a:ext cx="3024336" cy="260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1156023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SA=SB=SC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BSA=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CSA=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SA=AB=AC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上的射影为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的外心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为直角三角形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上的射影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斜边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SBC.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SBC.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EMG2TRA204.eps" descr="id:214749197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8209309" y="863823"/>
            <a:ext cx="3004089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75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1012147"/>
            <a:ext cx="10807700" cy="4172156"/>
            <a:chOff x="361950" y="940139"/>
            <a:chExt cx="10807700" cy="4172156"/>
          </a:xfrm>
        </p:grpSpPr>
        <p:pic>
          <p:nvPicPr>
            <p:cNvPr id="4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530930"/>
              <a:ext cx="10807700" cy="35813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证明面面垂直的方法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定义法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即说明两个半平面所成的二面角是直二面角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判定定理法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在其中一个平面内寻找一条直线与另一个平面垂直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即把问题转化为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线面垂直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性质法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若两个平行平面中的一个垂直于第三个平面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则另一个也垂直于此平面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2663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770607"/>
            <a:ext cx="14704942" cy="2399503"/>
            <a:chOff x="361950" y="719807"/>
            <a:chExt cx="14704942" cy="2399503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719807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在三棱柱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ABC-A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侧棱垂直于底面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        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的中点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证明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分此棱柱为两部分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求这两部分体积的比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3359428"/>
                </p:ext>
              </p:extLst>
            </p:nvPr>
          </p:nvGraphicFramePr>
          <p:xfrm>
            <a:off x="3394933" y="1264503"/>
            <a:ext cx="11671959" cy="723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6" name="文档" r:id="rId4" imgW="3826872" imgH="237190" progId="Word.Document.12">
                    <p:embed/>
                  </p:oleObj>
                </mc:Choice>
                <mc:Fallback>
                  <p:oleObj name="文档" r:id="rId4" imgW="3826872" imgH="23719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394933" y="1264503"/>
                          <a:ext cx="11671959" cy="7234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8" name="EMG2TRA97.eps" descr="id:2147491985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960837" y="3218879"/>
            <a:ext cx="2160240" cy="29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891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12007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由题设知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AC=C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由题设知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BC=C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BDC.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238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4606862"/>
              </p:ext>
            </p:extLst>
          </p:nvPr>
        </p:nvGraphicFramePr>
        <p:xfrm>
          <a:off x="432445" y="1583903"/>
          <a:ext cx="11671959" cy="3028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文档" r:id="rId4" imgW="3826872" imgH="992965" progId="Word.Document.12">
                  <p:embed/>
                </p:oleObj>
              </mc:Choice>
              <mc:Fallback>
                <p:oleObj name="文档" r:id="rId4" imgW="3826872" imgH="9929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583903"/>
                        <a:ext cx="11671959" cy="30285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362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878738"/>
            <a:ext cx="10807700" cy="4819781"/>
            <a:chOff x="361950" y="791815"/>
            <a:chExt cx="10807700" cy="4819781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791815"/>
              <a:ext cx="10807700" cy="481978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cs typeface="Times New Roman" panose="02020603050405020304" pitchFamily="18" charset="0"/>
                </a:rPr>
                <a:t>化归与转化思想在面面垂直综合题中的运用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cs typeface="Times New Roman" panose="02020603050405020304" pitchFamily="18" charset="0"/>
                </a:rPr>
                <a:t>【典例】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在四棱锥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P-ABCD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底面是边长为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的正方形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侧棱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PD=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PA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=PC=         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求证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PD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ABCD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PAC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PBD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二面角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P-BC-D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的平面角的大小为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45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5312449"/>
                </p:ext>
              </p:extLst>
            </p:nvPr>
          </p:nvGraphicFramePr>
          <p:xfrm>
            <a:off x="3913802" y="1989527"/>
            <a:ext cx="2193925" cy="538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4" name="文档" r:id="rId4" imgW="725902" imgH="177174" progId="Word.Document.12">
                    <p:embed/>
                  </p:oleObj>
                </mc:Choice>
                <mc:Fallback>
                  <p:oleObj name="文档" r:id="rId4" imgW="725902" imgH="17717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913802" y="1989527"/>
                          <a:ext cx="2193925" cy="5381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8" name="EMG2TRA98.eps" descr="id:2147491999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7993285" y="2088848"/>
            <a:ext cx="3024336" cy="322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99927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审题视角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转化为证明线线垂直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转化为证明线面垂直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根据二面角的定义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利用线线垂直找二面角的平面角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求解即可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65475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781983"/>
            <a:ext cx="11742454" cy="5390768"/>
            <a:chOff x="361950" y="739471"/>
            <a:chExt cx="11742454" cy="5390768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0799581"/>
                </p:ext>
              </p:extLst>
            </p:nvPr>
          </p:nvGraphicFramePr>
          <p:xfrm>
            <a:off x="432445" y="739471"/>
            <a:ext cx="11671959" cy="562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8" name="文档" r:id="rId4" imgW="3826872" imgH="184362" progId="Word.Document.12">
                    <p:embed/>
                  </p:oleObj>
                </mc:Choice>
                <mc:Fallback>
                  <p:oleObj name="文档" r:id="rId4" imgW="3826872" imgH="18436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739471"/>
                          <a:ext cx="11671959" cy="5623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1310458"/>
              <a:ext cx="10807700" cy="481978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PC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=PD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+DC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PD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DC.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同理可证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PD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AD.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AD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DC=D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AD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DC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⊂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ABCD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PD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ABCD.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PD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ABCD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⊂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ABCD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PD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AC.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四边形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ABCD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是正方形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BD.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BD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PD=D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PD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BD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⊂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PBD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PBD.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⊂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PAC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PAC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PBD.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886388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84926"/>
            <a:ext cx="10807700" cy="41895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内两条相交直线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PDC.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PC.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为二面角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P-BC-D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的平面角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Rt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PD=DC=a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PCD=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即二面角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P-BC-D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的平面角的大小为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87633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469383"/>
            <a:ext cx="10807700" cy="3024336"/>
            <a:chOff x="361950" y="1439887"/>
            <a:chExt cx="10807700" cy="3024336"/>
          </a:xfrm>
        </p:grpSpPr>
        <p:pic>
          <p:nvPicPr>
            <p:cNvPr id="3" name="方法点睛H.eps" descr="id:214749071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439887"/>
              <a:ext cx="2259558" cy="531552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064720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证明两个平面垂直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通常是通过证明线线垂直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→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线面垂直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→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面面垂直来实现的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因此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在关于垂直问题的论证中要注意线线垂直、线面垂直、面面垂直的相互转化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每一垂直的判定都是从某一垂直开始转向另一垂直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最终达到目的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912697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16234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是正方形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分别为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 smtClean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 smtClean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EFG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PDC.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EMG2TRA99.eps" descr="id:214749201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6409109" y="2026052"/>
            <a:ext cx="3096344" cy="312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7166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7515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证明</a:t>
            </a:r>
            <a:r>
              <a:rPr lang="en-US" altLang="zh-CN" dirty="0" smtClean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因为四边形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为正方形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DC.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DC=D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PDC.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分别为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GF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GF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PDC.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EFG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EFG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PDC.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7087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17671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在二面角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-l-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上任取一点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AOB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是二面角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-l-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的平面角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则必须具有的条件是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AO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BO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AO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BO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AO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BO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AO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BO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AO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BO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AO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BO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17671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zh-CN" altLang="en-US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在四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棱锥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P-ABCD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底面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且底面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为矩形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则下列结论中正确的是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PAB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PAD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PAB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PBC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PCD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PAD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ABD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EMG2TRA100.eps" descr="id:214749202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6481117" y="2231975"/>
            <a:ext cx="3168352" cy="267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79582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86671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对于直线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和平面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能得出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的一组条件是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en-US" altLang="zh-CN" dirty="0" smtClean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 err="1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en-US" altLang="zh-CN" dirty="0" smtClean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 err="1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可能与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相交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也可能与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不一定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58759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774413"/>
            <a:ext cx="14871897" cy="1217641"/>
            <a:chOff x="361950" y="2147859"/>
            <a:chExt cx="14871897" cy="1217641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2147859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已知正四棱锥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V-ABCD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的底面边长为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侧棱长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则二面角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V-AB-C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的大小为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5646037"/>
                </p:ext>
              </p:extLst>
            </p:nvPr>
          </p:nvGraphicFramePr>
          <p:xfrm>
            <a:off x="3528789" y="2210363"/>
            <a:ext cx="11705058" cy="5564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6" name="文档" r:id="rId4" imgW="3837724" imgH="182451" progId="Word.Document.12">
                    <p:embed/>
                  </p:oleObj>
                </mc:Choice>
                <mc:Fallback>
                  <p:oleObj name="文档" r:id="rId4" imgW="3837724" imgH="18245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528789" y="2210363"/>
                          <a:ext cx="11705058" cy="5564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/>
          <p:cNvSpPr>
            <a:spLocks noChangeAspect="1"/>
          </p:cNvSpPr>
          <p:nvPr/>
        </p:nvSpPr>
        <p:spPr>
          <a:xfrm>
            <a:off x="361950" y="2054558"/>
            <a:ext cx="10807700" cy="41895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交于点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VO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VO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VE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OE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VE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OE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VEO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是二面角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V-AB-C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的平面角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由题意得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OE=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VE=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VEO=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1" name="21C54.eps" descr="id:2147503506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7777261" y="2708469"/>
            <a:ext cx="3024336" cy="285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80329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1762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四棱锥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P-ABCD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的底面是正方形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底面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AEC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PDB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证明</a:t>
            </a:r>
            <a:r>
              <a:rPr lang="en-US" altLang="zh-CN" dirty="0" smtClean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由题意得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内两条相交直线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PDB.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AEC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AEC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PDB.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EMG2TRA103.eps" descr="id:214749204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561237" y="1718674"/>
            <a:ext cx="3168352" cy="279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02882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57</TotalTime>
  <Words>2366</Words>
  <Application>Microsoft Office PowerPoint</Application>
  <PresentationFormat>自定义</PresentationFormat>
  <Paragraphs>210</Paragraphs>
  <Slides>49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6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23</cp:revision>
  <dcterms:created xsi:type="dcterms:W3CDTF">2020-09-12T05:36:12Z</dcterms:created>
  <dcterms:modified xsi:type="dcterms:W3CDTF">2025-09-04T06:32:51Z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