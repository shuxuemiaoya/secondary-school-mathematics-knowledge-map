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37" r:id="rId14"/>
    <p:sldId id="750" r:id="rId15"/>
    <p:sldId id="762" r:id="rId16"/>
    <p:sldId id="763" r:id="rId17"/>
    <p:sldId id="764" r:id="rId18"/>
    <p:sldId id="765" r:id="rId19"/>
    <p:sldId id="766" r:id="rId20"/>
    <p:sldId id="754" r:id="rId21"/>
    <p:sldId id="767" r:id="rId22"/>
    <p:sldId id="768" r:id="rId23"/>
    <p:sldId id="769" r:id="rId24"/>
    <p:sldId id="755" r:id="rId25"/>
    <p:sldId id="770" r:id="rId26"/>
    <p:sldId id="772" r:id="rId27"/>
    <p:sldId id="773" r:id="rId28"/>
    <p:sldId id="774" r:id="rId29"/>
    <p:sldId id="747" r:id="rId30"/>
    <p:sldId id="751" r:id="rId31"/>
    <p:sldId id="775" r:id="rId32"/>
    <p:sldId id="776" r:id="rId33"/>
    <p:sldId id="777" r:id="rId34"/>
    <p:sldId id="778" r:id="rId35"/>
    <p:sldId id="748" r:id="rId36"/>
    <p:sldId id="752" r:id="rId37"/>
    <p:sldId id="783" r:id="rId38"/>
    <p:sldId id="780" r:id="rId39"/>
    <p:sldId id="781" r:id="rId40"/>
    <p:sldId id="782" r:id="rId41"/>
    <p:sldId id="735" r:id="rId42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41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5.xml"/><Relationship Id="rId5" Type="http://schemas.openxmlformats.org/officeDocument/2006/relationships/slide" Target="slide29.xml"/><Relationship Id="rId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Word___1.docx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2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3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jpeg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5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jpeg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6.docx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15.jpeg"/><Relationship Id="rId7" Type="http://schemas.openxmlformats.org/officeDocument/2006/relationships/image" Target="../media/image16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__7.docx"/><Relationship Id="rId10" Type="http://schemas.openxmlformats.org/officeDocument/2006/relationships/image" Target="../media/image14.emf"/><Relationship Id="rId4" Type="http://schemas.openxmlformats.org/officeDocument/2006/relationships/oleObject" Target="../embeddings/oleObject7.bin"/><Relationship Id="rId9" Type="http://schemas.openxmlformats.org/officeDocument/2006/relationships/package" Target="../embeddings/Microsoft_Word___8.docx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9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1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2.docx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3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5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6.docx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17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18.doc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19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0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12" Type="http://schemas.openxmlformats.org/officeDocument/2006/relationships/image" Target="../media/image34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2.bin"/><Relationship Id="rId11" Type="http://schemas.openxmlformats.org/officeDocument/2006/relationships/package" Target="../embeddings/Microsoft_Word___23.docx"/><Relationship Id="rId5" Type="http://schemas.openxmlformats.org/officeDocument/2006/relationships/image" Target="../media/image32.emf"/><Relationship Id="rId10" Type="http://schemas.openxmlformats.org/officeDocument/2006/relationships/oleObject" Target="../embeddings/oleObject23.bin"/><Relationship Id="rId4" Type="http://schemas.openxmlformats.org/officeDocument/2006/relationships/package" Target="../embeddings/Microsoft_Word___21.docx"/><Relationship Id="rId9" Type="http://schemas.openxmlformats.org/officeDocument/2006/relationships/image" Target="../media/image35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24.docx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26.bin"/><Relationship Id="rId7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26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28.bin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28.docx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30.docx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756472"/>
            <a:ext cx="10807700" cy="26684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6.3</a:t>
            </a:r>
            <a:r>
              <a:rPr lang="zh-CN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平面向量基本定理及坐标表示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平面向量的正交分解及坐标表示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平面向量加、减运算的坐标表示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675574"/>
            <a:ext cx="10729192" cy="2856516"/>
            <a:chOff x="360437" y="1665742"/>
            <a:chExt cx="10729192" cy="2856516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665742"/>
              <a:ext cx="10729192" cy="2856516"/>
              <a:chOff x="360437" y="2108799"/>
              <a:chExt cx="10729192" cy="1951040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108799"/>
                <a:ext cx="10729192" cy="1951040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138561"/>
                <a:ext cx="0" cy="1869746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776688"/>
              <a:ext cx="8496944" cy="24560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借助平面直角坐标系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掌握平面向量的正交分解及坐标表示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会用坐标表示平面向量的加、减运算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想象、数学抽象和数学运算素养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MG2TRA110.eps" descr="id:2147497855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816821" y="2652167"/>
            <a:ext cx="3168352" cy="1930544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80164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一、平面向量的坐标表示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i,j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是两个互相垂直的单位向量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{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i,j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如何表示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562500"/>
              </p:ext>
            </p:extLst>
          </p:nvPr>
        </p:nvGraphicFramePr>
        <p:xfrm>
          <a:off x="432445" y="4626323"/>
          <a:ext cx="11671959" cy="1278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文档" r:id="rId5" imgW="3826872" imgH="419036" progId="Word.Document.12">
                  <p:embed/>
                </p:oleObj>
              </mc:Choice>
              <mc:Fallback>
                <p:oleObj name="文档" r:id="rId5" imgW="3826872" imgH="4190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445" y="4626323"/>
                        <a:ext cx="11671959" cy="1278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655119"/>
            <a:ext cx="492443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YMG2TRA111J.eps" descr="id:214749786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376661" y="1201015"/>
            <a:ext cx="7272808" cy="515046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481945" y="1364445"/>
            <a:ext cx="633603" cy="287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461023" y="4342277"/>
            <a:ext cx="696963" cy="287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212821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655911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平面直角坐标系中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i,j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轴正方向相同的单位向量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2i-6j,b=5j,c=-4i,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的坐标分别是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6)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(0,5)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4,0)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045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6125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二、平面向量加、减运算的坐标表示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i,j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是分别与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轴正方向相同的两个单位向量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根据向量的线性运算性质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a+b,a-b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如何分别用基底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i,j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j,a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)j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93944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77295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平面向量加、减运算的坐标表示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76264"/>
              </p:ext>
            </p:extLst>
          </p:nvPr>
        </p:nvGraphicFramePr>
        <p:xfrm>
          <a:off x="115888" y="1912938"/>
          <a:ext cx="11434762" cy="484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文档" r:id="rId4" imgW="4249821" imgH="1803231" progId="Word.Document.12">
                  <p:embed/>
                </p:oleObj>
              </mc:Choice>
              <mc:Fallback>
                <p:oleObj name="文档" r:id="rId4" imgW="4249821" imgH="1803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5888" y="1912938"/>
                        <a:ext cx="11434762" cy="484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845797" y="3131205"/>
            <a:ext cx="43867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3841015" y="3595303"/>
            <a:ext cx="4381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8695978" y="2899711"/>
            <a:ext cx="203361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8691196" y="3363809"/>
            <a:ext cx="20313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819499" y="4206206"/>
            <a:ext cx="43867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814717" y="4670304"/>
            <a:ext cx="4381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603107" y="3974712"/>
            <a:ext cx="203361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8598325" y="4438810"/>
            <a:ext cx="20313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122887" y="5323127"/>
            <a:ext cx="70649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3118257" y="5787225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667513" y="5328153"/>
            <a:ext cx="70649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5662883" y="5792251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929389" y="5398433"/>
            <a:ext cx="180020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8924759" y="5862531"/>
            <a:ext cx="179816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20604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935831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1,4),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407344"/>
              </p:ext>
            </p:extLst>
          </p:nvPr>
        </p:nvGraphicFramePr>
        <p:xfrm>
          <a:off x="361950" y="1688744"/>
          <a:ext cx="11671959" cy="1305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文档" r:id="rId4" imgW="3826872" imgH="428021" progId="Word.Document.12">
                  <p:embed/>
                </p:oleObj>
              </mc:Choice>
              <mc:Fallback>
                <p:oleObj name="文档" r:id="rId4" imgW="3826872" imgH="4280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1688744"/>
                        <a:ext cx="11671959" cy="13054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957673"/>
              </p:ext>
            </p:extLst>
          </p:nvPr>
        </p:nvGraphicFramePr>
        <p:xfrm>
          <a:off x="357188" y="2992760"/>
          <a:ext cx="11645900" cy="190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文档" r:id="rId7" imgW="3837724" imgH="628481" progId="Word.Document.12">
                  <p:embed/>
                </p:oleObj>
              </mc:Choice>
              <mc:Fallback>
                <p:oleObj name="文档" r:id="rId7" imgW="3837724" imgH="6284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7188" y="2992760"/>
                        <a:ext cx="11645900" cy="1901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272097" y="483409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(1)(2,2)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(4,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6) 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(2)(2,10)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55334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29852"/>
            <a:ext cx="10807700" cy="550189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相等的向量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其坐标是相同的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一个向量平移后其坐标也发生了变化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一个向量的坐标等于其起点的坐标减去其终点的坐标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则必有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i-2j,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i,j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轴正方向相同的单位向量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37101" y="2622298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877290" y="3218571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97541" y="4392215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710658" y="5555494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389386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的坐标表示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266800"/>
              </p:ext>
            </p:extLst>
          </p:nvPr>
        </p:nvGraphicFramePr>
        <p:xfrm>
          <a:off x="452438" y="1439863"/>
          <a:ext cx="10625137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文档" r:id="rId4" imgW="3826872" imgH="938339" progId="Word.Document.12">
                  <p:embed/>
                </p:oleObj>
              </mc:Choice>
              <mc:Fallback>
                <p:oleObj name="文档" r:id="rId4" imgW="3826872" imgH="9383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438" y="1439863"/>
                        <a:ext cx="10625137" cy="2595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YMG2TRA112.eps" descr="id:2147498124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6553125" y="3499658"/>
            <a:ext cx="3384376" cy="28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2454494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利用平行四边形法则表示向量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先求出点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的坐标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再根据点的坐标与向量坐标的关系求出向量坐标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949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194583"/>
              </p:ext>
            </p:extLst>
          </p:nvPr>
        </p:nvGraphicFramePr>
        <p:xfrm>
          <a:off x="420688" y="758402"/>
          <a:ext cx="11645900" cy="543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文档" r:id="rId4" imgW="3837724" imgH="1793135" progId="Word.Document.12">
                  <p:embed/>
                </p:oleObj>
              </mc:Choice>
              <mc:Fallback>
                <p:oleObj name="文档" r:id="rId4" imgW="3837724" imgH="17931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0688" y="758402"/>
                        <a:ext cx="11645900" cy="5434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YMG2TRA113.eps" descr="id:214749790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6553125" y="3255874"/>
            <a:ext cx="3528392" cy="280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22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延伸探究H.eps" descr="id:21474908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317062" y="684879"/>
            <a:ext cx="2524095" cy="46032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432445" y="2277624"/>
            <a:ext cx="11671959" cy="3777184"/>
            <a:chOff x="432445" y="2248128"/>
            <a:chExt cx="11671959" cy="3777184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8410262"/>
                </p:ext>
              </p:extLst>
            </p:nvPr>
          </p:nvGraphicFramePr>
          <p:xfrm>
            <a:off x="432445" y="2248128"/>
            <a:ext cx="11671959" cy="3777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4" name="文档" r:id="rId5" imgW="3826872" imgH="1238421" progId="Word.Document.12">
                    <p:embed/>
                  </p:oleObj>
                </mc:Choice>
                <mc:Fallback>
                  <p:oleObj name="文档" r:id="rId5" imgW="3826872" imgH="123842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2445" y="2248128"/>
                          <a:ext cx="11671959" cy="37771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8" name="YMG2TRA114.eps" descr="id:2147497920;FounderCES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7921277" y="3463339"/>
              <a:ext cx="3096344" cy="2459212"/>
            </a:xfrm>
            <a:prstGeom prst="rect">
              <a:avLst/>
            </a:prstGeom>
          </p:spPr>
        </p:pic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466877"/>
              </p:ext>
            </p:extLst>
          </p:nvPr>
        </p:nvGraphicFramePr>
        <p:xfrm>
          <a:off x="313751" y="1223863"/>
          <a:ext cx="10640962" cy="1053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文档" r:id="rId9" imgW="3837724" imgH="380045" progId="Word.Document.12">
                  <p:embed/>
                </p:oleObj>
              </mc:Choice>
              <mc:Fallback>
                <p:oleObj name="文档" r:id="rId9" imgW="3837724" imgH="3800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3751" y="1223863"/>
                        <a:ext cx="10640962" cy="1053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918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方法总结H.eps" descr="id:214749815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853991"/>
            <a:ext cx="2259558" cy="531552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1453887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求向量坐标的方法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定义法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根据平面向量坐标的定义得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i,j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分别为与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轴方向相同的两个单位向量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平移法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把向量的起点移至坐标原点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终点坐标即为向量的坐标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求差法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先求出这个向量的起点、终点坐标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再运用终点坐标减去起点坐标即得该向量的坐标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18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672127"/>
              </p:ext>
            </p:extLst>
          </p:nvPr>
        </p:nvGraphicFramePr>
        <p:xfrm>
          <a:off x="425782" y="953229"/>
          <a:ext cx="11671959" cy="260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文档" r:id="rId4" imgW="3826872" imgH="871135" progId="Word.Document.12">
                  <p:embed/>
                </p:oleObj>
              </mc:Choice>
              <mc:Fallback>
                <p:oleObj name="文档" r:id="rId4" imgW="3826872" imgH="8711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953229"/>
                        <a:ext cx="11671959" cy="260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806930"/>
              </p:ext>
            </p:extLst>
          </p:nvPr>
        </p:nvGraphicFramePr>
        <p:xfrm>
          <a:off x="425647" y="3560866"/>
          <a:ext cx="11671959" cy="1913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文档" r:id="rId7" imgW="3826872" imgH="627476" progId="Word.Document.12">
                  <p:embed/>
                </p:oleObj>
              </mc:Choice>
              <mc:Fallback>
                <p:oleObj name="文档" r:id="rId7" imgW="3826872" imgH="6274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647" y="3560866"/>
                        <a:ext cx="11671959" cy="19138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780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151855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加、减运算的坐标表示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064836"/>
              </p:ext>
            </p:extLst>
          </p:nvPr>
        </p:nvGraphicFramePr>
        <p:xfrm>
          <a:off x="504453" y="2120680"/>
          <a:ext cx="10640962" cy="2127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文档" r:id="rId4" imgW="3837724" imgH="767302" progId="Word.Document.12">
                  <p:embed/>
                </p:oleObj>
              </mc:Choice>
              <mc:Fallback>
                <p:oleObj name="文档" r:id="rId4" imgW="3837724" imgH="7673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120680"/>
                        <a:ext cx="10640962" cy="21275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15338"/>
              </p:ext>
            </p:extLst>
          </p:nvPr>
        </p:nvGraphicFramePr>
        <p:xfrm>
          <a:off x="576461" y="739471"/>
          <a:ext cx="11705058" cy="5471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文档" r:id="rId4" imgW="3837724" imgH="1793856" progId="Word.Document.12">
                  <p:embed/>
                </p:oleObj>
              </mc:Choice>
              <mc:Fallback>
                <p:oleObj name="文档" r:id="rId4" imgW="3837724" imgH="17938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739471"/>
                        <a:ext cx="11705058" cy="54712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2506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方法总结H.eps" descr="id:214749706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863823"/>
            <a:ext cx="2259558" cy="53155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458922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平面向量加、减坐标运算的方法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若已知向量的坐标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则直接应用两个向量和、差的运算法则进行运算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若已知有向线段两端点的坐标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则必须先求出向量的坐标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再进行向量的坐标运算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求一个点的坐标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可以转化为求以原点为起点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该点为终点的向量的坐标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44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749920"/>
              </p:ext>
            </p:extLst>
          </p:nvPr>
        </p:nvGraphicFramePr>
        <p:xfrm>
          <a:off x="406749" y="1254241"/>
          <a:ext cx="10610872" cy="2060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文档" r:id="rId4" imgW="3826872" imgH="743196" progId="Word.Document.12">
                  <p:embed/>
                </p:oleObj>
              </mc:Choice>
              <mc:Fallback>
                <p:oleObj name="文档" r:id="rId4" imgW="3826872" imgH="7431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6749" y="1254241"/>
                        <a:ext cx="10610872" cy="2060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012418"/>
              </p:ext>
            </p:extLst>
          </p:nvPr>
        </p:nvGraphicFramePr>
        <p:xfrm>
          <a:off x="387085" y="3367265"/>
          <a:ext cx="10610872" cy="595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文档" r:id="rId7" imgW="3826872" imgH="214909" progId="Word.Document.12">
                  <p:embed/>
                </p:oleObj>
              </mc:Choice>
              <mc:Fallback>
                <p:oleObj name="文档" r:id="rId7" imgW="3826872" imgH="214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7085" y="3367265"/>
                        <a:ext cx="10610872" cy="595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269386" y="3996983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50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257838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加、减坐标运算的应用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066329"/>
              </p:ext>
            </p:extLst>
          </p:nvPr>
        </p:nvGraphicFramePr>
        <p:xfrm>
          <a:off x="432445" y="2231975"/>
          <a:ext cx="10640962" cy="2060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文档" r:id="rId4" imgW="3837724" imgH="743143" progId="Word.Document.12">
                  <p:embed/>
                </p:oleObj>
              </mc:Choice>
              <mc:Fallback>
                <p:oleObj name="文档" r:id="rId4" imgW="3837724" imgH="7431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231975"/>
                        <a:ext cx="10640962" cy="2060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545060"/>
              </p:ext>
            </p:extLst>
          </p:nvPr>
        </p:nvGraphicFramePr>
        <p:xfrm>
          <a:off x="432445" y="873655"/>
          <a:ext cx="11705058" cy="5043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文档" r:id="rId4" imgW="3837724" imgH="1653593" progId="Word.Document.12">
                  <p:embed/>
                </p:oleObj>
              </mc:Choice>
              <mc:Fallback>
                <p:oleObj name="文档" r:id="rId4" imgW="3837724" imgH="16535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73655"/>
                        <a:ext cx="11705058" cy="5043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873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930167"/>
            <a:ext cx="10807700" cy="4758192"/>
            <a:chOff x="361950" y="791815"/>
            <a:chExt cx="10807700" cy="4758192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791815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377711"/>
              <a:ext cx="10807700" cy="417229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平面向量加、减坐标运算应用技巧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用待定系数法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此法是最基本的数学方法之一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将未知量设出来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建立方程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求出未知数的值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是待定系数法的基本形式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也是方程思想的一种基本应用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坐标形式下向量相等的条件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相等向量的对应坐标相等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对应坐标相等的向量是相等向量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由此可建立相等关系求某些参数的值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371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473789"/>
            <a:ext cx="19758281" cy="2990434"/>
            <a:chOff x="361950" y="1511895"/>
            <a:chExt cx="19758281" cy="2990434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11895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(0,0),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,5)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</a:t>
              </a: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试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满足什么条件时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轴上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轴上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在第四象限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7079257"/>
                </p:ext>
              </p:extLst>
            </p:nvPr>
          </p:nvGraphicFramePr>
          <p:xfrm>
            <a:off x="8415173" y="1573743"/>
            <a:ext cx="11705058" cy="550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7" name="文档" r:id="rId4" imgW="3837724" imgH="180648" progId="Word.Document.12">
                    <p:embed/>
                  </p:oleObj>
                </mc:Choice>
                <mc:Fallback>
                  <p:oleObj name="文档" r:id="rId4" imgW="3837724" imgH="18064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415173" y="1573743"/>
                          <a:ext cx="11705058" cy="550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8165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726620"/>
              </p:ext>
            </p:extLst>
          </p:nvPr>
        </p:nvGraphicFramePr>
        <p:xfrm>
          <a:off x="432445" y="676246"/>
          <a:ext cx="11089629" cy="5683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文档" r:id="rId4" imgW="3826872" imgH="1961133" progId="Word.Document.12">
                  <p:embed/>
                </p:oleObj>
              </mc:Choice>
              <mc:Fallback>
                <p:oleObj name="文档" r:id="rId4" imgW="3826872" imgH="19611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676246"/>
                        <a:ext cx="11089629" cy="56830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46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875115"/>
            <a:ext cx="11766550" cy="4823076"/>
            <a:chOff x="361950" y="711435"/>
            <a:chExt cx="11766550" cy="482307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11435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分类讨论不全面致错</a:t>
              </a:r>
              <a:endParaRPr lang="zh-CN" altLang="en-US" dirty="0"/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(3,2),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(5,4),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(6,7),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为顶点的平行四边形的另一个顶点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的坐标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4702810"/>
                </p:ext>
              </p:extLst>
            </p:nvPr>
          </p:nvGraphicFramePr>
          <p:xfrm>
            <a:off x="484188" y="2527133"/>
            <a:ext cx="11644312" cy="650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5" name="文档" r:id="rId4" imgW="3837724" imgH="215623" progId="Word.Document.12">
                    <p:embed/>
                  </p:oleObj>
                </mc:Choice>
                <mc:Fallback>
                  <p:oleObj name="文档" r:id="rId4" imgW="3837724" imgH="2156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4188" y="2527133"/>
                          <a:ext cx="11644312" cy="6508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3135008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可得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,7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-y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故所求顶点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的坐标为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(4,5)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1776688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错解只考虑了平行四边形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这一种情况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漏掉了其他平行四边形的情况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平行四边形四个顶点按逆时针顺序排列有三种可能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ADBC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还有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另外两种情况没有考虑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49218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097980"/>
              </p:ext>
            </p:extLst>
          </p:nvPr>
        </p:nvGraphicFramePr>
        <p:xfrm>
          <a:off x="360437" y="693909"/>
          <a:ext cx="11671959" cy="5600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文档" r:id="rId4" imgW="3837724" imgH="1842173" progId="Word.Document.12">
                  <p:embed/>
                </p:oleObj>
              </mc:Choice>
              <mc:Fallback>
                <p:oleObj name="文档" r:id="rId4" imgW="3837724" imgH="18421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693909"/>
                        <a:ext cx="11671959" cy="5600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418416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207958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故所求顶点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的坐标为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综上可得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为顶点的平行四边形的另一个顶点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的坐标是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(4,5)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(8,9)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0394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238101"/>
            <a:ext cx="10807700" cy="3595994"/>
            <a:chOff x="361950" y="1151855"/>
            <a:chExt cx="10807700" cy="3595994"/>
          </a:xfrm>
        </p:grpSpPr>
        <p:pic>
          <p:nvPicPr>
            <p:cNvPr id="4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151855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757415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为顶点的平行四边形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的第四个顶点的坐标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为顶点的平行四边形的另一个顶点的坐标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是有区别的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前者的点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位置确定了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四点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是按同一方向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顺时针或逆时针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排列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后者的点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位置没有确定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应分三种情况进行讨论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742279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776398"/>
              </p:ext>
            </p:extLst>
          </p:nvPr>
        </p:nvGraphicFramePr>
        <p:xfrm>
          <a:off x="504453" y="772151"/>
          <a:ext cx="10640962" cy="1039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5" name="文档" r:id="rId4" imgW="3837724" imgH="374997" progId="Word.Document.12">
                  <p:embed/>
                </p:oleObj>
              </mc:Choice>
              <mc:Fallback>
                <p:oleObj name="文档" r:id="rId4" imgW="3837724" imgH="3749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72151"/>
                        <a:ext cx="10640962" cy="1039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264468"/>
              </p:ext>
            </p:extLst>
          </p:nvPr>
        </p:nvGraphicFramePr>
        <p:xfrm>
          <a:off x="504453" y="3392099"/>
          <a:ext cx="11705058" cy="1052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6" name="文档" r:id="rId7" imgW="3837724" imgH="345069" progId="Word.Document.12">
                  <p:embed/>
                </p:oleObj>
              </mc:Choice>
              <mc:Fallback>
                <p:oleObj name="文档" r:id="rId7" imgW="3837724" imgH="3450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3392099"/>
                        <a:ext cx="11705058" cy="1052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21N11.eps" descr="id:2147498208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7057181" y="1857718"/>
            <a:ext cx="2664296" cy="2507106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627175"/>
              </p:ext>
            </p:extLst>
          </p:nvPr>
        </p:nvGraphicFramePr>
        <p:xfrm>
          <a:off x="442277" y="4611423"/>
          <a:ext cx="11705058" cy="590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文档" r:id="rId11" imgW="3837724" imgH="193628" progId="Word.Document.12">
                  <p:embed/>
                </p:oleObj>
              </mc:Choice>
              <mc:Fallback>
                <p:oleObj name="文档" r:id="rId11" imgW="3837724" imgH="1936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2277" y="4611423"/>
                        <a:ext cx="11705058" cy="590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360437" y="5258009"/>
            <a:ext cx="1521379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476831"/>
              </p:ext>
            </p:extLst>
          </p:nvPr>
        </p:nvGraphicFramePr>
        <p:xfrm>
          <a:off x="422613" y="1669238"/>
          <a:ext cx="11671959" cy="172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文档" r:id="rId4" imgW="3826872" imgH="567100" progId="Word.Document.12">
                  <p:embed/>
                </p:oleObj>
              </mc:Choice>
              <mc:Fallback>
                <p:oleObj name="文档" r:id="rId4" imgW="3826872" imgH="5671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613" y="1669238"/>
                        <a:ext cx="11671959" cy="1729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810762"/>
              </p:ext>
            </p:extLst>
          </p:nvPr>
        </p:nvGraphicFramePr>
        <p:xfrm>
          <a:off x="381614" y="3403687"/>
          <a:ext cx="11671959" cy="65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文档" r:id="rId7" imgW="3826872" imgH="214909" progId="Word.Document.12">
                  <p:embed/>
                </p:oleObj>
              </mc:Choice>
              <mc:Fallback>
                <p:oleObj name="文档" r:id="rId7" imgW="3826872" imgH="214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614" y="3403687"/>
                        <a:ext cx="11671959" cy="65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291455" y="3996983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00923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869505"/>
              </p:ext>
            </p:extLst>
          </p:nvPr>
        </p:nvGraphicFramePr>
        <p:xfrm>
          <a:off x="504453" y="828631"/>
          <a:ext cx="10640962" cy="15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文档" r:id="rId4" imgW="3837724" imgH="557087" progId="Word.Document.12">
                  <p:embed/>
                </p:oleObj>
              </mc:Choice>
              <mc:Fallback>
                <p:oleObj name="文档" r:id="rId4" imgW="3837724" imgH="5570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28631"/>
                        <a:ext cx="10640962" cy="1544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479189"/>
              </p:ext>
            </p:extLst>
          </p:nvPr>
        </p:nvGraphicFramePr>
        <p:xfrm>
          <a:off x="517035" y="2460744"/>
          <a:ext cx="11705058" cy="27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文档" r:id="rId7" imgW="3837724" imgH="905041" progId="Word.Document.12">
                  <p:embed/>
                </p:oleObj>
              </mc:Choice>
              <mc:Fallback>
                <p:oleObj name="文档" r:id="rId7" imgW="3837724" imgH="9050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7035" y="2460744"/>
                        <a:ext cx="11705058" cy="27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>
            <a:spLocks noChangeAspect="1"/>
          </p:cNvSpPr>
          <p:nvPr/>
        </p:nvSpPr>
        <p:spPr>
          <a:xfrm>
            <a:off x="452109" y="5221119"/>
            <a:ext cx="163519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44021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253233"/>
              </p:ext>
            </p:extLst>
          </p:nvPr>
        </p:nvGraphicFramePr>
        <p:xfrm>
          <a:off x="432445" y="1007839"/>
          <a:ext cx="11671959" cy="126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name="文档" r:id="rId4" imgW="3826872" imgH="413646" progId="Word.Document.12">
                  <p:embed/>
                </p:oleObj>
              </mc:Choice>
              <mc:Fallback>
                <p:oleObj name="文档" r:id="rId4" imgW="3826872" imgH="4136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07839"/>
                        <a:ext cx="11671959" cy="126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177457"/>
              </p:ext>
            </p:extLst>
          </p:nvPr>
        </p:nvGraphicFramePr>
        <p:xfrm>
          <a:off x="432445" y="2251639"/>
          <a:ext cx="11671959" cy="2462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name="文档" r:id="rId7" imgW="3826872" imgH="807525" progId="Word.Document.12">
                  <p:embed/>
                </p:oleObj>
              </mc:Choice>
              <mc:Fallback>
                <p:oleObj name="文档" r:id="rId7" imgW="3826872" imgH="8075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251639"/>
                        <a:ext cx="11671959" cy="24629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37589" y="4717063"/>
            <a:ext cx="2342308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20502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510224"/>
              </p:ext>
            </p:extLst>
          </p:nvPr>
        </p:nvGraphicFramePr>
        <p:xfrm>
          <a:off x="504453" y="1138072"/>
          <a:ext cx="11671959" cy="1309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2" name="文档" r:id="rId4" imgW="3826872" imgH="429458" progId="Word.Document.12">
                  <p:embed/>
                </p:oleObj>
              </mc:Choice>
              <mc:Fallback>
                <p:oleObj name="文档" r:id="rId4" imgW="3826872" imgH="4294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138072"/>
                        <a:ext cx="11671959" cy="1309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218237"/>
              </p:ext>
            </p:extLst>
          </p:nvPr>
        </p:nvGraphicFramePr>
        <p:xfrm>
          <a:off x="499993" y="2453880"/>
          <a:ext cx="11671959" cy="1965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3" name="文档" r:id="rId7" imgW="3826872" imgH="644367" progId="Word.Document.12">
                  <p:embed/>
                </p:oleObj>
              </mc:Choice>
              <mc:Fallback>
                <p:oleObj name="文档" r:id="rId7" imgW="3826872" imgH="6443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9993" y="2453880"/>
                        <a:ext cx="11671959" cy="19653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432445" y="4419199"/>
            <a:ext cx="230543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53329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73</TotalTime>
  <Words>1060</Words>
  <Application>Microsoft Office PowerPoint</Application>
  <PresentationFormat>自定义</PresentationFormat>
  <Paragraphs>74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7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21</cp:revision>
  <dcterms:created xsi:type="dcterms:W3CDTF">2020-09-12T05:36:12Z</dcterms:created>
  <dcterms:modified xsi:type="dcterms:W3CDTF">2025-09-04T05:23:20Z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