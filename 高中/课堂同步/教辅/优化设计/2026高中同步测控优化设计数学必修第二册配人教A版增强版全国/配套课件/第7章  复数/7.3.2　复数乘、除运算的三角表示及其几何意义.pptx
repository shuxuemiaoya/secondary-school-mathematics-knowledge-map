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wav" ContentType="audio/x-wav"/>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731" r:id="rId2"/>
    <p:sldId id="753" r:id="rId3"/>
    <p:sldId id="736" r:id="rId4"/>
    <p:sldId id="744" r:id="rId5"/>
    <p:sldId id="746" r:id="rId6"/>
    <p:sldId id="749" r:id="rId7"/>
    <p:sldId id="756" r:id="rId8"/>
    <p:sldId id="757" r:id="rId9"/>
    <p:sldId id="758" r:id="rId10"/>
    <p:sldId id="759" r:id="rId11"/>
    <p:sldId id="760" r:id="rId12"/>
    <p:sldId id="761" r:id="rId13"/>
    <p:sldId id="762" r:id="rId14"/>
    <p:sldId id="737" r:id="rId15"/>
    <p:sldId id="750" r:id="rId16"/>
    <p:sldId id="763" r:id="rId17"/>
    <p:sldId id="764" r:id="rId18"/>
    <p:sldId id="765" r:id="rId19"/>
    <p:sldId id="766" r:id="rId20"/>
    <p:sldId id="767" r:id="rId21"/>
    <p:sldId id="754" r:id="rId22"/>
    <p:sldId id="768" r:id="rId23"/>
    <p:sldId id="769" r:id="rId24"/>
    <p:sldId id="770" r:id="rId25"/>
    <p:sldId id="755" r:id="rId26"/>
    <p:sldId id="771" r:id="rId27"/>
    <p:sldId id="772" r:id="rId28"/>
    <p:sldId id="773" r:id="rId29"/>
    <p:sldId id="747" r:id="rId30"/>
    <p:sldId id="751" r:id="rId31"/>
    <p:sldId id="774" r:id="rId32"/>
    <p:sldId id="775" r:id="rId33"/>
    <p:sldId id="776" r:id="rId34"/>
    <p:sldId id="748" r:id="rId35"/>
    <p:sldId id="752" r:id="rId36"/>
    <p:sldId id="777" r:id="rId37"/>
    <p:sldId id="778" r:id="rId38"/>
    <p:sldId id="735" r:id="rId39"/>
  </p:sldIdLst>
  <p:sldSz cx="11522075" cy="6480175"/>
  <p:notesSz cx="6858000" cy="9144000"/>
  <p:defaultTextStyle>
    <a:defPPr>
      <a:defRPr lang="zh-CN"/>
    </a:defPPr>
    <a:lvl1pPr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1pPr>
    <a:lvl2pPr marL="4572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2pPr>
    <a:lvl3pPr marL="9144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3pPr>
    <a:lvl4pPr marL="13716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4pPr>
    <a:lvl5pPr marL="1828800" algn="l" rtl="0" fontAlgn="base">
      <a:spcBef>
        <a:spcPct val="0"/>
      </a:spcBef>
      <a:spcAft>
        <a:spcPct val="0"/>
      </a:spcAft>
      <a:buFont typeface="Arial" panose="020B0604020202020204" pitchFamily="34" charset="0"/>
      <a:defRPr sz="3200" b="1" kern="1200">
        <a:solidFill>
          <a:srgbClr val="FF0000"/>
        </a:solidFill>
        <a:latin typeface="Times New Roman" panose="02020603050405020304" pitchFamily="18" charset="0"/>
        <a:ea typeface="黑体" panose="02010609060101010101" pitchFamily="49" charset="-122"/>
        <a:cs typeface="+mn-cs"/>
      </a:defRPr>
    </a:lvl5pPr>
    <a:lvl6pPr marL="22860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6pPr>
    <a:lvl7pPr marL="27432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7pPr>
    <a:lvl8pPr marL="32004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8pPr>
    <a:lvl9pPr marL="3657600" algn="l" defTabSz="914400" rtl="0" eaLnBrk="1" latinLnBrk="0" hangingPunct="1">
      <a:defRPr sz="3200" b="1" kern="1200">
        <a:solidFill>
          <a:srgbClr val="FF0000"/>
        </a:solidFill>
        <a:latin typeface="Times New Roman" panose="02020603050405020304" pitchFamily="18"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059">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FF9933"/>
    <a:srgbClr val="FF3399"/>
    <a:srgbClr val="FF7C80"/>
    <a:srgbClr val="FFFFFF"/>
    <a:srgbClr val="C6A7DD"/>
    <a:srgbClr val="9E5ECE"/>
    <a:srgbClr val="D60093"/>
    <a:srgbClr val="934BC9"/>
    <a:srgbClr val="3399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591" autoAdjust="0"/>
  </p:normalViewPr>
  <p:slideViewPr>
    <p:cSldViewPr>
      <p:cViewPr varScale="1">
        <p:scale>
          <a:sx n="97" d="100"/>
          <a:sy n="97" d="100"/>
        </p:scale>
        <p:origin x="504" y="78"/>
      </p:cViewPr>
      <p:guideLst>
        <p:guide orient="horz" pos="2059"/>
        <p:guide pos="3629"/>
      </p:guideLst>
    </p:cSldViewPr>
  </p:slideViewPr>
  <p:outlineViewPr>
    <p:cViewPr>
      <p:scale>
        <a:sx n="33" d="100"/>
        <a:sy n="33" d="100"/>
      </p:scale>
      <p:origin x="0" y="0"/>
    </p:cViewPr>
  </p:outlineViewPr>
  <p:notesTextViewPr>
    <p:cViewPr>
      <p:scale>
        <a:sx n="3" d="2"/>
        <a:sy n="3" d="2"/>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image" Target="../media/image2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image" Target="../media/image2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image" Target="../media/image31.e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image" Target="../media/image39.e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image" Target="../media/image4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381000" y="685800"/>
            <a:ext cx="6096000" cy="3429000"/>
          </a:xfrm>
          <a:prstGeom prst="rect">
            <a:avLst/>
          </a:prstGeom>
          <a:noFill/>
          <a:ln w="12700">
            <a:solidFill>
              <a:srgbClr val="000000"/>
            </a:solidFill>
            <a:miter lim="800000"/>
          </a:ln>
          <a:extLst>
            <a:ext uri="{909E8E84-426E-40DD-AFC4-6F175D3DCCD1}">
              <a14:hiddenFill xmlns:a14="http://schemas.microsoft.com/office/drawing/2010/main">
                <a:solidFill>
                  <a:srgbClr val="FFFFFF"/>
                </a:solidFill>
              </a14:hiddenFill>
            </a:ext>
          </a:extLst>
        </p:spPr>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buFontTx/>
              <a:buNone/>
              <a:defRPr sz="1200" b="0">
                <a:solidFill>
                  <a:schemeClr val="tx1"/>
                </a:solidFill>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noProof="1" dirty="0">
                <a:ea typeface="黑体" panose="02010609060101010101" pitchFamily="49" charset="-122"/>
              </a:defRPr>
            </a:lvl1pPr>
          </a:lstStyle>
          <a:p>
            <a:fld id="{A64CA497-71E0-4184-919F-D45F39379D11}" type="slidenum">
              <a:rPr lang="zh-CN" altLang="en-US"/>
              <a:pPr/>
              <a:t>‹#›</a:t>
            </a:fld>
            <a:endParaRPr lang="zh-CN" altLang="en-US">
              <a:ea typeface="黑体" panose="02010609060101010101" pitchFamily="49" charset="-122"/>
            </a:endParaRPr>
          </a:p>
        </p:txBody>
      </p:sp>
    </p:spTree>
    <p:extLst>
      <p:ext uri="{BB962C8B-B14F-4D97-AF65-F5344CB8AC3E}">
        <p14:creationId xmlns:p14="http://schemas.microsoft.com/office/powerpoint/2010/main" val="1747822530"/>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4CA497-71E0-4184-919F-D45F39379D11}" type="slidenum">
              <a:rPr lang="zh-CN" altLang="en-US" smtClean="0"/>
              <a:pPr/>
              <a:t>38</a:t>
            </a:fld>
            <a:endParaRPr lang="zh-CN" altLang="en-US">
              <a:ea typeface="黑体" panose="02010609060101010101" pitchFamily="49" charset="-122"/>
            </a:endParaRPr>
          </a:p>
        </p:txBody>
      </p:sp>
    </p:spTree>
    <p:extLst>
      <p:ext uri="{BB962C8B-B14F-4D97-AF65-F5344CB8AC3E}">
        <p14:creationId xmlns:p14="http://schemas.microsoft.com/office/powerpoint/2010/main" val="85814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196167"/>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标题幻灯片">
    <p:bg>
      <p:bgPr>
        <a:pattFill prst="lgGrid">
          <a:fgClr>
            <a:schemeClr val="bg2">
              <a:lumMod val="90000"/>
            </a:schemeClr>
          </a:fgClr>
          <a:bgClr>
            <a:schemeClr val="bg1"/>
          </a:bgClr>
        </a:pattFill>
        <a:effectLst/>
      </p:bgPr>
    </p:bg>
    <p:spTree>
      <p:nvGrpSpPr>
        <p:cNvPr id="1" name=""/>
        <p:cNvGrpSpPr/>
        <p:nvPr/>
      </p:nvGrpSpPr>
      <p:grpSpPr>
        <a:xfrm>
          <a:off x="0" y="0"/>
          <a:ext cx="0" cy="0"/>
          <a:chOff x="0" y="0"/>
          <a:chExt cx="0" cy="0"/>
        </a:xfrm>
      </p:grpSpPr>
      <p:sp>
        <p:nvSpPr>
          <p:cNvPr id="8" name="云形标注 7"/>
          <p:cNvSpPr/>
          <p:nvPr userDrawn="1"/>
        </p:nvSpPr>
        <p:spPr>
          <a:xfrm>
            <a:off x="8868398" y="132726"/>
            <a:ext cx="2460413" cy="136045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6600" dirty="0" smtClean="0">
                <a:solidFill>
                  <a:srgbClr val="FF0000"/>
                </a:solidFill>
              </a:rPr>
              <a:t>   </a:t>
            </a:r>
            <a:r>
              <a:rPr lang="zh-CN" altLang="en-US" sz="8800"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33927165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2" presetClass="entr" presetSubtype="0" fill="hold" grpId="1" nodeType="afterEffect">
                                  <p:stCondLst>
                                    <p:cond delay="0"/>
                                  </p:stCondLst>
                                  <p:childTnLst>
                                    <p:set>
                                      <p:cBhvr>
                                        <p:cTn id="6" dur="1" fill="hold">
                                          <p:stCondLst>
                                            <p:cond delay="0"/>
                                          </p:stCondLst>
                                        </p:cTn>
                                        <p:tgtEl>
                                          <p:spTgt spid="8"/>
                                        </p:tgtEl>
                                        <p:attrNameLst>
                                          <p:attrName>style.visibility</p:attrName>
                                        </p:attrNameLst>
                                      </p:cBhvr>
                                      <p:to>
                                        <p:strVal val="visible"/>
                                      </p:to>
                                    </p:set>
                                    <p:animScale>
                                      <p:cBhvr>
                                        <p:cTn id="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8"/>
                                        </p:tgtEl>
                                        <p:attrNameLst>
                                          <p:attrName>ppt_x</p:attrName>
                                          <p:attrName>ppt_y</p:attrName>
                                        </p:attrNameLst>
                                      </p:cBhvr>
                                    </p:animMotion>
                                    <p:animEffect transition="in" filter="fade">
                                      <p:cBhvr>
                                        <p:cTn id="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1"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标题幻灯片">
    <p:bg>
      <p:bgPr>
        <a:pattFill prst="pct5">
          <a:fgClr>
            <a:schemeClr val="bg2">
              <a:lumMod val="75000"/>
            </a:schemeClr>
          </a:fgClr>
          <a:bgClr>
            <a:schemeClr val="bg1"/>
          </a:bgClr>
        </a:patt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5108201"/>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246955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1037021"/>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28942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gradFill>
          <a:gsLst>
            <a:gs pos="61000">
              <a:schemeClr val="bg2">
                <a:lumMod val="90000"/>
              </a:schemeClr>
            </a:gs>
            <a:gs pos="100000">
              <a:schemeClr val="bg2">
                <a:lumMod val="50000"/>
              </a:schemeClr>
            </a:gs>
            <a:gs pos="0">
              <a:schemeClr val="bg2">
                <a:lumMod val="50000"/>
              </a:schemeClr>
            </a:gs>
            <a:gs pos="40000">
              <a:schemeClr val="bg2">
                <a:lumMod val="90000"/>
              </a:schemeClr>
            </a:gs>
          </a:gsLst>
          <a:lin ang="5400000" scaled="1"/>
        </a:gradFill>
        <a:effectLst/>
      </p:bgPr>
    </p:bg>
    <p:spTree>
      <p:nvGrpSpPr>
        <p:cNvPr id="1" name=""/>
        <p:cNvGrpSpPr/>
        <p:nvPr/>
      </p:nvGrpSpPr>
      <p:grpSpPr>
        <a:xfrm>
          <a:off x="0" y="0"/>
          <a:ext cx="0" cy="0"/>
          <a:chOff x="0" y="0"/>
          <a:chExt cx="0" cy="0"/>
        </a:xfrm>
      </p:grpSpPr>
      <p:sp>
        <p:nvSpPr>
          <p:cNvPr id="2" name="矩形 1"/>
          <p:cNvSpPr/>
          <p:nvPr userDrawn="1"/>
        </p:nvSpPr>
        <p:spPr>
          <a:xfrm>
            <a:off x="801617" y="1129203"/>
            <a:ext cx="10071988" cy="3046988"/>
          </a:xfrm>
          <a:prstGeom prst="rect">
            <a:avLst/>
          </a:prstGeom>
          <a:noFill/>
        </p:spPr>
        <p:txBody>
          <a:bodyPr wrap="none" lIns="91440" tIns="45720" rIns="91440" bIns="45720">
            <a:spAutoFit/>
          </a:bodyPr>
          <a:lstStyle/>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十年寒窗磨利剑，</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a:p>
            <a:r>
              <a:rPr lang="zh-CN" altLang="en-US"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rPr>
              <a:t>一朝折桂展宏图！</a:t>
            </a:r>
            <a:endParaRPr lang="en-US" altLang="zh-CN" sz="9600" dirty="0" smtClean="0">
              <a:solidFill>
                <a:schemeClr val="accent2"/>
              </a:solidFill>
              <a:effectLst>
                <a:outerShdw dist="50800" dir="5400000" algn="ctr" rotWithShape="0">
                  <a:srgbClr val="000000">
                    <a:alpha val="60000"/>
                  </a:srgbClr>
                </a:outerShdw>
              </a:effectLst>
              <a:latin typeface="隶书" panose="02010509060101010101" pitchFamily="49" charset="-122"/>
              <a:ea typeface="隶书" panose="02010509060101010101" pitchFamily="49" charset="-122"/>
            </a:endParaRPr>
          </a:p>
        </p:txBody>
      </p:sp>
    </p:spTree>
    <p:extLst>
      <p:ext uri="{BB962C8B-B14F-4D97-AF65-F5344CB8AC3E}">
        <p14:creationId xmlns:p14="http://schemas.microsoft.com/office/powerpoint/2010/main" val="34260790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audio" Target="../media/audio1.wav"/><Relationship Id="rId5" Type="http://schemas.openxmlformats.org/officeDocument/2006/relationships/slideLayout" Target="../slideLayouts/slideLayout5.xml"/><Relationship Id="rId10" Type="http://schemas.openxmlformats.org/officeDocument/2006/relationships/slide" Target="../slides/slide4.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userDrawn="1"/>
        </p:nvGrpSpPr>
        <p:grpSpPr>
          <a:xfrm>
            <a:off x="-1" y="36116"/>
            <a:ext cx="11522075" cy="611683"/>
            <a:chOff x="-1" y="36116"/>
            <a:chExt cx="11522075" cy="611683"/>
          </a:xfrm>
        </p:grpSpPr>
        <p:sp>
          <p:nvSpPr>
            <p:cNvPr id="7" name="矩形 6"/>
            <p:cNvSpPr/>
            <p:nvPr userDrawn="1"/>
          </p:nvSpPr>
          <p:spPr>
            <a:xfrm>
              <a:off x="-1" y="359767"/>
              <a:ext cx="11522075" cy="288032"/>
            </a:xfrm>
            <a:prstGeom prst="rect">
              <a:avLst/>
            </a:prstGeom>
            <a:gradFill flip="none" rotWithShape="1">
              <a:gsLst>
                <a:gs pos="65000">
                  <a:schemeClr val="bg2">
                    <a:lumMod val="90000"/>
                  </a:schemeClr>
                </a:gs>
                <a:gs pos="38000">
                  <a:schemeClr val="bg2">
                    <a:lumMod val="75000"/>
                  </a:schemeClr>
                </a:gs>
                <a:gs pos="1000">
                  <a:srgbClr val="0070C0"/>
                </a:gs>
                <a:gs pos="100000">
                  <a:schemeClr val="bg1"/>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88429" y="36116"/>
              <a:ext cx="576064" cy="576064"/>
            </a:xfrm>
            <a:prstGeom prst="rect">
              <a:avLst/>
            </a:prstGeom>
          </p:spPr>
        </p:pic>
      </p:grpSp>
      <p:sp>
        <p:nvSpPr>
          <p:cNvPr id="9" name="矩形 8"/>
          <p:cNvSpPr/>
          <p:nvPr userDrawn="1"/>
        </p:nvSpPr>
        <p:spPr>
          <a:xfrm>
            <a:off x="-9728" y="6404527"/>
            <a:ext cx="11522074" cy="72008"/>
          </a:xfrm>
          <a:prstGeom prst="rect">
            <a:avLst/>
          </a:prstGeom>
          <a:solidFill>
            <a:schemeClr val="bg2">
              <a:lumMod val="5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bg2">
                    <a:lumMod val="50000"/>
                  </a:schemeClr>
                </a:solidFill>
              </a:ln>
              <a:solidFill>
                <a:schemeClr val="bg2">
                  <a:lumMod val="50000"/>
                </a:schemeClr>
              </a:solidFill>
            </a:endParaRPr>
          </a:p>
        </p:txBody>
      </p:sp>
      <p:sp>
        <p:nvSpPr>
          <p:cNvPr id="10" name="云形标注 9">
            <a:hlinkClick r:id="rId10" action="ppaction://hlinksldjump">
              <a:snd r:embed="rId11" name="camera.wav"/>
            </a:hlinkClick>
          </p:cNvPr>
          <p:cNvSpPr/>
          <p:nvPr userDrawn="1"/>
        </p:nvSpPr>
        <p:spPr>
          <a:xfrm>
            <a:off x="10441557" y="42551"/>
            <a:ext cx="864096" cy="432048"/>
          </a:xfrm>
          <a:prstGeom prst="cloudCallou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dirty="0" smtClean="0"/>
              <a:t>  </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1345586147"/>
      </p:ext>
    </p:extLst>
  </p:cSld>
  <p:clrMap bg1="lt1" tx1="dk1" bg2="lt2" tx2="dk2" accent1="accent1" accent2="accent2" accent3="accent3" accent4="accent4" accent5="accent5" accent6="accent6" hlink="hlink" folHlink="folHlink"/>
  <p:sldLayoutIdLst>
    <p:sldLayoutId id="2147483661" r:id="rId1"/>
    <p:sldLayoutId id="2147483695" r:id="rId2"/>
    <p:sldLayoutId id="2147483697" r:id="rId3"/>
    <p:sldLayoutId id="2147483690" r:id="rId4"/>
    <p:sldLayoutId id="2147483691" r:id="rId5"/>
    <p:sldLayoutId id="2147483692" r:id="rId6"/>
    <p:sldLayoutId id="2147483694" r:id="rId7"/>
  </p:sldLayoutIdLst>
  <p:timing>
    <p:tnLst>
      <p:par>
        <p:cTn id="1" dur="indefinite" restart="never" nodeType="tmRoot"/>
      </p:par>
    </p:tnLst>
  </p:timing>
  <p:txStyles>
    <p:titleStyle>
      <a:lvl1pPr algn="ctr" rtl="0" eaLnBrk="1" fontAlgn="base" hangingPunct="1">
        <a:spcBef>
          <a:spcPct val="0"/>
        </a:spcBef>
        <a:spcAft>
          <a:spcPct val="0"/>
        </a:spcAft>
        <a:defRPr sz="4158" kern="1200">
          <a:solidFill>
            <a:schemeClr val="tx1"/>
          </a:solidFill>
          <a:latin typeface="+mj-lt"/>
          <a:ea typeface="+mj-ea"/>
          <a:cs typeface="+mj-cs"/>
        </a:defRPr>
      </a:lvl1pPr>
      <a:lvl2pPr algn="ctr" rtl="0" eaLnBrk="1" fontAlgn="base" hangingPunct="1">
        <a:spcBef>
          <a:spcPct val="0"/>
        </a:spcBef>
        <a:spcAft>
          <a:spcPct val="0"/>
        </a:spcAft>
        <a:defRPr sz="4158">
          <a:solidFill>
            <a:schemeClr val="tx1"/>
          </a:solidFill>
          <a:latin typeface="Arial" charset="0"/>
          <a:ea typeface="黑体" pitchFamily="2" charset="-122"/>
        </a:defRPr>
      </a:lvl2pPr>
      <a:lvl3pPr algn="ctr" rtl="0" eaLnBrk="1" fontAlgn="base" hangingPunct="1">
        <a:spcBef>
          <a:spcPct val="0"/>
        </a:spcBef>
        <a:spcAft>
          <a:spcPct val="0"/>
        </a:spcAft>
        <a:defRPr sz="4158">
          <a:solidFill>
            <a:schemeClr val="tx1"/>
          </a:solidFill>
          <a:latin typeface="Arial" charset="0"/>
          <a:ea typeface="黑体" pitchFamily="2" charset="-122"/>
        </a:defRPr>
      </a:lvl3pPr>
      <a:lvl4pPr algn="ctr" rtl="0" eaLnBrk="1" fontAlgn="base" hangingPunct="1">
        <a:spcBef>
          <a:spcPct val="0"/>
        </a:spcBef>
        <a:spcAft>
          <a:spcPct val="0"/>
        </a:spcAft>
        <a:defRPr sz="4158">
          <a:solidFill>
            <a:schemeClr val="tx1"/>
          </a:solidFill>
          <a:latin typeface="Arial" charset="0"/>
          <a:ea typeface="黑体" pitchFamily="2" charset="-122"/>
        </a:defRPr>
      </a:lvl4pPr>
      <a:lvl5pPr algn="ctr" rtl="0" eaLnBrk="1" fontAlgn="base" hangingPunct="1">
        <a:spcBef>
          <a:spcPct val="0"/>
        </a:spcBef>
        <a:spcAft>
          <a:spcPct val="0"/>
        </a:spcAft>
        <a:defRPr sz="4158">
          <a:solidFill>
            <a:schemeClr val="tx1"/>
          </a:solidFill>
          <a:latin typeface="Arial" charset="0"/>
          <a:ea typeface="黑体" pitchFamily="2" charset="-122"/>
        </a:defRPr>
      </a:lvl5pPr>
      <a:lvl6pPr marL="432008" algn="ctr" rtl="0" eaLnBrk="1" fontAlgn="base" hangingPunct="1">
        <a:spcBef>
          <a:spcPct val="0"/>
        </a:spcBef>
        <a:spcAft>
          <a:spcPct val="0"/>
        </a:spcAft>
        <a:defRPr sz="4158">
          <a:solidFill>
            <a:schemeClr val="tx1"/>
          </a:solidFill>
          <a:latin typeface="Arial" charset="0"/>
          <a:ea typeface="黑体" pitchFamily="2" charset="-122"/>
        </a:defRPr>
      </a:lvl6pPr>
      <a:lvl7pPr marL="864017" algn="ctr" rtl="0" eaLnBrk="1" fontAlgn="base" hangingPunct="1">
        <a:spcBef>
          <a:spcPct val="0"/>
        </a:spcBef>
        <a:spcAft>
          <a:spcPct val="0"/>
        </a:spcAft>
        <a:defRPr sz="4158">
          <a:solidFill>
            <a:schemeClr val="tx1"/>
          </a:solidFill>
          <a:latin typeface="Arial" charset="0"/>
          <a:ea typeface="黑体" pitchFamily="2" charset="-122"/>
        </a:defRPr>
      </a:lvl7pPr>
      <a:lvl8pPr marL="1296025" algn="ctr" rtl="0" eaLnBrk="1" fontAlgn="base" hangingPunct="1">
        <a:spcBef>
          <a:spcPct val="0"/>
        </a:spcBef>
        <a:spcAft>
          <a:spcPct val="0"/>
        </a:spcAft>
        <a:defRPr sz="4158">
          <a:solidFill>
            <a:schemeClr val="tx1"/>
          </a:solidFill>
          <a:latin typeface="Arial" charset="0"/>
          <a:ea typeface="黑体" pitchFamily="2" charset="-122"/>
        </a:defRPr>
      </a:lvl8pPr>
      <a:lvl9pPr marL="1728033" algn="ctr" rtl="0" eaLnBrk="1" fontAlgn="base" hangingPunct="1">
        <a:spcBef>
          <a:spcPct val="0"/>
        </a:spcBef>
        <a:spcAft>
          <a:spcPct val="0"/>
        </a:spcAft>
        <a:defRPr sz="4158">
          <a:solidFill>
            <a:schemeClr val="tx1"/>
          </a:solidFill>
          <a:latin typeface="Arial" charset="0"/>
          <a:ea typeface="黑体" pitchFamily="2" charset="-122"/>
        </a:defRPr>
      </a:lvl9pPr>
    </p:titleStyle>
    <p:bodyStyle>
      <a:lvl1pPr marL="324006" indent="-324006" algn="l" rtl="0" eaLnBrk="1" fontAlgn="base" hangingPunct="1">
        <a:spcBef>
          <a:spcPct val="20000"/>
        </a:spcBef>
        <a:spcAft>
          <a:spcPct val="0"/>
        </a:spcAft>
        <a:buFont typeface="Arial" charset="0"/>
        <a:buChar char="•"/>
        <a:defRPr sz="3024" kern="1200">
          <a:solidFill>
            <a:schemeClr val="tx1"/>
          </a:solidFill>
          <a:latin typeface="+mn-lt"/>
          <a:ea typeface="+mn-ea"/>
          <a:cs typeface="+mn-cs"/>
        </a:defRPr>
      </a:lvl1pPr>
      <a:lvl2pPr marL="702013" indent="-270005" algn="l" rtl="0" eaLnBrk="1" fontAlgn="base" hangingPunct="1">
        <a:spcBef>
          <a:spcPct val="20000"/>
        </a:spcBef>
        <a:spcAft>
          <a:spcPct val="0"/>
        </a:spcAft>
        <a:buFont typeface="Arial" charset="0"/>
        <a:buChar char="–"/>
        <a:defRPr sz="2646" kern="1200">
          <a:solidFill>
            <a:schemeClr val="tx1"/>
          </a:solidFill>
          <a:latin typeface="+mn-lt"/>
          <a:ea typeface="+mn-ea"/>
          <a:cs typeface="+mn-cs"/>
        </a:defRPr>
      </a:lvl2pPr>
      <a:lvl3pPr marL="1080021" indent="-216004" algn="l" rtl="0" eaLnBrk="1" fontAlgn="base" hangingPunct="1">
        <a:spcBef>
          <a:spcPct val="20000"/>
        </a:spcBef>
        <a:spcAft>
          <a:spcPct val="0"/>
        </a:spcAft>
        <a:buFont typeface="Arial" charset="0"/>
        <a:buChar char="•"/>
        <a:defRPr sz="2268" kern="1200">
          <a:solidFill>
            <a:schemeClr val="tx1"/>
          </a:solidFill>
          <a:latin typeface="+mn-lt"/>
          <a:ea typeface="+mn-ea"/>
          <a:cs typeface="+mn-cs"/>
        </a:defRPr>
      </a:lvl3pPr>
      <a:lvl4pPr marL="1512029"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4pPr>
      <a:lvl5pPr marL="1944037" indent="-216004" algn="l" rtl="0" eaLnBrk="1" fontAlgn="base" hangingPunct="1">
        <a:spcBef>
          <a:spcPct val="20000"/>
        </a:spcBef>
        <a:spcAft>
          <a:spcPct val="0"/>
        </a:spcAft>
        <a:buFont typeface="Arial" charset="0"/>
        <a:buChar char="»"/>
        <a:defRPr sz="1890" kern="1200">
          <a:solidFill>
            <a:schemeClr val="tx1"/>
          </a:solidFill>
          <a:latin typeface="+mn-lt"/>
          <a:ea typeface="+mn-ea"/>
          <a:cs typeface="+mn-cs"/>
        </a:defRPr>
      </a:lvl5pPr>
      <a:lvl6pPr marL="2376046"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6pPr>
      <a:lvl7pPr marL="2808054"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7pPr>
      <a:lvl8pPr marL="3240062"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8pPr>
      <a:lvl9pPr marL="3672070" indent="-216004" algn="l" defTabSz="864017" rtl="0" eaLnBrk="1" latinLnBrk="0" hangingPunct="1">
        <a:spcBef>
          <a:spcPct val="20000"/>
        </a:spcBef>
        <a:buFont typeface="Arial" pitchFamily="34" charset="0"/>
        <a:buChar char="•"/>
        <a:defRPr sz="1890" kern="1200">
          <a:solidFill>
            <a:schemeClr val="tx1"/>
          </a:solidFill>
          <a:latin typeface="+mn-lt"/>
          <a:ea typeface="+mn-ea"/>
          <a:cs typeface="+mn-cs"/>
        </a:defRPr>
      </a:lvl9pPr>
    </p:bodyStyle>
    <p:otherStyle>
      <a:defPPr>
        <a:defRPr lang="zh-CN"/>
      </a:defPPr>
      <a:lvl1pPr marL="0" algn="l" defTabSz="864017" rtl="0" eaLnBrk="1" latinLnBrk="0" hangingPunct="1">
        <a:defRPr sz="1701" kern="1200">
          <a:solidFill>
            <a:schemeClr val="tx1"/>
          </a:solidFill>
          <a:latin typeface="+mn-lt"/>
          <a:ea typeface="+mn-ea"/>
          <a:cs typeface="+mn-cs"/>
        </a:defRPr>
      </a:lvl1pPr>
      <a:lvl2pPr marL="432008" algn="l" defTabSz="864017" rtl="0" eaLnBrk="1" latinLnBrk="0" hangingPunct="1">
        <a:defRPr sz="1701" kern="1200">
          <a:solidFill>
            <a:schemeClr val="tx1"/>
          </a:solidFill>
          <a:latin typeface="+mn-lt"/>
          <a:ea typeface="+mn-ea"/>
          <a:cs typeface="+mn-cs"/>
        </a:defRPr>
      </a:lvl2pPr>
      <a:lvl3pPr marL="864017" algn="l" defTabSz="864017" rtl="0" eaLnBrk="1" latinLnBrk="0" hangingPunct="1">
        <a:defRPr sz="1701" kern="1200">
          <a:solidFill>
            <a:schemeClr val="tx1"/>
          </a:solidFill>
          <a:latin typeface="+mn-lt"/>
          <a:ea typeface="+mn-ea"/>
          <a:cs typeface="+mn-cs"/>
        </a:defRPr>
      </a:lvl3pPr>
      <a:lvl4pPr marL="1296025" algn="l" defTabSz="864017" rtl="0" eaLnBrk="1" latinLnBrk="0" hangingPunct="1">
        <a:defRPr sz="1701" kern="1200">
          <a:solidFill>
            <a:schemeClr val="tx1"/>
          </a:solidFill>
          <a:latin typeface="+mn-lt"/>
          <a:ea typeface="+mn-ea"/>
          <a:cs typeface="+mn-cs"/>
        </a:defRPr>
      </a:lvl4pPr>
      <a:lvl5pPr marL="1728033" algn="l" defTabSz="864017" rtl="0" eaLnBrk="1" latinLnBrk="0" hangingPunct="1">
        <a:defRPr sz="1701" kern="1200">
          <a:solidFill>
            <a:schemeClr val="tx1"/>
          </a:solidFill>
          <a:latin typeface="+mn-lt"/>
          <a:ea typeface="+mn-ea"/>
          <a:cs typeface="+mn-cs"/>
        </a:defRPr>
      </a:lvl5pPr>
      <a:lvl6pPr marL="2160041" algn="l" defTabSz="864017" rtl="0" eaLnBrk="1" latinLnBrk="0" hangingPunct="1">
        <a:defRPr sz="1701" kern="1200">
          <a:solidFill>
            <a:schemeClr val="tx1"/>
          </a:solidFill>
          <a:latin typeface="+mn-lt"/>
          <a:ea typeface="+mn-ea"/>
          <a:cs typeface="+mn-cs"/>
        </a:defRPr>
      </a:lvl6pPr>
      <a:lvl7pPr marL="2592050" algn="l" defTabSz="864017" rtl="0" eaLnBrk="1" latinLnBrk="0" hangingPunct="1">
        <a:defRPr sz="1701" kern="1200">
          <a:solidFill>
            <a:schemeClr val="tx1"/>
          </a:solidFill>
          <a:latin typeface="+mn-lt"/>
          <a:ea typeface="+mn-ea"/>
          <a:cs typeface="+mn-cs"/>
        </a:defRPr>
      </a:lvl7pPr>
      <a:lvl8pPr marL="3024058" algn="l" defTabSz="864017" rtl="0" eaLnBrk="1" latinLnBrk="0" hangingPunct="1">
        <a:defRPr sz="1701" kern="1200">
          <a:solidFill>
            <a:schemeClr val="tx1"/>
          </a:solidFill>
          <a:latin typeface="+mn-lt"/>
          <a:ea typeface="+mn-ea"/>
          <a:cs typeface="+mn-cs"/>
        </a:defRPr>
      </a:lvl8pPr>
      <a:lvl9pPr marL="3456066" algn="l" defTabSz="864017" rtl="0" eaLnBrk="1" latinLnBrk="0" hangingPunct="1">
        <a:defRPr sz="17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 Target="slide5.xml"/><Relationship Id="rId1" Type="http://schemas.openxmlformats.org/officeDocument/2006/relationships/slideLayout" Target="../slideLayouts/slideLayout3.xml"/><Relationship Id="rId6" Type="http://schemas.openxmlformats.org/officeDocument/2006/relationships/slide" Target="slide34.xml"/><Relationship Id="rId5" Type="http://schemas.openxmlformats.org/officeDocument/2006/relationships/slide" Target="slide29.xml"/><Relationship Id="rId4" Type="http://schemas.openxmlformats.org/officeDocument/2006/relationships/slide" Target="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5.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Word___1.docx"/></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package" Target="../embeddings/Microsoft_Word___2.docx"/></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5" Type="http://schemas.openxmlformats.org/officeDocument/2006/relationships/image" Target="../media/image5.emf"/><Relationship Id="rId4" Type="http://schemas.openxmlformats.org/officeDocument/2006/relationships/package" Target="../embeddings/Microsoft_Word___3.docx"/></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6" Type="http://schemas.openxmlformats.org/officeDocument/2006/relationships/image" Target="../media/image7.jpeg"/><Relationship Id="rId5" Type="http://schemas.openxmlformats.org/officeDocument/2006/relationships/image" Target="../media/image6.emf"/><Relationship Id="rId4" Type="http://schemas.openxmlformats.org/officeDocument/2006/relationships/package" Target="../embeddings/Microsoft_Word___4.docx"/></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5.vml"/><Relationship Id="rId6" Type="http://schemas.openxmlformats.org/officeDocument/2006/relationships/image" Target="../media/image9.jpeg"/><Relationship Id="rId5" Type="http://schemas.openxmlformats.org/officeDocument/2006/relationships/image" Target="../media/image8.emf"/><Relationship Id="rId4" Type="http://schemas.openxmlformats.org/officeDocument/2006/relationships/package" Target="../embeddings/Microsoft_Word___5.docx"/></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6.vml"/><Relationship Id="rId5" Type="http://schemas.openxmlformats.org/officeDocument/2006/relationships/image" Target="../media/image10.emf"/><Relationship Id="rId4" Type="http://schemas.openxmlformats.org/officeDocument/2006/relationships/package" Target="../embeddings/Microsoft_Word___6.docx"/></Relationships>
</file>

<file path=ppt/slides/_rels/slide1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slide" Target="slide15.xml"/><Relationship Id="rId1" Type="http://schemas.openxmlformats.org/officeDocument/2006/relationships/slideLayout" Target="../slideLayouts/slideLayout4.xml"/><Relationship Id="rId4" Type="http://schemas.openxmlformats.org/officeDocument/2006/relationships/slide" Target="slide25.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image" Target="../media/image11.emf"/><Relationship Id="rId4" Type="http://schemas.openxmlformats.org/officeDocument/2006/relationships/package" Target="../embeddings/Microsoft_Word___7.docx"/></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8.vml"/><Relationship Id="rId5" Type="http://schemas.openxmlformats.org/officeDocument/2006/relationships/image" Target="../media/image12.emf"/><Relationship Id="rId4" Type="http://schemas.openxmlformats.org/officeDocument/2006/relationships/package" Target="../embeddings/Microsoft_Word___8.docx"/></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4.xml"/><Relationship Id="rId1" Type="http://schemas.openxmlformats.org/officeDocument/2006/relationships/vmlDrawing" Target="../drawings/vmlDrawing9.vml"/><Relationship Id="rId5" Type="http://schemas.openxmlformats.org/officeDocument/2006/relationships/image" Target="../media/image13.emf"/><Relationship Id="rId4" Type="http://schemas.openxmlformats.org/officeDocument/2006/relationships/package" Target="../embeddings/Microsoft_Word___9.docx"/></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4.xml"/><Relationship Id="rId1" Type="http://schemas.openxmlformats.org/officeDocument/2006/relationships/vmlDrawing" Target="../drawings/vmlDrawing10.vml"/><Relationship Id="rId5" Type="http://schemas.openxmlformats.org/officeDocument/2006/relationships/image" Target="../media/image15.emf"/><Relationship Id="rId4" Type="http://schemas.openxmlformats.org/officeDocument/2006/relationships/package" Target="../embeddings/Microsoft_Word___10.docx"/></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4.xml"/><Relationship Id="rId1" Type="http://schemas.openxmlformats.org/officeDocument/2006/relationships/vmlDrawing" Target="../drawings/vmlDrawing11.vml"/><Relationship Id="rId5" Type="http://schemas.openxmlformats.org/officeDocument/2006/relationships/image" Target="../media/image16.emf"/><Relationship Id="rId4" Type="http://schemas.openxmlformats.org/officeDocument/2006/relationships/package" Target="../embeddings/Microsoft_Word___11.docx"/></Relationships>
</file>

<file path=ppt/slides/_rels/slide21.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2.bin"/><Relationship Id="rId7" Type="http://schemas.openxmlformats.org/officeDocument/2006/relationships/package" Target="../embeddings/Microsoft_Word___13.docx"/><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oleObject" Target="../embeddings/oleObject13.bin"/><Relationship Id="rId5" Type="http://schemas.openxmlformats.org/officeDocument/2006/relationships/image" Target="../media/image17.emf"/><Relationship Id="rId4" Type="http://schemas.openxmlformats.org/officeDocument/2006/relationships/package" Target="../embeddings/Microsoft_Word___12.docx"/></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20.emf"/><Relationship Id="rId3" Type="http://schemas.openxmlformats.org/officeDocument/2006/relationships/oleObject" Target="../embeddings/oleObject14.bin"/><Relationship Id="rId7" Type="http://schemas.openxmlformats.org/officeDocument/2006/relationships/package" Target="../embeddings/Microsoft_Word___15.docx"/><Relationship Id="rId2" Type="http://schemas.openxmlformats.org/officeDocument/2006/relationships/slideLayout" Target="../slideLayouts/slideLayout4.xml"/><Relationship Id="rId1" Type="http://schemas.openxmlformats.org/officeDocument/2006/relationships/vmlDrawing" Target="../drawings/vmlDrawing13.vml"/><Relationship Id="rId6" Type="http://schemas.openxmlformats.org/officeDocument/2006/relationships/oleObject" Target="../embeddings/oleObject15.bin"/><Relationship Id="rId5" Type="http://schemas.openxmlformats.org/officeDocument/2006/relationships/image" Target="../media/image19.emf"/><Relationship Id="rId4" Type="http://schemas.openxmlformats.org/officeDocument/2006/relationships/package" Target="../embeddings/Microsoft_Word___14.docx"/></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4.xml"/><Relationship Id="rId1" Type="http://schemas.openxmlformats.org/officeDocument/2006/relationships/vmlDrawing" Target="../drawings/vmlDrawing14.vml"/><Relationship Id="rId5" Type="http://schemas.openxmlformats.org/officeDocument/2006/relationships/image" Target="../media/image21.emf"/><Relationship Id="rId4" Type="http://schemas.openxmlformats.org/officeDocument/2006/relationships/package" Target="../embeddings/Microsoft_Word___16.docx"/></Relationships>
</file>

<file path=ppt/slides/_rels/slide25.xml.rels><?xml version="1.0" encoding="UTF-8" standalone="yes"?>
<Relationships xmlns="http://schemas.openxmlformats.org/package/2006/relationships"><Relationship Id="rId8" Type="http://schemas.openxmlformats.org/officeDocument/2006/relationships/package" Target="../embeddings/Microsoft_Word___18.docx"/><Relationship Id="rId3" Type="http://schemas.openxmlformats.org/officeDocument/2006/relationships/oleObject" Target="../embeddings/oleObject17.bin"/><Relationship Id="rId7" Type="http://schemas.openxmlformats.org/officeDocument/2006/relationships/oleObject" Target="../embeddings/oleObject18.bin"/><Relationship Id="rId2" Type="http://schemas.openxmlformats.org/officeDocument/2006/relationships/slideLayout" Target="../slideLayouts/slideLayout4.xml"/><Relationship Id="rId1" Type="http://schemas.openxmlformats.org/officeDocument/2006/relationships/vmlDrawing" Target="../drawings/vmlDrawing15.vml"/><Relationship Id="rId6" Type="http://schemas.openxmlformats.org/officeDocument/2006/relationships/image" Target="../media/image24.jpeg"/><Relationship Id="rId5" Type="http://schemas.openxmlformats.org/officeDocument/2006/relationships/image" Target="../media/image22.emf"/><Relationship Id="rId4" Type="http://schemas.openxmlformats.org/officeDocument/2006/relationships/package" Target="../embeddings/Microsoft_Word___17.docx"/><Relationship Id="rId9" Type="http://schemas.openxmlformats.org/officeDocument/2006/relationships/image" Target="../media/image23.emf"/></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slideLayout" Target="../slideLayouts/slideLayout4.xml"/><Relationship Id="rId1" Type="http://schemas.openxmlformats.org/officeDocument/2006/relationships/vmlDrawing" Target="../drawings/vmlDrawing16.vml"/><Relationship Id="rId6" Type="http://schemas.openxmlformats.org/officeDocument/2006/relationships/image" Target="../media/image25.emf"/><Relationship Id="rId5" Type="http://schemas.openxmlformats.org/officeDocument/2006/relationships/package" Target="../embeddings/Microsoft_Word___19.docx"/><Relationship Id="rId4" Type="http://schemas.openxmlformats.org/officeDocument/2006/relationships/oleObject" Target="../embeddings/oleObject19.bin"/></Relationships>
</file>

<file path=ppt/slides/_rels/slide27.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oleObject" Target="../embeddings/oleObject20.bin"/><Relationship Id="rId7" Type="http://schemas.openxmlformats.org/officeDocument/2006/relationships/package" Target="../embeddings/Microsoft_Word___21.docx"/><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21.bin"/><Relationship Id="rId5" Type="http://schemas.openxmlformats.org/officeDocument/2006/relationships/image" Target="../media/image27.emf"/><Relationship Id="rId4" Type="http://schemas.openxmlformats.org/officeDocument/2006/relationships/package" Target="../embeddings/Microsoft_Word___20.docx"/><Relationship Id="rId9"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4.xml"/><Relationship Id="rId1" Type="http://schemas.openxmlformats.org/officeDocument/2006/relationships/vmlDrawing" Target="../drawings/vmlDrawing18.vml"/><Relationship Id="rId6" Type="http://schemas.openxmlformats.org/officeDocument/2006/relationships/image" Target="../media/image30.emf"/><Relationship Id="rId5" Type="http://schemas.openxmlformats.org/officeDocument/2006/relationships/package" Target="../embeddings/Microsoft_Word___22.docx"/><Relationship Id="rId4" Type="http://schemas.openxmlformats.org/officeDocument/2006/relationships/oleObject" Target="../embeddings/oleObject22.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oleObject" Target="../embeddings/oleObject23.bin"/><Relationship Id="rId7" Type="http://schemas.openxmlformats.org/officeDocument/2006/relationships/package" Target="../embeddings/Microsoft_Word___24.docx"/><Relationship Id="rId2" Type="http://schemas.openxmlformats.org/officeDocument/2006/relationships/slideLayout" Target="../slideLayouts/slideLayout4.xml"/><Relationship Id="rId1" Type="http://schemas.openxmlformats.org/officeDocument/2006/relationships/vmlDrawing" Target="../drawings/vmlDrawing19.vml"/><Relationship Id="rId6" Type="http://schemas.openxmlformats.org/officeDocument/2006/relationships/oleObject" Target="../embeddings/oleObject24.bin"/><Relationship Id="rId5" Type="http://schemas.openxmlformats.org/officeDocument/2006/relationships/image" Target="../media/image31.emf"/><Relationship Id="rId4" Type="http://schemas.openxmlformats.org/officeDocument/2006/relationships/package" Target="../embeddings/Microsoft_Word___23.docx"/></Relationships>
</file>

<file path=ppt/slides/_rels/slide31.xml.rels><?xml version="1.0" encoding="UTF-8" standalone="yes"?>
<Relationships xmlns="http://schemas.openxmlformats.org/package/2006/relationships"><Relationship Id="rId8" Type="http://schemas.openxmlformats.org/officeDocument/2006/relationships/package" Target="../embeddings/Microsoft_Word___26.docx"/><Relationship Id="rId3" Type="http://schemas.openxmlformats.org/officeDocument/2006/relationships/oleObject" Target="../embeddings/oleObject25.bin"/><Relationship Id="rId7" Type="http://schemas.openxmlformats.org/officeDocument/2006/relationships/oleObject" Target="../embeddings/oleObject26.bin"/><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image" Target="../media/image35.jpeg"/><Relationship Id="rId5" Type="http://schemas.openxmlformats.org/officeDocument/2006/relationships/image" Target="../media/image33.emf"/><Relationship Id="rId4" Type="http://schemas.openxmlformats.org/officeDocument/2006/relationships/package" Target="../embeddings/Microsoft_Word___25.docx"/><Relationship Id="rId9" Type="http://schemas.openxmlformats.org/officeDocument/2006/relationships/image" Target="../media/image34.emf"/></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8" Type="http://schemas.openxmlformats.org/officeDocument/2006/relationships/image" Target="../media/image38.emf"/><Relationship Id="rId3" Type="http://schemas.openxmlformats.org/officeDocument/2006/relationships/oleObject" Target="../embeddings/oleObject27.bin"/><Relationship Id="rId7" Type="http://schemas.openxmlformats.org/officeDocument/2006/relationships/package" Target="../embeddings/Microsoft_Word___28.docx"/><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oleObject" Target="../embeddings/oleObject28.bin"/><Relationship Id="rId5" Type="http://schemas.openxmlformats.org/officeDocument/2006/relationships/image" Target="../media/image37.emf"/><Relationship Id="rId4" Type="http://schemas.openxmlformats.org/officeDocument/2006/relationships/package" Target="../embeddings/Microsoft_Word___27.docx"/></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oleObject" Target="../embeddings/oleObject29.bin"/><Relationship Id="rId7" Type="http://schemas.openxmlformats.org/officeDocument/2006/relationships/package" Target="../embeddings/Microsoft_Word___30.docx"/><Relationship Id="rId2" Type="http://schemas.openxmlformats.org/officeDocument/2006/relationships/slideLayout" Target="../slideLayouts/slideLayout4.xml"/><Relationship Id="rId1" Type="http://schemas.openxmlformats.org/officeDocument/2006/relationships/vmlDrawing" Target="../drawings/vmlDrawing22.vml"/><Relationship Id="rId6" Type="http://schemas.openxmlformats.org/officeDocument/2006/relationships/oleObject" Target="../embeddings/oleObject30.bin"/><Relationship Id="rId11" Type="http://schemas.openxmlformats.org/officeDocument/2006/relationships/image" Target="../media/image41.emf"/><Relationship Id="rId5" Type="http://schemas.openxmlformats.org/officeDocument/2006/relationships/image" Target="../media/image39.emf"/><Relationship Id="rId10" Type="http://schemas.openxmlformats.org/officeDocument/2006/relationships/package" Target="../embeddings/Microsoft_Word___31.docx"/><Relationship Id="rId4" Type="http://schemas.openxmlformats.org/officeDocument/2006/relationships/package" Target="../embeddings/Microsoft_Word___29.docx"/><Relationship Id="rId9" Type="http://schemas.openxmlformats.org/officeDocument/2006/relationships/oleObject" Target="../embeddings/oleObject31.bin"/></Relationships>
</file>

<file path=ppt/slides/_rels/slide37.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oleObject" Target="../embeddings/oleObject32.bin"/><Relationship Id="rId7" Type="http://schemas.openxmlformats.org/officeDocument/2006/relationships/package" Target="../embeddings/Microsoft_Word___33.docx"/><Relationship Id="rId2" Type="http://schemas.openxmlformats.org/officeDocument/2006/relationships/slideLayout" Target="../slideLayouts/slideLayout4.xml"/><Relationship Id="rId1" Type="http://schemas.openxmlformats.org/officeDocument/2006/relationships/vmlDrawing" Target="../drawings/vmlDrawing23.vml"/><Relationship Id="rId6" Type="http://schemas.openxmlformats.org/officeDocument/2006/relationships/oleObject" Target="../embeddings/oleObject33.bin"/><Relationship Id="rId11" Type="http://schemas.openxmlformats.org/officeDocument/2006/relationships/image" Target="../media/image44.emf"/><Relationship Id="rId5" Type="http://schemas.openxmlformats.org/officeDocument/2006/relationships/image" Target="../media/image42.emf"/><Relationship Id="rId10" Type="http://schemas.openxmlformats.org/officeDocument/2006/relationships/package" Target="../embeddings/Microsoft_Word___34.docx"/><Relationship Id="rId4" Type="http://schemas.openxmlformats.org/officeDocument/2006/relationships/package" Target="../embeddings/Microsoft_Word___32.docx"/><Relationship Id="rId9" Type="http://schemas.openxmlformats.org/officeDocument/2006/relationships/oleObject" Target="../embeddings/oleObject34.bin"/></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13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pattFill prst="lgGrid">
          <a:fgClr>
            <a:schemeClr val="bg2"/>
          </a:fgClr>
          <a:bgClr>
            <a:schemeClr val="bg1"/>
          </a:bgClr>
        </a:pattFill>
        <a:effectLst/>
      </p:bgPr>
    </p:bg>
    <p:spTree>
      <p:nvGrpSpPr>
        <p:cNvPr id="1" name=""/>
        <p:cNvGrpSpPr/>
        <p:nvPr/>
      </p:nvGrpSpPr>
      <p:grpSpPr>
        <a:xfrm>
          <a:off x="0" y="0"/>
          <a:ext cx="0" cy="0"/>
          <a:chOff x="0" y="0"/>
          <a:chExt cx="0" cy="0"/>
        </a:xfrm>
      </p:grpSpPr>
      <p:sp>
        <p:nvSpPr>
          <p:cNvPr id="10" name="矩形 9"/>
          <p:cNvSpPr>
            <a:spLocks noChangeAspect="1"/>
          </p:cNvSpPr>
          <p:nvPr/>
        </p:nvSpPr>
        <p:spPr>
          <a:xfrm>
            <a:off x="361950" y="1899733"/>
            <a:ext cx="10807700" cy="2204450"/>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en-US" altLang="zh-CN" sz="6000" dirty="0">
                <a:solidFill>
                  <a:srgbClr val="002060"/>
                </a:solidFill>
                <a:ea typeface="宋体" panose="02010600030101010101" pitchFamily="2" charset="-122"/>
                <a:cs typeface="Times New Roman" panose="02020603050405020304" pitchFamily="18" charset="0"/>
              </a:rPr>
              <a:t>7</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3</a:t>
            </a:r>
            <a:r>
              <a:rPr lang="en-US" altLang="zh-CN" sz="6000" i="1" dirty="0">
                <a:solidFill>
                  <a:srgbClr val="002060"/>
                </a:solidFill>
                <a:ea typeface="宋体" panose="02010600030101010101" pitchFamily="2" charset="-122"/>
                <a:cs typeface="Times New Roman" panose="02020603050405020304" pitchFamily="18" charset="0"/>
              </a:rPr>
              <a:t>.</a:t>
            </a:r>
            <a:r>
              <a:rPr lang="en-US" altLang="zh-CN" sz="6000" dirty="0">
                <a:solidFill>
                  <a:srgbClr val="002060"/>
                </a:solidFill>
                <a:ea typeface="宋体" panose="02010600030101010101" pitchFamily="2" charset="-122"/>
                <a:cs typeface="Times New Roman" panose="02020603050405020304" pitchFamily="18" charset="0"/>
              </a:rPr>
              <a:t>2</a:t>
            </a:r>
            <a:r>
              <a:rPr lang="zh-CN" altLang="zh-CN" sz="6000" i="1" dirty="0">
                <a:solidFill>
                  <a:srgbClr val="002060"/>
                </a:solidFill>
                <a:ea typeface="宋体" panose="02010600030101010101" pitchFamily="2" charset="-122"/>
                <a:cs typeface="Times New Roman" panose="02020603050405020304" pitchFamily="18" charset="0"/>
              </a:rPr>
              <a:t>　</a:t>
            </a:r>
            <a:r>
              <a:rPr lang="zh-CN" altLang="zh-CN" sz="6000" dirty="0">
                <a:solidFill>
                  <a:srgbClr val="002060"/>
                </a:solidFill>
                <a:latin typeface="Arial" panose="020B0604020202020204" pitchFamily="34" charset="0"/>
                <a:ea typeface="微软雅黑" panose="020B0503020204020204" pitchFamily="34" charset="-122"/>
                <a:cs typeface="Times New Roman" panose="02020603050405020304" pitchFamily="18" charset="0"/>
              </a:rPr>
              <a:t>复数乘、除运算的三角表示及其几何意义</a:t>
            </a:r>
            <a:endParaRPr lang="zh-CN" altLang="zh-CN" sz="6000" dirty="0">
              <a:solidFill>
                <a:srgbClr val="00206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75423352"/>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80">
                                          <p:stCondLst>
                                            <p:cond delay="0"/>
                                          </p:stCondLst>
                                        </p:cTn>
                                        <p:tgtEl>
                                          <p:spTgt spid="10"/>
                                        </p:tgtEl>
                                      </p:cBhvr>
                                    </p:animEffect>
                                    <p:anim calcmode="lin" valueType="num">
                                      <p:cBhvr>
                                        <p:cTn id="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gtEl>
                                      </p:cBhvr>
                                      <p:to x="100000" y="60000"/>
                                    </p:animScale>
                                    <p:animScale>
                                      <p:cBhvr>
                                        <p:cTn id="14" dur="166" decel="50000">
                                          <p:stCondLst>
                                            <p:cond delay="676"/>
                                          </p:stCondLst>
                                        </p:cTn>
                                        <p:tgtEl>
                                          <p:spTgt spid="10"/>
                                        </p:tgtEl>
                                      </p:cBhvr>
                                      <p:to x="100000" y="100000"/>
                                    </p:animScale>
                                    <p:animScale>
                                      <p:cBhvr>
                                        <p:cTn id="15" dur="26">
                                          <p:stCondLst>
                                            <p:cond delay="1312"/>
                                          </p:stCondLst>
                                        </p:cTn>
                                        <p:tgtEl>
                                          <p:spTgt spid="10"/>
                                        </p:tgtEl>
                                      </p:cBhvr>
                                      <p:to x="100000" y="80000"/>
                                    </p:animScale>
                                    <p:animScale>
                                      <p:cBhvr>
                                        <p:cTn id="16" dur="166" decel="50000">
                                          <p:stCondLst>
                                            <p:cond delay="1338"/>
                                          </p:stCondLst>
                                        </p:cTn>
                                        <p:tgtEl>
                                          <p:spTgt spid="10"/>
                                        </p:tgtEl>
                                      </p:cBhvr>
                                      <p:to x="100000" y="100000"/>
                                    </p:animScale>
                                    <p:animScale>
                                      <p:cBhvr>
                                        <p:cTn id="17" dur="26">
                                          <p:stCondLst>
                                            <p:cond delay="1642"/>
                                          </p:stCondLst>
                                        </p:cTn>
                                        <p:tgtEl>
                                          <p:spTgt spid="10"/>
                                        </p:tgtEl>
                                      </p:cBhvr>
                                      <p:to x="100000" y="90000"/>
                                    </p:animScale>
                                    <p:animScale>
                                      <p:cBhvr>
                                        <p:cTn id="18" dur="166" decel="50000">
                                          <p:stCondLst>
                                            <p:cond delay="1668"/>
                                          </p:stCondLst>
                                        </p:cTn>
                                        <p:tgtEl>
                                          <p:spTgt spid="10"/>
                                        </p:tgtEl>
                                      </p:cBhvr>
                                      <p:to x="100000" y="100000"/>
                                    </p:animScale>
                                    <p:animScale>
                                      <p:cBhvr>
                                        <p:cTn id="19" dur="26">
                                          <p:stCondLst>
                                            <p:cond delay="1808"/>
                                          </p:stCondLst>
                                        </p:cTn>
                                        <p:tgtEl>
                                          <p:spTgt spid="10"/>
                                        </p:tgtEl>
                                      </p:cBhvr>
                                      <p:to x="100000" y="95000"/>
                                    </p:animScale>
                                    <p:animScale>
                                      <p:cBhvr>
                                        <p:cTn id="20"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0437" y="1511895"/>
            <a:ext cx="10729192" cy="3142169"/>
            <a:chOff x="360437" y="1773764"/>
            <a:chExt cx="10729192" cy="3142169"/>
          </a:xfrm>
        </p:grpSpPr>
        <p:grpSp>
          <p:nvGrpSpPr>
            <p:cNvPr id="13" name="组合 12"/>
            <p:cNvGrpSpPr/>
            <p:nvPr/>
          </p:nvGrpSpPr>
          <p:grpSpPr>
            <a:xfrm>
              <a:off x="360437" y="1773764"/>
              <a:ext cx="10729192" cy="3142169"/>
              <a:chOff x="360437" y="2182579"/>
              <a:chExt cx="10729192" cy="2146144"/>
            </a:xfrm>
          </p:grpSpPr>
          <p:sp>
            <p:nvSpPr>
              <p:cNvPr id="2" name="圆角矩形 1"/>
              <p:cNvSpPr/>
              <p:nvPr/>
            </p:nvSpPr>
            <p:spPr>
              <a:xfrm>
                <a:off x="360437" y="2182579"/>
                <a:ext cx="10729192" cy="214614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cxnSp>
            <p:nvCxnSpPr>
              <p:cNvPr id="12" name="直接连接符 11"/>
              <p:cNvCxnSpPr/>
              <p:nvPr/>
            </p:nvCxnSpPr>
            <p:spPr>
              <a:xfrm>
                <a:off x="2448669" y="2216403"/>
                <a:ext cx="0" cy="2056721"/>
              </a:xfrm>
              <a:prstGeom prst="line">
                <a:avLst/>
              </a:prstGeom>
            </p:spPr>
            <p:style>
              <a:lnRef idx="3">
                <a:schemeClr val="accent4"/>
              </a:lnRef>
              <a:fillRef idx="0">
                <a:schemeClr val="accent4"/>
              </a:fillRef>
              <a:effectRef idx="2">
                <a:schemeClr val="accent4"/>
              </a:effectRef>
              <a:fontRef idx="minor">
                <a:schemeClr val="tx1"/>
              </a:fontRef>
            </p:style>
          </p:cxnSp>
        </p:grpSp>
        <p:sp>
          <p:nvSpPr>
            <p:cNvPr id="14" name="矩形 13"/>
            <p:cNvSpPr>
              <a:spLocks noChangeAspect="1"/>
            </p:cNvSpPr>
            <p:nvPr/>
          </p:nvSpPr>
          <p:spPr>
            <a:xfrm>
              <a:off x="360437" y="2604108"/>
              <a:ext cx="2086719" cy="1195712"/>
            </a:xfrm>
            <a:prstGeom prst="rect">
              <a:avLst/>
            </a:prstGeom>
          </p:spPr>
          <p:txBody>
            <a:bodyPr wrap="square">
              <a:spAutoFit/>
            </a:bodyPr>
            <a:lstStyle/>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课标定位</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gn="ctr">
                <a:lnSpc>
                  <a:spcPct val="120000"/>
                </a:lnSpc>
                <a:spcAft>
                  <a:spcPts val="0"/>
                </a:spcAft>
                <a:tabLst>
                  <a:tab pos="1188085" algn="l"/>
                  <a:tab pos="2163445" algn="l"/>
                  <a:tab pos="3142615" algn="l"/>
                  <a:tab pos="4190365" algn="l"/>
                </a:tabLst>
              </a:pPr>
              <a:r>
                <a:rPr lang="zh-CN" altLang="zh-CN" dirty="0">
                  <a:solidFill>
                    <a:srgbClr val="000000"/>
                  </a:solidFill>
                  <a:latin typeface="Arial" panose="020B0604020202020204" pitchFamily="34" charset="0"/>
                  <a:cs typeface="Times New Roman" panose="02020603050405020304" pitchFamily="18" charset="0"/>
                </a:rPr>
                <a:t>素养阐释</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15" name="矩形 14"/>
            <p:cNvSpPr>
              <a:spLocks noChangeAspect="1"/>
            </p:cNvSpPr>
            <p:nvPr/>
          </p:nvSpPr>
          <p:spPr>
            <a:xfrm>
              <a:off x="2552207" y="1799927"/>
              <a:ext cx="8496944" cy="3046988"/>
            </a:xfrm>
            <a:prstGeom prst="rect">
              <a:avLst/>
            </a:prstGeom>
          </p:spPr>
          <p:txBody>
            <a:bodyPr wrap="square">
              <a:spAutoFit/>
            </a:bodyPr>
            <a:lstStyle/>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了解复数乘、除运算的三角表示</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了解复数乘、除运算三角表示的几何意义</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188085" algn="l"/>
                  <a:tab pos="2163445" algn="l"/>
                  <a:tab pos="3142615" algn="l"/>
                  <a:tab pos="4190365" algn="l"/>
                </a:tabLst>
              </a:pPr>
              <a:r>
                <a:rPr lang="en-US" altLang="zh-CN" dirty="0">
                  <a:solidFill>
                    <a:srgbClr val="000000"/>
                  </a:solidFill>
                  <a:ea typeface="宋体" panose="02010600030101010101" pitchFamily="2" charset="-122"/>
                  <a:cs typeface="Times New Roman" panose="02020603050405020304" pitchFamily="18" charset="0"/>
                </a:rPr>
                <a:t>3</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楷体" panose="02010609060101010101" pitchFamily="49" charset="-122"/>
                  <a:cs typeface="Times New Roman" panose="02020603050405020304" pitchFamily="18" charset="0"/>
                </a:rPr>
                <a:t>会利用复数乘、除运算的三角形式进行简单的运算和证明</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pPr>
              <a:r>
                <a:rPr lang="en-US" altLang="zh-CN" dirty="0">
                  <a:solidFill>
                    <a:srgbClr val="000000"/>
                  </a:solidFill>
                  <a:ea typeface="宋体" panose="02010600030101010101" pitchFamily="2" charset="-122"/>
                </a:rPr>
                <a:t>4</a:t>
              </a:r>
              <a:r>
                <a:rPr lang="en-US" altLang="zh-CN" i="1" dirty="0">
                  <a:solidFill>
                    <a:srgbClr val="000000"/>
                  </a:solidFill>
                  <a:ea typeface="宋体" panose="02010600030101010101" pitchFamily="2" charset="-122"/>
                </a:rPr>
                <a:t>.</a:t>
              </a:r>
              <a:r>
                <a:rPr lang="zh-CN" altLang="zh-CN" dirty="0">
                  <a:solidFill>
                    <a:srgbClr val="000000"/>
                  </a:solidFill>
                  <a:ea typeface="楷体" panose="02010609060101010101" pitchFamily="49" charset="-122"/>
                  <a:cs typeface="Times New Roman" panose="02020603050405020304" pitchFamily="18" charset="0"/>
                </a:rPr>
                <a:t>提升直观想象和数学运算的核心素养</a:t>
              </a:r>
              <a:r>
                <a:rPr lang="en-US" altLang="zh-CN" i="1" dirty="0">
                  <a:solidFill>
                    <a:srgbClr val="000000"/>
                  </a:solidFill>
                  <a:ea typeface="宋体" panose="02010600030101010101" pitchFamily="2" charset="-122"/>
                </a:rPr>
                <a:t>.</a:t>
              </a:r>
              <a:endParaRPr lang="zh-CN" altLang="en-US" dirty="0"/>
            </a:p>
          </p:txBody>
        </p:sp>
      </p:grpSp>
    </p:spTree>
    <p:extLst>
      <p:ext uri="{BB962C8B-B14F-4D97-AF65-F5344CB8AC3E}">
        <p14:creationId xmlns:p14="http://schemas.microsoft.com/office/powerpoint/2010/main" val="343074080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图文框 2">
            <a:hlinkClick r:id="rId2" action="ppaction://hlinksldjump">
              <a:snd r:embed="rId3" name="chimes.wav"/>
            </a:hlinkClick>
          </p:cNvPr>
          <p:cNvSpPr/>
          <p:nvPr/>
        </p:nvSpPr>
        <p:spPr>
          <a:xfrm>
            <a:off x="1728589" y="503783"/>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自主</a:t>
            </a:r>
            <a:r>
              <a:rPr lang="zh-CN" altLang="zh-CN" sz="4400" dirty="0" smtClean="0">
                <a:solidFill>
                  <a:srgbClr val="0070C0"/>
                </a:solidFill>
                <a:latin typeface="华文新魏" panose="02010800040101010101" pitchFamily="2" charset="-122"/>
                <a:ea typeface="华文新魏" panose="02010800040101010101" pitchFamily="2" charset="-122"/>
              </a:rPr>
              <a:t>预习</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新知</a:t>
            </a:r>
            <a:r>
              <a:rPr lang="zh-CN" altLang="zh-CN" sz="4400" dirty="0">
                <a:solidFill>
                  <a:srgbClr val="0070C0"/>
                </a:solidFill>
                <a:latin typeface="华文新魏" panose="02010800040101010101" pitchFamily="2" charset="-122"/>
                <a:ea typeface="华文新魏" panose="02010800040101010101" pitchFamily="2" charset="-122"/>
              </a:rPr>
              <a:t>导学</a:t>
            </a:r>
          </a:p>
        </p:txBody>
      </p:sp>
      <p:sp>
        <p:nvSpPr>
          <p:cNvPr id="4" name="图文框 3">
            <a:hlinkClick r:id="rId4" action="ppaction://hlinksldjump">
              <a:snd r:embed="rId3" name="chimes.wav"/>
            </a:hlinkClick>
          </p:cNvPr>
          <p:cNvSpPr/>
          <p:nvPr/>
        </p:nvSpPr>
        <p:spPr>
          <a:xfrm>
            <a:off x="1728589" y="1871935"/>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a:solidFill>
                  <a:srgbClr val="0070C0"/>
                </a:solidFill>
                <a:latin typeface="华文新魏" panose="02010800040101010101" pitchFamily="2" charset="-122"/>
                <a:ea typeface="华文新魏" panose="02010800040101010101" pitchFamily="2" charset="-122"/>
              </a:rPr>
              <a:t>合作</a:t>
            </a:r>
            <a:r>
              <a:rPr lang="zh-CN" altLang="zh-CN" sz="4400" dirty="0" smtClean="0">
                <a:solidFill>
                  <a:srgbClr val="0070C0"/>
                </a:solidFill>
                <a:latin typeface="华文新魏" panose="02010800040101010101" pitchFamily="2" charset="-122"/>
                <a:ea typeface="华文新魏" panose="02010800040101010101" pitchFamily="2" charset="-122"/>
              </a:rPr>
              <a:t>探究</a:t>
            </a:r>
            <a:r>
              <a:rPr lang="en-US" altLang="zh-CN" sz="4400" dirty="0" smtClean="0">
                <a:solidFill>
                  <a:srgbClr val="0070C0"/>
                </a:solidFill>
                <a:latin typeface="华文新魏" panose="02010800040101010101" pitchFamily="2" charset="-122"/>
                <a:ea typeface="华文新魏" panose="02010800040101010101" pitchFamily="2" charset="-122"/>
              </a:rPr>
              <a:t>·</a:t>
            </a:r>
            <a:r>
              <a:rPr lang="zh-CN" altLang="zh-CN" sz="4400" dirty="0" smtClean="0">
                <a:solidFill>
                  <a:srgbClr val="0070C0"/>
                </a:solidFill>
                <a:latin typeface="华文新魏" panose="02010800040101010101" pitchFamily="2" charset="-122"/>
                <a:ea typeface="华文新魏" panose="02010800040101010101" pitchFamily="2" charset="-122"/>
              </a:rPr>
              <a:t>释疑</a:t>
            </a:r>
            <a:r>
              <a:rPr lang="zh-CN" altLang="zh-CN" sz="4400" dirty="0">
                <a:solidFill>
                  <a:srgbClr val="0070C0"/>
                </a:solidFill>
                <a:latin typeface="华文新魏" panose="02010800040101010101" pitchFamily="2" charset="-122"/>
                <a:ea typeface="华文新魏" panose="02010800040101010101" pitchFamily="2" charset="-122"/>
              </a:rPr>
              <a:t>解惑</a:t>
            </a:r>
          </a:p>
        </p:txBody>
      </p:sp>
      <p:sp>
        <p:nvSpPr>
          <p:cNvPr id="7" name="图文框 6">
            <a:hlinkClick r:id="rId5" action="ppaction://hlinksldjump">
              <a:snd r:embed="rId3" name="chimes.wav"/>
            </a:hlinkClick>
          </p:cNvPr>
          <p:cNvSpPr/>
          <p:nvPr/>
        </p:nvSpPr>
        <p:spPr>
          <a:xfrm>
            <a:off x="1728589" y="3279437"/>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4400" dirty="0" smtClean="0">
                <a:solidFill>
                  <a:srgbClr val="0070C0"/>
                </a:solidFill>
                <a:latin typeface="华文新魏" panose="02010800040101010101" pitchFamily="2" charset="-122"/>
                <a:ea typeface="华文新魏" panose="02010800040101010101" pitchFamily="2" charset="-122"/>
              </a:rPr>
              <a:t>思  想  方  法</a:t>
            </a:r>
            <a:endParaRPr lang="zh-CN" altLang="zh-CN" sz="4400" dirty="0">
              <a:solidFill>
                <a:srgbClr val="0070C0"/>
              </a:solidFill>
              <a:latin typeface="华文新魏" panose="02010800040101010101" pitchFamily="2" charset="-122"/>
              <a:ea typeface="华文新魏" panose="02010800040101010101" pitchFamily="2" charset="-122"/>
            </a:endParaRPr>
          </a:p>
        </p:txBody>
      </p:sp>
      <p:sp>
        <p:nvSpPr>
          <p:cNvPr id="8" name="图文框 7">
            <a:hlinkClick r:id="rId6" action="ppaction://hlinksldjump">
              <a:snd r:embed="rId3" name="chimes.wav"/>
            </a:hlinkClick>
          </p:cNvPr>
          <p:cNvSpPr/>
          <p:nvPr/>
        </p:nvSpPr>
        <p:spPr>
          <a:xfrm>
            <a:off x="1728589" y="4647589"/>
            <a:ext cx="8136904" cy="1008112"/>
          </a:xfrm>
          <a:prstGeom prst="fram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4400" dirty="0" smtClean="0">
                <a:solidFill>
                  <a:srgbClr val="0070C0"/>
                </a:solidFill>
                <a:latin typeface="华文新魏" panose="02010800040101010101" pitchFamily="2" charset="-122"/>
                <a:ea typeface="华文新魏" panose="02010800040101010101" pitchFamily="2" charset="-122"/>
              </a:rPr>
              <a:t>随</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堂</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练</a:t>
            </a:r>
            <a:r>
              <a:rPr lang="en-US" altLang="zh-CN" sz="4400" dirty="0" smtClean="0">
                <a:solidFill>
                  <a:srgbClr val="0070C0"/>
                </a:solidFill>
                <a:latin typeface="华文新魏" panose="02010800040101010101" pitchFamily="2" charset="-122"/>
                <a:ea typeface="华文新魏" panose="02010800040101010101" pitchFamily="2" charset="-122"/>
              </a:rPr>
              <a:t>  </a:t>
            </a:r>
            <a:r>
              <a:rPr lang="zh-CN" altLang="zh-CN" sz="4400" dirty="0" smtClean="0">
                <a:solidFill>
                  <a:srgbClr val="0070C0"/>
                </a:solidFill>
                <a:latin typeface="华文新魏" panose="02010800040101010101" pitchFamily="2" charset="-122"/>
                <a:ea typeface="华文新魏" panose="02010800040101010101" pitchFamily="2" charset="-122"/>
              </a:rPr>
              <a:t>习</a:t>
            </a:r>
            <a:endParaRPr lang="zh-CN" altLang="zh-CN" sz="44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621409961"/>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虚尾箭头 3"/>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自主</a:t>
            </a:r>
            <a:r>
              <a:rPr lang="zh-CN" altLang="zh-CN" sz="6600" dirty="0">
                <a:solidFill>
                  <a:srgbClr val="0070C0"/>
                </a:solidFill>
                <a:latin typeface="华文新魏" panose="02010800040101010101" pitchFamily="2" charset="-122"/>
                <a:ea typeface="华文新魏" panose="02010800040101010101" pitchFamily="2" charset="-122"/>
              </a:rPr>
              <a:t>预习</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新知导学</a:t>
            </a:r>
          </a:p>
        </p:txBody>
      </p:sp>
    </p:spTree>
    <p:extLst>
      <p:ext uri="{BB962C8B-B14F-4D97-AF65-F5344CB8AC3E}">
        <p14:creationId xmlns:p14="http://schemas.microsoft.com/office/powerpoint/2010/main" val="272222465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decel="50000" fill="hold">
                                          <p:stCondLst>
                                            <p:cond delay="0"/>
                                          </p:stCondLst>
                                        </p:cTn>
                                        <p:tgtEl>
                                          <p:spTgt spid="4"/>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gtEl>
                                        <p:attrNameLst>
                                          <p:attrName>ppt_w</p:attrName>
                                        </p:attrNameLst>
                                      </p:cBhvr>
                                      <p:tavLst>
                                        <p:tav tm="0">
                                          <p:val>
                                            <p:strVal val="#ppt_w*.05"/>
                                          </p:val>
                                        </p:tav>
                                        <p:tav tm="100000">
                                          <p:val>
                                            <p:strVal val="#ppt_w"/>
                                          </p:val>
                                        </p:tav>
                                      </p:tavLst>
                                    </p:anim>
                                    <p:anim calcmode="lin" valueType="num">
                                      <p:cBhvr>
                                        <p:cTn id="10" dur="1000" fill="hold"/>
                                        <p:tgtEl>
                                          <p:spTgt spid="4"/>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109301"/>
            <a:ext cx="10807700" cy="422885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一、复数三角形式的乘法、除法法则</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smtClean="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若复数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(cos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(cos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你能根据复数的乘法运算计算</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并将结果表示成三角形式吗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提示</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sin</a:t>
            </a:r>
            <a:r>
              <a:rPr lang="en-US" altLang="zh-CN" dirty="0">
                <a:solidFill>
                  <a:srgbClr val="000000"/>
                </a:solidFill>
                <a:ea typeface="楷体" panose="02010609060101010101" pitchFamily="49" charset="-122"/>
                <a:cs typeface="Times New Roman" panose="02020603050405020304" pitchFamily="18" charset="0"/>
              </a:rPr>
              <a:t>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ea typeface="宋体" panose="02010600030101010101" pitchFamily="2" charset="-122"/>
                <a:cs typeface="Times New Roman" panose="02020603050405020304" pitchFamily="18" charset="0"/>
              </a:rPr>
              <a:t>)]</a:t>
            </a:r>
          </a:p>
          <a:p>
            <a:pPr>
              <a:lnSpc>
                <a:spcPct val="120000"/>
              </a:lnSpc>
              <a:spcAft>
                <a:spcPts val="0"/>
              </a:spcAft>
              <a:tabLst>
                <a:tab pos="1029335" algn="l"/>
                <a:tab pos="1850390" algn="l"/>
                <a:tab pos="2538095" algn="l"/>
                <a:tab pos="3221990" algn="l"/>
              </a:tabLst>
            </a:pP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[cos(</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642891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 dur="500"/>
                                        <p:tgtEl>
                                          <p:spTgt spid="2">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0" dur="500"/>
                                        <p:tgtEl>
                                          <p:spTgt spid="2">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3" dur="500"/>
                                        <p:tgtEl>
                                          <p:spTgt spid="2">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2">
                                            <p:txEl>
                                              <p:pRg st="5" end="5"/>
                                            </p:txEl>
                                          </p:spTgt>
                                        </p:tgtEl>
                                        <p:attrNameLst>
                                          <p:attrName>style.visibility</p:attrName>
                                        </p:attrNameLst>
                                      </p:cBhvr>
                                      <p:to>
                                        <p:strVal val="visible"/>
                                      </p:to>
                                    </p:set>
                                    <p:animEffect transition="in" filter="randombar(horizontal)">
                                      <p:cBhvr>
                                        <p:cTn id="16"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spect="1"/>
          </p:cNvSpPr>
          <p:nvPr/>
        </p:nvSpPr>
        <p:spPr>
          <a:xfrm>
            <a:off x="361950" y="633681"/>
            <a:ext cx="10807700" cy="68326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smtClean="0">
                <a:solidFill>
                  <a:srgbClr val="000000"/>
                </a:solidFill>
                <a:ea typeface="宋体" panose="02010600030101010101" pitchFamily="2" charset="-122"/>
                <a:cs typeface="Times New Roman" panose="02020603050405020304" pitchFamily="18" charset="0"/>
              </a:rPr>
              <a:t>.</a:t>
            </a:r>
            <a:r>
              <a:rPr lang="zh-CN" altLang="zh-CN" dirty="0" smtClean="0">
                <a:solidFill>
                  <a:srgbClr val="000000"/>
                </a:solidFill>
                <a:ea typeface="宋体" panose="02010600030101010101" pitchFamily="2" charset="-122"/>
                <a:cs typeface="Times New Roman" panose="02020603050405020304" pitchFamily="18" charset="0"/>
              </a:rPr>
              <a:t>设</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(cos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1</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=r</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(cos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 </a:t>
            </a:r>
            <a:r>
              <a:rPr lang="en-US" altLang="zh-CN" i="1" dirty="0">
                <a:solidFill>
                  <a:srgbClr val="000000"/>
                </a:solidFill>
                <a:ea typeface="Microsoft Yi Baiti" panose="03000500000000000000" pitchFamily="66" charset="0"/>
                <a:cs typeface="Times New Roman" panose="02020603050405020304" pitchFamily="18" charset="0"/>
              </a:rPr>
              <a:t>θ</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737761445"/>
              </p:ext>
            </p:extLst>
          </p:nvPr>
        </p:nvGraphicFramePr>
        <p:xfrm>
          <a:off x="284163" y="1275143"/>
          <a:ext cx="10888662" cy="5791200"/>
        </p:xfrm>
        <a:graphic>
          <a:graphicData uri="http://schemas.openxmlformats.org/presentationml/2006/ole">
            <mc:AlternateContent xmlns:mc="http://schemas.openxmlformats.org/markup-compatibility/2006">
              <mc:Choice xmlns:v="urn:schemas-microsoft-com:vml" Requires="v">
                <p:oleObj spid="_x0000_s1037" name="文档" r:id="rId4" imgW="3947136" imgH="2105032" progId="Word.Document.12">
                  <p:embed/>
                </p:oleObj>
              </mc:Choice>
              <mc:Fallback>
                <p:oleObj name="文档" r:id="rId4" imgW="3947136" imgH="2105032" progId="Word.Document.12">
                  <p:embed/>
                  <p:pic>
                    <p:nvPicPr>
                      <p:cNvPr id="0" name=""/>
                      <p:cNvPicPr/>
                      <p:nvPr/>
                    </p:nvPicPr>
                    <p:blipFill>
                      <a:blip r:embed="rId5"/>
                      <a:stretch>
                        <a:fillRect/>
                      </a:stretch>
                    </p:blipFill>
                    <p:spPr>
                      <a:xfrm>
                        <a:off x="284163" y="1275143"/>
                        <a:ext cx="10888662" cy="5791200"/>
                      </a:xfrm>
                      <a:prstGeom prst="rect">
                        <a:avLst/>
                      </a:prstGeom>
                    </p:spPr>
                  </p:pic>
                </p:oleObj>
              </mc:Fallback>
            </mc:AlternateContent>
          </a:graphicData>
        </a:graphic>
      </p:graphicFrame>
      <p:sp>
        <p:nvSpPr>
          <p:cNvPr id="4" name="矩形 3"/>
          <p:cNvSpPr/>
          <p:nvPr/>
        </p:nvSpPr>
        <p:spPr>
          <a:xfrm>
            <a:off x="1696315" y="2848293"/>
            <a:ext cx="4352754"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1691769" y="3312391"/>
            <a:ext cx="4347830" cy="0"/>
          </a:xfrm>
          <a:prstGeom prst="line">
            <a:avLst/>
          </a:prstGeom>
        </p:spPr>
        <p:style>
          <a:lnRef idx="2">
            <a:schemeClr val="dk1"/>
          </a:lnRef>
          <a:fillRef idx="0">
            <a:schemeClr val="dk1"/>
          </a:fillRef>
          <a:effectRef idx="1">
            <a:schemeClr val="dk1"/>
          </a:effectRef>
          <a:fontRef idx="minor">
            <a:schemeClr val="tx1"/>
          </a:fontRef>
        </p:style>
      </p:cxnSp>
      <p:sp>
        <p:nvSpPr>
          <p:cNvPr id="7" name="矩形 6"/>
          <p:cNvSpPr/>
          <p:nvPr/>
        </p:nvSpPr>
        <p:spPr>
          <a:xfrm>
            <a:off x="6510093" y="2693519"/>
            <a:ext cx="3931464" cy="61776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nvCxnSpPr>
        <p:spPr>
          <a:xfrm>
            <a:off x="6505547" y="3312391"/>
            <a:ext cx="3927017" cy="0"/>
          </a:xfrm>
          <a:prstGeom prst="line">
            <a:avLst/>
          </a:prstGeom>
        </p:spPr>
        <p:style>
          <a:lnRef idx="2">
            <a:schemeClr val="dk1"/>
          </a:lnRef>
          <a:fillRef idx="0">
            <a:schemeClr val="dk1"/>
          </a:fillRef>
          <a:effectRef idx="1">
            <a:schemeClr val="dk1"/>
          </a:effectRef>
          <a:fontRef idx="minor">
            <a:schemeClr val="tx1"/>
          </a:fontRef>
        </p:style>
      </p:cxnSp>
      <p:sp>
        <p:nvSpPr>
          <p:cNvPr id="10" name="矩形 9"/>
          <p:cNvSpPr/>
          <p:nvPr/>
        </p:nvSpPr>
        <p:spPr>
          <a:xfrm>
            <a:off x="3347762" y="4483327"/>
            <a:ext cx="357652"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p:cNvSpPr/>
          <p:nvPr/>
        </p:nvSpPr>
        <p:spPr>
          <a:xfrm>
            <a:off x="2955595" y="5040979"/>
            <a:ext cx="1551810"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p:cNvSpPr/>
          <p:nvPr/>
        </p:nvSpPr>
        <p:spPr>
          <a:xfrm>
            <a:off x="8444997" y="3949929"/>
            <a:ext cx="696963"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p:cNvSpPr/>
          <p:nvPr/>
        </p:nvSpPr>
        <p:spPr>
          <a:xfrm>
            <a:off x="7695421" y="4483327"/>
            <a:ext cx="357652"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p:cNvSpPr/>
          <p:nvPr/>
        </p:nvSpPr>
        <p:spPr>
          <a:xfrm>
            <a:off x="8444997" y="5043240"/>
            <a:ext cx="696963"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p:nvSpPr>
        <p:spPr>
          <a:xfrm>
            <a:off x="8077919" y="5576638"/>
            <a:ext cx="357652"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68674203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0"/>
                                        </p:tgtEl>
                                      </p:cBhvr>
                                    </p:animEffect>
                                    <p:set>
                                      <p:cBhvr>
                                        <p:cTn id="17" dur="1" fill="hold">
                                          <p:stCondLst>
                                            <p:cond delay="4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4" presetClass="exit" presetSubtype="10" fill="hold" grpId="0" nodeType="clickEffect">
                                  <p:stCondLst>
                                    <p:cond delay="0"/>
                                  </p:stCondLst>
                                  <p:childTnLst>
                                    <p:animEffect transition="out" filter="randombar(horizontal)">
                                      <p:cBhvr>
                                        <p:cTn id="26" dur="500"/>
                                        <p:tgtEl>
                                          <p:spTgt spid="13"/>
                                        </p:tgtEl>
                                      </p:cBhvr>
                                    </p:animEffect>
                                    <p:set>
                                      <p:cBhvr>
                                        <p:cTn id="27" dur="1" fill="hold">
                                          <p:stCondLst>
                                            <p:cond delay="499"/>
                                          </p:stCondLst>
                                        </p:cTn>
                                        <p:tgtEl>
                                          <p:spTgt spid="13"/>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4" presetClass="exit" presetSubtype="10" fill="hold" grpId="0" nodeType="clickEffect">
                                  <p:stCondLst>
                                    <p:cond delay="0"/>
                                  </p:stCondLst>
                                  <p:childTnLst>
                                    <p:animEffect transition="out" filter="randombar(horizontal)">
                                      <p:cBhvr>
                                        <p:cTn id="31" dur="500"/>
                                        <p:tgtEl>
                                          <p:spTgt spid="14"/>
                                        </p:tgtEl>
                                      </p:cBhvr>
                                    </p:animEffect>
                                    <p:set>
                                      <p:cBhvr>
                                        <p:cTn id="32" dur="1" fill="hold">
                                          <p:stCondLst>
                                            <p:cond delay="499"/>
                                          </p:stCondLst>
                                        </p:cTn>
                                        <p:tgtEl>
                                          <p:spTgt spid="14"/>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grpId="0" nodeType="clickEffect">
                                  <p:stCondLst>
                                    <p:cond delay="0"/>
                                  </p:stCondLst>
                                  <p:childTnLst>
                                    <p:animEffect transition="out" filter="randombar(horizontal)">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4" presetClass="exit" presetSubtype="10" fill="hold" grpId="0" nodeType="clickEffect">
                                  <p:stCondLst>
                                    <p:cond delay="0"/>
                                  </p:stCondLst>
                                  <p:childTnLst>
                                    <p:animEffect transition="out" filter="randombar(horizontal)">
                                      <p:cBhvr>
                                        <p:cTn id="41" dur="500"/>
                                        <p:tgtEl>
                                          <p:spTgt spid="16"/>
                                        </p:tgtEl>
                                      </p:cBhvr>
                                    </p:animEffect>
                                    <p:set>
                                      <p:cBhvr>
                                        <p:cTn id="42"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P spid="11" grpId="0" animBg="1"/>
      <p:bldP spid="13" grpId="0" animBg="1"/>
      <p:bldP spid="14" grpId="0" animBg="1"/>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3514636672"/>
              </p:ext>
            </p:extLst>
          </p:nvPr>
        </p:nvGraphicFramePr>
        <p:xfrm>
          <a:off x="353774" y="793664"/>
          <a:ext cx="11671959" cy="5254735"/>
        </p:xfrm>
        <a:graphic>
          <a:graphicData uri="http://schemas.openxmlformats.org/presentationml/2006/ole">
            <mc:AlternateContent xmlns:mc="http://schemas.openxmlformats.org/markup-compatibility/2006">
              <mc:Choice xmlns:v="urn:schemas-microsoft-com:vml" Requires="v">
                <p:oleObj spid="_x0000_s2061" name="文档" r:id="rId4" imgW="3826872" imgH="1722864" progId="Word.Document.12">
                  <p:embed/>
                </p:oleObj>
              </mc:Choice>
              <mc:Fallback>
                <p:oleObj name="文档" r:id="rId4" imgW="3826872" imgH="1722864" progId="Word.Document.12">
                  <p:embed/>
                  <p:pic>
                    <p:nvPicPr>
                      <p:cNvPr id="0" name=""/>
                      <p:cNvPicPr/>
                      <p:nvPr/>
                    </p:nvPicPr>
                    <p:blipFill>
                      <a:blip r:embed="rId5"/>
                      <a:stretch>
                        <a:fillRect/>
                      </a:stretch>
                    </p:blipFill>
                    <p:spPr>
                      <a:xfrm>
                        <a:off x="353774" y="793664"/>
                        <a:ext cx="11671959" cy="5254735"/>
                      </a:xfrm>
                      <a:prstGeom prst="rect">
                        <a:avLst/>
                      </a:prstGeom>
                    </p:spPr>
                  </p:pic>
                </p:oleObj>
              </mc:Fallback>
            </mc:AlternateContent>
          </a:graphicData>
        </a:graphic>
      </p:graphicFrame>
    </p:spTree>
    <p:extLst>
      <p:ext uri="{BB962C8B-B14F-4D97-AF65-F5344CB8AC3E}">
        <p14:creationId xmlns:p14="http://schemas.microsoft.com/office/powerpoint/2010/main" val="2444654672"/>
      </p:ext>
    </p:extLst>
  </p:cSld>
  <p:clrMapOvr>
    <a:masterClrMapping/>
  </p:clrMapOvr>
  <p:transition spd="slow">
    <p:wheel spokes="1"/>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959366132"/>
              </p:ext>
            </p:extLst>
          </p:nvPr>
        </p:nvGraphicFramePr>
        <p:xfrm>
          <a:off x="281766" y="863823"/>
          <a:ext cx="11671959" cy="4137804"/>
        </p:xfrm>
        <a:graphic>
          <a:graphicData uri="http://schemas.openxmlformats.org/presentationml/2006/ole">
            <mc:AlternateContent xmlns:mc="http://schemas.openxmlformats.org/markup-compatibility/2006">
              <mc:Choice xmlns:v="urn:schemas-microsoft-com:vml" Requires="v">
                <p:oleObj spid="_x0000_s3085" name="文档" r:id="rId4" imgW="3826872" imgH="1356657" progId="Word.Document.12">
                  <p:embed/>
                </p:oleObj>
              </mc:Choice>
              <mc:Fallback>
                <p:oleObj name="文档" r:id="rId4" imgW="3826872" imgH="1356657" progId="Word.Document.12">
                  <p:embed/>
                  <p:pic>
                    <p:nvPicPr>
                      <p:cNvPr id="0" name=""/>
                      <p:cNvPicPr/>
                      <p:nvPr/>
                    </p:nvPicPr>
                    <p:blipFill>
                      <a:blip r:embed="rId5"/>
                      <a:stretch>
                        <a:fillRect/>
                      </a:stretch>
                    </p:blipFill>
                    <p:spPr>
                      <a:xfrm>
                        <a:off x="281766" y="863823"/>
                        <a:ext cx="11671959" cy="4137804"/>
                      </a:xfrm>
                      <a:prstGeom prst="rect">
                        <a:avLst/>
                      </a:prstGeom>
                    </p:spPr>
                  </p:pic>
                </p:oleObj>
              </mc:Fallback>
            </mc:AlternateContent>
          </a:graphicData>
        </a:graphic>
      </p:graphicFrame>
      <p:sp>
        <p:nvSpPr>
          <p:cNvPr id="4" name="矩形 3"/>
          <p:cNvSpPr>
            <a:spLocks noChangeAspect="1"/>
          </p:cNvSpPr>
          <p:nvPr/>
        </p:nvSpPr>
        <p:spPr>
          <a:xfrm>
            <a:off x="104836" y="5014927"/>
            <a:ext cx="3207929" cy="683264"/>
          </a:xfrm>
          <a:prstGeom prst="rect">
            <a:avLst/>
          </a:prstGeom>
        </p:spPr>
        <p:txBody>
          <a:bodyPr wrap="none">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smtClean="0">
                <a:solidFill>
                  <a:srgbClr val="000000"/>
                </a:solidFill>
                <a:ea typeface="宋体" panose="02010600030101010101" pitchFamily="2" charset="-122"/>
                <a:cs typeface="Times New Roman" panose="02020603050405020304" pitchFamily="18" charset="0"/>
              </a:rPr>
              <a:t>2)D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274192757"/>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216421" y="606514"/>
            <a:ext cx="10807700" cy="644344"/>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NEU-BZ-S92"/>
                <a:ea typeface="方正正中黑简体"/>
                <a:cs typeface="Times New Roman" panose="02020603050405020304" pitchFamily="18" charset="0"/>
              </a:rPr>
              <a:t>二、复数三角形式的乘法、除法的几何</a:t>
            </a:r>
            <a:r>
              <a:rPr lang="zh-CN" altLang="zh-CN" dirty="0" smtClean="0">
                <a:solidFill>
                  <a:srgbClr val="000000"/>
                </a:solidFill>
                <a:latin typeface="NEU-BZ-S92"/>
                <a:ea typeface="方正正中黑简体"/>
                <a:cs typeface="Times New Roman" panose="02020603050405020304" pitchFamily="18" charset="0"/>
              </a:rPr>
              <a:t>意义</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3299225546"/>
              </p:ext>
            </p:extLst>
          </p:nvPr>
        </p:nvGraphicFramePr>
        <p:xfrm>
          <a:off x="329428" y="2592015"/>
          <a:ext cx="11671959" cy="3834182"/>
        </p:xfrm>
        <a:graphic>
          <a:graphicData uri="http://schemas.openxmlformats.org/presentationml/2006/ole">
            <mc:AlternateContent xmlns:mc="http://schemas.openxmlformats.org/markup-compatibility/2006">
              <mc:Choice xmlns:v="urn:schemas-microsoft-com:vml" Requires="v">
                <p:oleObj spid="_x0000_s4109" name="文档" r:id="rId4" imgW="3837724" imgH="1260928" progId="Word.Document.12">
                  <p:embed/>
                </p:oleObj>
              </mc:Choice>
              <mc:Fallback>
                <p:oleObj name="文档" r:id="rId4" imgW="3837724" imgH="1260928" progId="Word.Document.12">
                  <p:embed/>
                  <p:pic>
                    <p:nvPicPr>
                      <p:cNvPr id="0" name=""/>
                      <p:cNvPicPr/>
                      <p:nvPr/>
                    </p:nvPicPr>
                    <p:blipFill>
                      <a:blip r:embed="rId5"/>
                      <a:stretch>
                        <a:fillRect/>
                      </a:stretch>
                    </p:blipFill>
                    <p:spPr>
                      <a:xfrm>
                        <a:off x="329428" y="2592015"/>
                        <a:ext cx="11671959" cy="3834182"/>
                      </a:xfrm>
                      <a:prstGeom prst="rect">
                        <a:avLst/>
                      </a:prstGeom>
                    </p:spPr>
                  </p:pic>
                </p:oleObj>
              </mc:Fallback>
            </mc:AlternateContent>
          </a:graphicData>
        </a:graphic>
      </p:graphicFrame>
      <p:pic>
        <p:nvPicPr>
          <p:cNvPr id="8" name="EMG2TRA16.eps" descr="id:2147491825;FounderCES"/>
          <p:cNvPicPr/>
          <p:nvPr/>
        </p:nvPicPr>
        <p:blipFill>
          <a:blip r:embed="rId6"/>
          <a:stretch>
            <a:fillRect/>
          </a:stretch>
        </p:blipFill>
        <p:spPr>
          <a:xfrm>
            <a:off x="8497341" y="694054"/>
            <a:ext cx="2520280" cy="3118489"/>
          </a:xfrm>
          <a:prstGeom prst="rect">
            <a:avLst/>
          </a:prstGeom>
        </p:spPr>
      </p:pic>
      <p:sp>
        <p:nvSpPr>
          <p:cNvPr id="9" name="矩形 8"/>
          <p:cNvSpPr/>
          <p:nvPr/>
        </p:nvSpPr>
        <p:spPr>
          <a:xfrm>
            <a:off x="8744193" y="3888383"/>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8739422" y="4352481"/>
            <a:ext cx="1196942" cy="0"/>
          </a:xfrm>
          <a:prstGeom prst="line">
            <a:avLst/>
          </a:prstGeom>
        </p:spPr>
        <p:style>
          <a:lnRef idx="2">
            <a:schemeClr val="dk1"/>
          </a:lnRef>
          <a:fillRef idx="0">
            <a:schemeClr val="dk1"/>
          </a:fillRef>
          <a:effectRef idx="1">
            <a:schemeClr val="dk1"/>
          </a:effectRef>
          <a:fontRef idx="minor">
            <a:schemeClr val="tx1"/>
          </a:fontRef>
        </p:style>
      </p:cxnSp>
      <p:sp>
        <p:nvSpPr>
          <p:cNvPr id="11" name="矩形 10"/>
          <p:cNvSpPr/>
          <p:nvPr/>
        </p:nvSpPr>
        <p:spPr>
          <a:xfrm>
            <a:off x="7228888" y="4546989"/>
            <a:ext cx="1198297"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7224117" y="5011087"/>
            <a:ext cx="1196942" cy="0"/>
          </a:xfrm>
          <a:prstGeom prst="line">
            <a:avLst/>
          </a:prstGeom>
        </p:spPr>
        <p:style>
          <a:lnRef idx="2">
            <a:schemeClr val="dk1"/>
          </a:lnRef>
          <a:fillRef idx="0">
            <a:schemeClr val="dk1"/>
          </a:fillRef>
          <a:effectRef idx="1">
            <a:schemeClr val="dk1"/>
          </a:effectRef>
          <a:fontRef idx="minor">
            <a:schemeClr val="tx1"/>
          </a:fontRef>
        </p:style>
      </p:cxnSp>
      <p:sp>
        <p:nvSpPr>
          <p:cNvPr id="13" name="矩形 12"/>
          <p:cNvSpPr/>
          <p:nvPr/>
        </p:nvSpPr>
        <p:spPr>
          <a:xfrm>
            <a:off x="4419072" y="5195061"/>
            <a:ext cx="419995"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p:nvPr/>
        </p:nvCxnSpPr>
        <p:spPr>
          <a:xfrm>
            <a:off x="4413861" y="5659159"/>
            <a:ext cx="419521" cy="0"/>
          </a:xfrm>
          <a:prstGeom prst="line">
            <a:avLst/>
          </a:prstGeom>
        </p:spPr>
        <p:style>
          <a:lnRef idx="2">
            <a:schemeClr val="dk1"/>
          </a:lnRef>
          <a:fillRef idx="0">
            <a:schemeClr val="dk1"/>
          </a:fillRef>
          <a:effectRef idx="1">
            <a:schemeClr val="dk1"/>
          </a:effectRef>
          <a:fontRef idx="minor">
            <a:schemeClr val="tx1"/>
          </a:fontRef>
        </p:style>
      </p:cxnSp>
      <p:sp>
        <p:nvSpPr>
          <p:cNvPr id="15" name="矩形 14"/>
          <p:cNvSpPr/>
          <p:nvPr/>
        </p:nvSpPr>
        <p:spPr>
          <a:xfrm>
            <a:off x="322237" y="5800101"/>
            <a:ext cx="1089361" cy="462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a:off x="317405" y="6264199"/>
            <a:ext cx="108812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10192193"/>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13"/>
                                        </p:tgtEl>
                                      </p:cBhvr>
                                    </p:animEffect>
                                    <p:set>
                                      <p:cBhvr>
                                        <p:cTn id="17" dur="1" fill="hold">
                                          <p:stCondLst>
                                            <p:cond delay="499"/>
                                          </p:stCondLst>
                                        </p:cTn>
                                        <p:tgtEl>
                                          <p:spTgt spid="1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4" presetClass="exit" presetSubtype="10" fill="hold" grpId="0" nodeType="clickEffect">
                                  <p:stCondLst>
                                    <p:cond delay="0"/>
                                  </p:stCondLst>
                                  <p:childTnLst>
                                    <p:animEffect transition="out" filter="randombar(horizontal)">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707515740"/>
              </p:ext>
            </p:extLst>
          </p:nvPr>
        </p:nvGraphicFramePr>
        <p:xfrm>
          <a:off x="278597" y="682329"/>
          <a:ext cx="11671959" cy="3608382"/>
        </p:xfrm>
        <a:graphic>
          <a:graphicData uri="http://schemas.openxmlformats.org/presentationml/2006/ole">
            <mc:AlternateContent xmlns:mc="http://schemas.openxmlformats.org/markup-compatibility/2006">
              <mc:Choice xmlns:v="urn:schemas-microsoft-com:vml" Requires="v">
                <p:oleObj spid="_x0000_s5133" name="文档" r:id="rId4" imgW="3826872" imgH="1183076" progId="Word.Document.12">
                  <p:embed/>
                </p:oleObj>
              </mc:Choice>
              <mc:Fallback>
                <p:oleObj name="文档" r:id="rId4" imgW="3826872" imgH="1183076" progId="Word.Document.12">
                  <p:embed/>
                  <p:pic>
                    <p:nvPicPr>
                      <p:cNvPr id="0" name=""/>
                      <p:cNvPicPr/>
                      <p:nvPr/>
                    </p:nvPicPr>
                    <p:blipFill>
                      <a:blip r:embed="rId5"/>
                      <a:stretch>
                        <a:fillRect/>
                      </a:stretch>
                    </p:blipFill>
                    <p:spPr>
                      <a:xfrm>
                        <a:off x="278597" y="682329"/>
                        <a:ext cx="11671959" cy="3608382"/>
                      </a:xfrm>
                      <a:prstGeom prst="rect">
                        <a:avLst/>
                      </a:prstGeom>
                    </p:spPr>
                  </p:pic>
                </p:oleObj>
              </mc:Fallback>
            </mc:AlternateContent>
          </a:graphicData>
        </a:graphic>
      </p:graphicFrame>
      <p:pic>
        <p:nvPicPr>
          <p:cNvPr id="6" name="EMG2TRA17.eps" descr="id:2147491832;FounderCES"/>
          <p:cNvPicPr/>
          <p:nvPr/>
        </p:nvPicPr>
        <p:blipFill>
          <a:blip r:embed="rId6"/>
          <a:stretch>
            <a:fillRect/>
          </a:stretch>
        </p:blipFill>
        <p:spPr>
          <a:xfrm>
            <a:off x="6913165" y="3240087"/>
            <a:ext cx="2448272" cy="3057182"/>
          </a:xfrm>
          <a:prstGeom prst="rect">
            <a:avLst/>
          </a:prstGeom>
        </p:spPr>
      </p:pic>
      <p:sp>
        <p:nvSpPr>
          <p:cNvPr id="4" name="矩形 3"/>
          <p:cNvSpPr/>
          <p:nvPr/>
        </p:nvSpPr>
        <p:spPr>
          <a:xfrm>
            <a:off x="8713365" y="1397248"/>
            <a:ext cx="123471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7169106" y="2047147"/>
            <a:ext cx="1234711" cy="3826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59092255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829743"/>
            <a:ext cx="10807700" cy="491096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【思考辨析】</a:t>
            </a:r>
            <a:r>
              <a:rPr lang="zh-CN" altLang="zh-CN" dirty="0">
                <a:solidFill>
                  <a:srgbClr val="000000"/>
                </a:solidFill>
                <a:latin typeface="NEU-BZ-S92"/>
                <a:ea typeface="Arial" panose="020B0604020202020204" pitchFamily="34" charset="0"/>
                <a:cs typeface="Times New Roman" panose="02020603050405020304" pitchFamily="18" charset="0"/>
              </a:rPr>
              <a:t> </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solidFill>
                  <a:srgbClr val="000000"/>
                </a:solidFill>
                <a:ea typeface="宋体" panose="02010600030101010101" pitchFamily="2" charset="-122"/>
                <a:cs typeface="Times New Roman" panose="02020603050405020304" pitchFamily="18" charset="0"/>
              </a:rPr>
              <a:t>判断下列说法是否正确</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正确的在后面的括号内画</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latin typeface="Cambria Math" panose="02040503050406030204" pitchFamily="18" charset="0"/>
                <a:ea typeface="NEU-BZ-S9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错误的画</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宋体" panose="02010600030101010101" pitchFamily="2" charset="-122"/>
                <a:cs typeface="Times New Roman" panose="02020603050405020304" pitchFamily="18" charset="0"/>
              </a:rPr>
              <a:t>两个复数相乘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积的模等于各复数的模的积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积的辐角等于各复数的辐角的积</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宋体" panose="02010600030101010101" pitchFamily="2" charset="-122"/>
                <a:cs typeface="Times New Roman" panose="02020603050405020304" pitchFamily="18" charset="0"/>
              </a:rPr>
              <a:t>两个复数相除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除数不为</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就是把模相除作为商的模</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辐角相减作为商的辐角</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宋体" panose="02010600030101010101" pitchFamily="2" charset="-122"/>
                <a:cs typeface="Times New Roman" panose="02020603050405020304" pitchFamily="18" charset="0"/>
              </a:rPr>
              <a:t>两个非零复数相乘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积</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商</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还是一个复数</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
        <p:nvSpPr>
          <p:cNvPr id="3" name="矩形 2"/>
          <p:cNvSpPr/>
          <p:nvPr/>
        </p:nvSpPr>
        <p:spPr>
          <a:xfrm>
            <a:off x="4176861" y="3318660"/>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4176860" y="4500314"/>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4"/>
          <p:cNvSpPr/>
          <p:nvPr/>
        </p:nvSpPr>
        <p:spPr>
          <a:xfrm>
            <a:off x="8929389" y="5040287"/>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11608555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4" presetClass="exit" presetSubtype="10" fill="hold" grpId="0" nodeType="clickEffect">
                                  <p:stCondLst>
                                    <p:cond delay="0"/>
                                  </p:stCondLst>
                                  <p:childTnLst>
                                    <p:animEffect transition="out" filter="randombar(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xit" presetSubtype="10" fill="hold" grpId="0" nodeType="clickEffect">
                                  <p:stCondLst>
                                    <p:cond delay="0"/>
                                  </p:stCondLst>
                                  <p:childTnLst>
                                    <p:animEffect transition="out" filter="randombar(horizontal)">
                                      <p:cBhvr>
                                        <p:cTn id="16" dur="500"/>
                                        <p:tgtEl>
                                          <p:spTgt spid="5"/>
                                        </p:tgtEl>
                                      </p:cBhvr>
                                    </p:animEffect>
                                    <p:set>
                                      <p:cBhvr>
                                        <p:cTn id="1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98623636"/>
              </p:ext>
            </p:extLst>
          </p:nvPr>
        </p:nvGraphicFramePr>
        <p:xfrm>
          <a:off x="304800" y="2049463"/>
          <a:ext cx="11645900" cy="1901825"/>
        </p:xfrm>
        <a:graphic>
          <a:graphicData uri="http://schemas.openxmlformats.org/presentationml/2006/ole">
            <mc:AlternateContent xmlns:mc="http://schemas.openxmlformats.org/markup-compatibility/2006">
              <mc:Choice xmlns:v="urn:schemas-microsoft-com:vml" Requires="v">
                <p:oleObj spid="_x0000_s6157" name="文档" r:id="rId4" imgW="3837724" imgH="630644" progId="Word.Document.12">
                  <p:embed/>
                </p:oleObj>
              </mc:Choice>
              <mc:Fallback>
                <p:oleObj name="文档" r:id="rId4" imgW="3837724" imgH="630644" progId="Word.Document.12">
                  <p:embed/>
                  <p:pic>
                    <p:nvPicPr>
                      <p:cNvPr id="0" name=""/>
                      <p:cNvPicPr/>
                      <p:nvPr/>
                    </p:nvPicPr>
                    <p:blipFill>
                      <a:blip r:embed="rId5"/>
                      <a:stretch>
                        <a:fillRect/>
                      </a:stretch>
                    </p:blipFill>
                    <p:spPr>
                      <a:xfrm>
                        <a:off x="304800" y="2049463"/>
                        <a:ext cx="11645900" cy="1901825"/>
                      </a:xfrm>
                      <a:prstGeom prst="rect">
                        <a:avLst/>
                      </a:prstGeom>
                    </p:spPr>
                  </p:pic>
                </p:oleObj>
              </mc:Fallback>
            </mc:AlternateContent>
          </a:graphicData>
        </a:graphic>
      </p:graphicFrame>
      <p:sp>
        <p:nvSpPr>
          <p:cNvPr id="4" name="矩形 3"/>
          <p:cNvSpPr/>
          <p:nvPr/>
        </p:nvSpPr>
        <p:spPr>
          <a:xfrm>
            <a:off x="4248869" y="3385422"/>
            <a:ext cx="476035" cy="420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78031851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ltLang="zh-CN" sz="6600" dirty="0" smtClean="0">
                <a:solidFill>
                  <a:srgbClr val="0070C0"/>
                </a:solidFill>
                <a:latin typeface="华文新魏" panose="02010800040101010101" pitchFamily="2" charset="-122"/>
                <a:ea typeface="华文新魏" panose="02010800040101010101" pitchFamily="2" charset="-122"/>
              </a:rPr>
              <a:t>  </a:t>
            </a:r>
            <a:r>
              <a:rPr lang="zh-CN" altLang="zh-CN" sz="6600" dirty="0" smtClean="0">
                <a:solidFill>
                  <a:srgbClr val="0070C0"/>
                </a:solidFill>
                <a:latin typeface="华文新魏" panose="02010800040101010101" pitchFamily="2" charset="-122"/>
                <a:ea typeface="华文新魏" panose="02010800040101010101" pitchFamily="2" charset="-122"/>
              </a:rPr>
              <a:t>合作</a:t>
            </a:r>
            <a:r>
              <a:rPr lang="zh-CN" altLang="zh-CN" sz="6600" dirty="0">
                <a:solidFill>
                  <a:srgbClr val="0070C0"/>
                </a:solidFill>
                <a:latin typeface="华文新魏" panose="02010800040101010101" pitchFamily="2" charset="-122"/>
                <a:ea typeface="华文新魏" panose="02010800040101010101" pitchFamily="2" charset="-122"/>
              </a:rPr>
              <a:t>探究</a:t>
            </a:r>
            <a:r>
              <a:rPr lang="en-US" altLang="zh-CN" sz="6600" dirty="0">
                <a:solidFill>
                  <a:srgbClr val="0070C0"/>
                </a:solidFill>
                <a:latin typeface="华文新魏" panose="02010800040101010101" pitchFamily="2" charset="-122"/>
                <a:ea typeface="华文新魏" panose="02010800040101010101" pitchFamily="2" charset="-122"/>
              </a:rPr>
              <a:t>·</a:t>
            </a:r>
            <a:r>
              <a:rPr lang="zh-CN" altLang="zh-CN" sz="6600" dirty="0">
                <a:solidFill>
                  <a:srgbClr val="0070C0"/>
                </a:solidFill>
                <a:latin typeface="华文新魏" panose="02010800040101010101" pitchFamily="2" charset="-122"/>
                <a:ea typeface="华文新魏" panose="02010800040101010101" pitchFamily="2" charset="-122"/>
              </a:rPr>
              <a:t>释疑解惑</a:t>
            </a:r>
          </a:p>
        </p:txBody>
      </p:sp>
      <p:sp>
        <p:nvSpPr>
          <p:cNvPr id="3" name="圆角矩形 2">
            <a:hlinkClick r:id="rId2" action="ppaction://hlinksldjump"/>
          </p:cNvPr>
          <p:cNvSpPr/>
          <p:nvPr/>
        </p:nvSpPr>
        <p:spPr>
          <a:xfrm>
            <a:off x="20166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a:t>探究一</a:t>
            </a:r>
            <a:endParaRPr lang="zh-CN" altLang="en-US" sz="2400"/>
          </a:p>
        </p:txBody>
      </p:sp>
      <p:sp>
        <p:nvSpPr>
          <p:cNvPr id="4" name="圆角矩形 3">
            <a:hlinkClick r:id="rId3" action="ppaction://hlinksldjump"/>
          </p:cNvPr>
          <p:cNvSpPr/>
          <p:nvPr/>
        </p:nvSpPr>
        <p:spPr>
          <a:xfrm>
            <a:off x="38168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二</a:t>
            </a:r>
            <a:endParaRPr lang="zh-CN" altLang="en-US" sz="2400" dirty="0"/>
          </a:p>
        </p:txBody>
      </p:sp>
      <p:sp>
        <p:nvSpPr>
          <p:cNvPr id="5" name="圆角矩形 4">
            <a:hlinkClick r:id="rId4" action="ppaction://hlinksldjump"/>
          </p:cNvPr>
          <p:cNvSpPr/>
          <p:nvPr/>
        </p:nvSpPr>
        <p:spPr>
          <a:xfrm>
            <a:off x="5617021" y="4392215"/>
            <a:ext cx="1440160" cy="432048"/>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zh-CN" sz="2400" dirty="0" smtClean="0"/>
              <a:t>探究</a:t>
            </a:r>
            <a:r>
              <a:rPr lang="zh-CN" altLang="en-US" sz="2400" dirty="0" smtClean="0"/>
              <a:t>三</a:t>
            </a:r>
            <a:endParaRPr lang="zh-CN" altLang="en-US" sz="2400" dirty="0"/>
          </a:p>
        </p:txBody>
      </p:sp>
    </p:spTree>
    <p:extLst>
      <p:ext uri="{BB962C8B-B14F-4D97-AF65-F5344CB8AC3E}">
        <p14:creationId xmlns:p14="http://schemas.microsoft.com/office/powerpoint/2010/main" val="9169604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par>
                          <p:cTn id="15" fill="hold">
                            <p:stCondLst>
                              <p:cond delay="1000"/>
                            </p:stCondLst>
                            <p:childTnLst>
                              <p:par>
                                <p:cTn id="16" presetID="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0-#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 presetClass="entr" presetSubtype="8"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0-#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0-#ppt_w/2"/>
                                          </p:val>
                                        </p:tav>
                                        <p:tav tm="100000">
                                          <p:val>
                                            <p:strVal val="#ppt_x"/>
                                          </p:val>
                                        </p:tav>
                                      </p:tavLst>
                                    </p:anim>
                                    <p:anim calcmode="lin" valueType="num">
                                      <p:cBhvr additive="base">
                                        <p:cTn id="29"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931874"/>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一</a:t>
            </a:r>
            <a:r>
              <a:rPr lang="en-US" altLang="zh-CN" dirty="0" smtClean="0"/>
              <a:t>  </a:t>
            </a:r>
            <a:r>
              <a:rPr lang="zh-CN" altLang="zh-CN" dirty="0" smtClean="0"/>
              <a:t>复数</a:t>
            </a:r>
            <a:r>
              <a:rPr lang="zh-CN" altLang="zh-CN" dirty="0"/>
              <a:t>三角形式的乘法运算</a:t>
            </a:r>
          </a:p>
        </p:txBody>
      </p:sp>
      <p:graphicFrame>
        <p:nvGraphicFramePr>
          <p:cNvPr id="2" name="对象 1"/>
          <p:cNvGraphicFramePr>
            <a:graphicFrameLocks noChangeAspect="1"/>
          </p:cNvGraphicFramePr>
          <p:nvPr>
            <p:extLst>
              <p:ext uri="{D42A27DB-BD31-4B8C-83A1-F6EECF244321}">
                <p14:modId xmlns:p14="http://schemas.microsoft.com/office/powerpoint/2010/main" val="1839525683"/>
              </p:ext>
            </p:extLst>
          </p:nvPr>
        </p:nvGraphicFramePr>
        <p:xfrm>
          <a:off x="430213" y="1690021"/>
          <a:ext cx="11645900" cy="3416300"/>
        </p:xfrm>
        <a:graphic>
          <a:graphicData uri="http://schemas.openxmlformats.org/presentationml/2006/ole">
            <mc:AlternateContent xmlns:mc="http://schemas.openxmlformats.org/markup-compatibility/2006">
              <mc:Choice xmlns:v="urn:schemas-microsoft-com:vml" Requires="v">
                <p:oleObj spid="_x0000_s7181" name="文档" r:id="rId4" imgW="3837724" imgH="1130400" progId="Word.Document.12">
                  <p:embed/>
                </p:oleObj>
              </mc:Choice>
              <mc:Fallback>
                <p:oleObj name="文档" r:id="rId4" imgW="3837724" imgH="1130400" progId="Word.Document.12">
                  <p:embed/>
                  <p:pic>
                    <p:nvPicPr>
                      <p:cNvPr id="0" name=""/>
                      <p:cNvPicPr/>
                      <p:nvPr/>
                    </p:nvPicPr>
                    <p:blipFill>
                      <a:blip r:embed="rId5"/>
                      <a:stretch>
                        <a:fillRect/>
                      </a:stretch>
                    </p:blipFill>
                    <p:spPr>
                      <a:xfrm>
                        <a:off x="430213" y="1690021"/>
                        <a:ext cx="11645900" cy="3416300"/>
                      </a:xfrm>
                      <a:prstGeom prst="rect">
                        <a:avLst/>
                      </a:prstGeom>
                    </p:spPr>
                  </p:pic>
                </p:oleObj>
              </mc:Fallback>
            </mc:AlternateContent>
          </a:graphicData>
        </a:graphic>
      </p:graphicFrame>
    </p:spTree>
    <p:extLst>
      <p:ext uri="{BB962C8B-B14F-4D97-AF65-F5344CB8AC3E}">
        <p14:creationId xmlns:p14="http://schemas.microsoft.com/office/powerpoint/2010/main" val="2026412995"/>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extLst>
              <p:ext uri="{D42A27DB-BD31-4B8C-83A1-F6EECF244321}">
                <p14:modId xmlns:p14="http://schemas.microsoft.com/office/powerpoint/2010/main" val="292966119"/>
              </p:ext>
            </p:extLst>
          </p:nvPr>
        </p:nvGraphicFramePr>
        <p:xfrm>
          <a:off x="576461" y="719807"/>
          <a:ext cx="11671959" cy="5526569"/>
        </p:xfrm>
        <a:graphic>
          <a:graphicData uri="http://schemas.openxmlformats.org/presentationml/2006/ole">
            <mc:AlternateContent xmlns:mc="http://schemas.openxmlformats.org/markup-compatibility/2006">
              <mc:Choice xmlns:v="urn:schemas-microsoft-com:vml" Requires="v">
                <p:oleObj spid="_x0000_s8205" name="文档" r:id="rId4" imgW="3826872" imgH="1811990" progId="Word.Document.12">
                  <p:embed/>
                </p:oleObj>
              </mc:Choice>
              <mc:Fallback>
                <p:oleObj name="文档" r:id="rId4" imgW="3826872" imgH="1811990" progId="Word.Document.12">
                  <p:embed/>
                  <p:pic>
                    <p:nvPicPr>
                      <p:cNvPr id="0" name=""/>
                      <p:cNvPicPr/>
                      <p:nvPr/>
                    </p:nvPicPr>
                    <p:blipFill>
                      <a:blip r:embed="rId5"/>
                      <a:stretch>
                        <a:fillRect/>
                      </a:stretch>
                    </p:blipFill>
                    <p:spPr>
                      <a:xfrm>
                        <a:off x="576461" y="719807"/>
                        <a:ext cx="11671959" cy="5526569"/>
                      </a:xfrm>
                      <a:prstGeom prst="rect">
                        <a:avLst/>
                      </a:prstGeom>
                    </p:spPr>
                  </p:pic>
                </p:oleObj>
              </mc:Fallback>
            </mc:AlternateContent>
          </a:graphicData>
        </a:graphic>
      </p:graphicFrame>
    </p:spTree>
    <p:extLst>
      <p:ext uri="{BB962C8B-B14F-4D97-AF65-F5344CB8AC3E}">
        <p14:creationId xmlns:p14="http://schemas.microsoft.com/office/powerpoint/2010/main" val="171339216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106031539"/>
              </p:ext>
            </p:extLst>
          </p:nvPr>
        </p:nvGraphicFramePr>
        <p:xfrm>
          <a:off x="360437" y="811479"/>
          <a:ext cx="11671959" cy="5128682"/>
        </p:xfrm>
        <a:graphic>
          <a:graphicData uri="http://schemas.openxmlformats.org/presentationml/2006/ole">
            <mc:AlternateContent xmlns:mc="http://schemas.openxmlformats.org/markup-compatibility/2006">
              <mc:Choice xmlns:v="urn:schemas-microsoft-com:vml" Requires="v">
                <p:oleObj spid="_x0000_s9229" name="文档" r:id="rId4" imgW="3826872" imgH="1681535" progId="Word.Document.12">
                  <p:embed/>
                </p:oleObj>
              </mc:Choice>
              <mc:Fallback>
                <p:oleObj name="文档" r:id="rId4" imgW="3826872" imgH="1681535" progId="Word.Document.12">
                  <p:embed/>
                  <p:pic>
                    <p:nvPicPr>
                      <p:cNvPr id="0" name=""/>
                      <p:cNvPicPr/>
                      <p:nvPr/>
                    </p:nvPicPr>
                    <p:blipFill>
                      <a:blip r:embed="rId5"/>
                      <a:stretch>
                        <a:fillRect/>
                      </a:stretch>
                    </p:blipFill>
                    <p:spPr>
                      <a:xfrm>
                        <a:off x="360437" y="811479"/>
                        <a:ext cx="11671959" cy="5128682"/>
                      </a:xfrm>
                      <a:prstGeom prst="rect">
                        <a:avLst/>
                      </a:prstGeom>
                    </p:spPr>
                  </p:pic>
                </p:oleObj>
              </mc:Fallback>
            </mc:AlternateContent>
          </a:graphicData>
        </a:graphic>
      </p:graphicFrame>
    </p:spTree>
    <p:extLst>
      <p:ext uri="{BB962C8B-B14F-4D97-AF65-F5344CB8AC3E}">
        <p14:creationId xmlns:p14="http://schemas.microsoft.com/office/powerpoint/2010/main" val="243186846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1761821"/>
            <a:ext cx="10807700" cy="304698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复数三角形式的乘法运算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直接利用复数三角形式的乘法法则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模相乘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辐角相加</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en-US" altLang="zh-CN" dirty="0" smtClean="0">
                <a:solidFill>
                  <a:srgbClr val="000000"/>
                </a:solidFill>
                <a:ea typeface="宋体" panose="02010600030101010101" pitchFamily="2" charset="-122"/>
                <a:cs typeface="Times New Roman" panose="02020603050405020304" pitchFamily="18" charset="0"/>
              </a:rPr>
              <a:t>)</a:t>
            </a:r>
            <a:r>
              <a:rPr lang="zh-CN" altLang="en-US" dirty="0" smtClean="0">
                <a:solidFill>
                  <a:srgbClr val="000000"/>
                </a:solidFill>
                <a:ea typeface="仿宋" panose="02010609060101010101" pitchFamily="49" charset="-122"/>
                <a:cs typeface="Times New Roman" panose="02020603050405020304" pitchFamily="18" charset="0"/>
              </a:rPr>
              <a:t>当</a:t>
            </a:r>
            <a:r>
              <a:rPr lang="zh-CN" altLang="zh-CN" dirty="0" smtClean="0">
                <a:solidFill>
                  <a:srgbClr val="000000"/>
                </a:solidFill>
                <a:ea typeface="仿宋" panose="02010609060101010101" pitchFamily="49" charset="-122"/>
                <a:cs typeface="Times New Roman" panose="02020603050405020304" pitchFamily="18" charset="0"/>
              </a:rPr>
              <a:t>遇到</a:t>
            </a:r>
            <a:r>
              <a:rPr lang="zh-CN" altLang="zh-CN" dirty="0">
                <a:solidFill>
                  <a:srgbClr val="000000"/>
                </a:solidFill>
                <a:ea typeface="仿宋" panose="02010609060101010101" pitchFamily="49" charset="-122"/>
                <a:cs typeface="Times New Roman" panose="02020603050405020304" pitchFamily="18" charset="0"/>
              </a:rPr>
              <a:t>复数的代数形式与三角形式混合相乘时</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需将相混的复数统一成代数形式或三角形式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然后进行复数的代数形式相乘或三角形式相乘</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4" name="反思感悟H.eps" descr="id:2147490797;FounderCES"/>
          <p:cNvPicPr/>
          <p:nvPr/>
        </p:nvPicPr>
        <p:blipFill>
          <a:blip r:embed="rId2"/>
          <a:stretch>
            <a:fillRect/>
          </a:stretch>
        </p:blipFill>
        <p:spPr>
          <a:xfrm>
            <a:off x="361950" y="1165995"/>
            <a:ext cx="2259558" cy="531552"/>
          </a:xfrm>
          <a:prstGeom prst="rect">
            <a:avLst/>
          </a:prstGeom>
        </p:spPr>
      </p:pic>
    </p:spTree>
    <p:extLst>
      <p:ext uri="{BB962C8B-B14F-4D97-AF65-F5344CB8AC3E}">
        <p14:creationId xmlns:p14="http://schemas.microsoft.com/office/powerpoint/2010/main" val="247821345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61950" y="1223863"/>
            <a:ext cx="11781782" cy="3600400"/>
            <a:chOff x="361950" y="719807"/>
            <a:chExt cx="11781782" cy="3600400"/>
          </a:xfrm>
        </p:grpSpPr>
        <p:graphicFrame>
          <p:nvGraphicFramePr>
            <p:cNvPr id="3" name="对象 2"/>
            <p:cNvGraphicFramePr>
              <a:graphicFrameLocks noChangeAspect="1"/>
            </p:cNvGraphicFramePr>
            <p:nvPr>
              <p:extLst>
                <p:ext uri="{D42A27DB-BD31-4B8C-83A1-F6EECF244321}">
                  <p14:modId xmlns:p14="http://schemas.microsoft.com/office/powerpoint/2010/main" val="3349683716"/>
                </p:ext>
              </p:extLst>
            </p:nvPr>
          </p:nvGraphicFramePr>
          <p:xfrm>
            <a:off x="471773" y="719807"/>
            <a:ext cx="11671959" cy="2325939"/>
          </p:xfrm>
          <a:graphic>
            <a:graphicData uri="http://schemas.openxmlformats.org/presentationml/2006/ole">
              <mc:AlternateContent xmlns:mc="http://schemas.openxmlformats.org/markup-compatibility/2006">
                <mc:Choice xmlns:v="urn:schemas-microsoft-com:vml" Requires="v">
                  <p:oleObj spid="_x0000_s10253" name="文档" r:id="rId4" imgW="3826872" imgH="762603" progId="Word.Document.12">
                    <p:embed/>
                  </p:oleObj>
                </mc:Choice>
                <mc:Fallback>
                  <p:oleObj name="文档" r:id="rId4" imgW="3826872" imgH="762603" progId="Word.Document.12">
                    <p:embed/>
                    <p:pic>
                      <p:nvPicPr>
                        <p:cNvPr id="0" name=""/>
                        <p:cNvPicPr/>
                        <p:nvPr/>
                      </p:nvPicPr>
                      <p:blipFill>
                        <a:blip r:embed="rId5"/>
                        <a:stretch>
                          <a:fillRect/>
                        </a:stretch>
                      </p:blipFill>
                      <p:spPr>
                        <a:xfrm>
                          <a:off x="471773" y="719807"/>
                          <a:ext cx="11671959" cy="2325939"/>
                        </a:xfrm>
                        <a:prstGeom prst="rect">
                          <a:avLst/>
                        </a:prstGeom>
                      </p:spPr>
                    </p:pic>
                  </p:oleObj>
                </mc:Fallback>
              </mc:AlternateContent>
            </a:graphicData>
          </a:graphic>
        </p:graphicFrame>
        <p:sp>
          <p:nvSpPr>
            <p:cNvPr id="5" name="矩形 4"/>
            <p:cNvSpPr>
              <a:spLocks noChangeAspect="1"/>
            </p:cNvSpPr>
            <p:nvPr/>
          </p:nvSpPr>
          <p:spPr>
            <a:xfrm>
              <a:off x="361950" y="3085317"/>
              <a:ext cx="10807700" cy="123489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(3)2(cos 22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22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)[5(cos 65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65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)]·[3(cos 93</a:t>
              </a:r>
              <a:r>
                <a:rPr lang="en-US" altLang="zh-CN" dirty="0" smtClean="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r>
                <a:rPr lang="en-US" altLang="zh-CN" i="1" dirty="0" smtClean="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93</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58433757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216421" y="4836380"/>
            <a:ext cx="11087719" cy="1274195"/>
          </a:xfrm>
          <a:prstGeom prst="rect">
            <a:avLst/>
          </a:prstGeom>
        </p:spPr>
        <p:txBody>
          <a:bodyPr wrap="square">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(3)</a:t>
            </a:r>
            <a:r>
              <a:rPr lang="zh-CN" altLang="zh-CN" dirty="0">
                <a:solidFill>
                  <a:srgbClr val="000000"/>
                </a:solidFill>
                <a:ea typeface="楷体" panose="02010609060101010101" pitchFamily="49" charset="-122"/>
                <a:cs typeface="Times New Roman" panose="02020603050405020304" pitchFamily="18" charset="0"/>
              </a:rPr>
              <a:t>原式</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3[cos(22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93</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(22</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65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93</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30(cos</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180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180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30</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7" name="对象 6"/>
          <p:cNvGraphicFramePr>
            <a:graphicFrameLocks noChangeAspect="1"/>
          </p:cNvGraphicFramePr>
          <p:nvPr>
            <p:extLst>
              <p:ext uri="{D42A27DB-BD31-4B8C-83A1-F6EECF244321}">
                <p14:modId xmlns:p14="http://schemas.microsoft.com/office/powerpoint/2010/main" val="1005424977"/>
              </p:ext>
            </p:extLst>
          </p:nvPr>
        </p:nvGraphicFramePr>
        <p:xfrm>
          <a:off x="286917" y="731924"/>
          <a:ext cx="11671959" cy="4190416"/>
        </p:xfrm>
        <a:graphic>
          <a:graphicData uri="http://schemas.openxmlformats.org/presentationml/2006/ole">
            <mc:AlternateContent xmlns:mc="http://schemas.openxmlformats.org/markup-compatibility/2006">
              <mc:Choice xmlns:v="urn:schemas-microsoft-com:vml" Requires="v">
                <p:oleObj spid="_x0000_s11277" name="文档" r:id="rId4" imgW="3826872" imgH="1373907" progId="Word.Document.12">
                  <p:embed/>
                </p:oleObj>
              </mc:Choice>
              <mc:Fallback>
                <p:oleObj name="文档" r:id="rId4" imgW="3826872" imgH="1373907" progId="Word.Document.12">
                  <p:embed/>
                  <p:pic>
                    <p:nvPicPr>
                      <p:cNvPr id="0" name=""/>
                      <p:cNvPicPr/>
                      <p:nvPr/>
                    </p:nvPicPr>
                    <p:blipFill>
                      <a:blip r:embed="rId5"/>
                      <a:stretch>
                        <a:fillRect/>
                      </a:stretch>
                    </p:blipFill>
                    <p:spPr>
                      <a:xfrm>
                        <a:off x="286917" y="731924"/>
                        <a:ext cx="11671959" cy="4190416"/>
                      </a:xfrm>
                      <a:prstGeom prst="rect">
                        <a:avLst/>
                      </a:prstGeom>
                    </p:spPr>
                  </p:pic>
                </p:oleObj>
              </mc:Fallback>
            </mc:AlternateContent>
          </a:graphicData>
        </a:graphic>
      </p:graphicFrame>
    </p:spTree>
    <p:extLst>
      <p:ext uri="{BB962C8B-B14F-4D97-AF65-F5344CB8AC3E}">
        <p14:creationId xmlns:p14="http://schemas.microsoft.com/office/powerpoint/2010/main" val="23220388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49303"/>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二</a:t>
            </a:r>
            <a:r>
              <a:rPr lang="en-US" altLang="zh-CN" dirty="0" smtClean="0"/>
              <a:t>  </a:t>
            </a:r>
            <a:r>
              <a:rPr lang="zh-CN" altLang="zh-CN" dirty="0" smtClean="0"/>
              <a:t>复数</a:t>
            </a:r>
            <a:r>
              <a:rPr lang="zh-CN" altLang="zh-CN" dirty="0"/>
              <a:t>三角形式的除法运算</a:t>
            </a:r>
          </a:p>
        </p:txBody>
      </p:sp>
      <p:graphicFrame>
        <p:nvGraphicFramePr>
          <p:cNvPr id="4" name="对象 3"/>
          <p:cNvGraphicFramePr>
            <a:graphicFrameLocks noChangeAspect="1"/>
          </p:cNvGraphicFramePr>
          <p:nvPr>
            <p:extLst>
              <p:ext uri="{D42A27DB-BD31-4B8C-83A1-F6EECF244321}">
                <p14:modId xmlns:p14="http://schemas.microsoft.com/office/powerpoint/2010/main" val="2971757968"/>
              </p:ext>
            </p:extLst>
          </p:nvPr>
        </p:nvGraphicFramePr>
        <p:xfrm>
          <a:off x="577850" y="1315535"/>
          <a:ext cx="11645900" cy="2574925"/>
        </p:xfrm>
        <a:graphic>
          <a:graphicData uri="http://schemas.openxmlformats.org/presentationml/2006/ole">
            <mc:AlternateContent xmlns:mc="http://schemas.openxmlformats.org/markup-compatibility/2006">
              <mc:Choice xmlns:v="urn:schemas-microsoft-com:vml" Requires="v">
                <p:oleObj spid="_x0000_s12312" name="文档" r:id="rId4" imgW="3837724" imgH="852758" progId="Word.Document.12">
                  <p:embed/>
                </p:oleObj>
              </mc:Choice>
              <mc:Fallback>
                <p:oleObj name="文档" r:id="rId4" imgW="3837724" imgH="852758" progId="Word.Document.12">
                  <p:embed/>
                  <p:pic>
                    <p:nvPicPr>
                      <p:cNvPr id="0" name=""/>
                      <p:cNvPicPr/>
                      <p:nvPr/>
                    </p:nvPicPr>
                    <p:blipFill>
                      <a:blip r:embed="rId5"/>
                      <a:stretch>
                        <a:fillRect/>
                      </a:stretch>
                    </p:blipFill>
                    <p:spPr>
                      <a:xfrm>
                        <a:off x="577850" y="1315535"/>
                        <a:ext cx="11645900" cy="257492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320437709"/>
              </p:ext>
            </p:extLst>
          </p:nvPr>
        </p:nvGraphicFramePr>
        <p:xfrm>
          <a:off x="576460" y="3787682"/>
          <a:ext cx="11671959" cy="2610925"/>
        </p:xfrm>
        <a:graphic>
          <a:graphicData uri="http://schemas.openxmlformats.org/presentationml/2006/ole">
            <mc:AlternateContent xmlns:mc="http://schemas.openxmlformats.org/markup-compatibility/2006">
              <mc:Choice xmlns:v="urn:schemas-microsoft-com:vml" Requires="v">
                <p:oleObj spid="_x0000_s12313" name="文档" r:id="rId7" imgW="3826872" imgH="856041" progId="Word.Document.12">
                  <p:embed/>
                </p:oleObj>
              </mc:Choice>
              <mc:Fallback>
                <p:oleObj name="文档" r:id="rId7" imgW="3826872" imgH="856041" progId="Word.Document.12">
                  <p:embed/>
                  <p:pic>
                    <p:nvPicPr>
                      <p:cNvPr id="0" name=""/>
                      <p:cNvPicPr/>
                      <p:nvPr/>
                    </p:nvPicPr>
                    <p:blipFill>
                      <a:blip r:embed="rId8"/>
                      <a:stretch>
                        <a:fillRect/>
                      </a:stretch>
                    </p:blipFill>
                    <p:spPr>
                      <a:xfrm>
                        <a:off x="576460" y="3787682"/>
                        <a:ext cx="11671959" cy="2610925"/>
                      </a:xfrm>
                      <a:prstGeom prst="rect">
                        <a:avLst/>
                      </a:prstGeom>
                    </p:spPr>
                  </p:pic>
                </p:oleObj>
              </mc:Fallback>
            </mc:AlternateContent>
          </a:graphicData>
        </a:graphic>
      </p:graphicFrame>
    </p:spTree>
    <p:extLst>
      <p:ext uri="{BB962C8B-B14F-4D97-AF65-F5344CB8AC3E}">
        <p14:creationId xmlns:p14="http://schemas.microsoft.com/office/powerpoint/2010/main" val="2584994891"/>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61950" y="1320719"/>
            <a:ext cx="10807700" cy="2979824"/>
            <a:chOff x="361950" y="1268375"/>
            <a:chExt cx="10807700" cy="2979824"/>
          </a:xfrm>
        </p:grpSpPr>
        <p:sp>
          <p:nvSpPr>
            <p:cNvPr id="2" name="矩形 1"/>
            <p:cNvSpPr>
              <a:spLocks noChangeAspect="1"/>
            </p:cNvSpPr>
            <p:nvPr/>
          </p:nvSpPr>
          <p:spPr>
            <a:xfrm>
              <a:off x="361950" y="1848696"/>
              <a:ext cx="10807700" cy="2399503"/>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ea typeface="仿宋" panose="02010609060101010101" pitchFamily="49" charset="-122"/>
                  <a:cs typeface="Times New Roman" panose="02020603050405020304" pitchFamily="18" charset="0"/>
                </a:rPr>
                <a:t>复数三角形式的除法运算</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利用复数三角形式的除法法则</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模相除</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辐角相减</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一个非零复数的倒数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其模是原来复数的模的倒数</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其辐角是原来复数辐角的相反数</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pic>
          <p:nvPicPr>
            <p:cNvPr id="6" name="反思感悟H.eps" descr="id:2147490797;FounderCES"/>
            <p:cNvPicPr/>
            <p:nvPr/>
          </p:nvPicPr>
          <p:blipFill>
            <a:blip r:embed="rId2"/>
            <a:stretch>
              <a:fillRect/>
            </a:stretch>
          </p:blipFill>
          <p:spPr>
            <a:xfrm>
              <a:off x="361950" y="1268375"/>
              <a:ext cx="2259558" cy="531552"/>
            </a:xfrm>
            <a:prstGeom prst="rect">
              <a:avLst/>
            </a:prstGeom>
          </p:spPr>
        </p:pic>
      </p:grpSp>
    </p:spTree>
    <p:extLst>
      <p:ext uri="{BB962C8B-B14F-4D97-AF65-F5344CB8AC3E}">
        <p14:creationId xmlns:p14="http://schemas.microsoft.com/office/powerpoint/2010/main" val="987625957"/>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953935050"/>
              </p:ext>
            </p:extLst>
          </p:nvPr>
        </p:nvGraphicFramePr>
        <p:xfrm>
          <a:off x="430213" y="1092507"/>
          <a:ext cx="11352212" cy="2154238"/>
        </p:xfrm>
        <a:graphic>
          <a:graphicData uri="http://schemas.openxmlformats.org/presentationml/2006/ole">
            <mc:AlternateContent xmlns:mc="http://schemas.openxmlformats.org/markup-compatibility/2006">
              <mc:Choice xmlns:v="urn:schemas-microsoft-com:vml" Requires="v">
                <p:oleObj spid="_x0000_s13336" name="文档" r:id="rId4" imgW="3837724" imgH="733047" progId="Word.Document.12">
                  <p:embed/>
                </p:oleObj>
              </mc:Choice>
              <mc:Fallback>
                <p:oleObj name="文档" r:id="rId4" imgW="3837724" imgH="733047" progId="Word.Document.12">
                  <p:embed/>
                  <p:pic>
                    <p:nvPicPr>
                      <p:cNvPr id="0" name=""/>
                      <p:cNvPicPr/>
                      <p:nvPr/>
                    </p:nvPicPr>
                    <p:blipFill>
                      <a:blip r:embed="rId5"/>
                      <a:stretch>
                        <a:fillRect/>
                      </a:stretch>
                    </p:blipFill>
                    <p:spPr>
                      <a:xfrm>
                        <a:off x="430213" y="1092507"/>
                        <a:ext cx="11352212" cy="215423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2262207"/>
              </p:ext>
            </p:extLst>
          </p:nvPr>
        </p:nvGraphicFramePr>
        <p:xfrm>
          <a:off x="432445" y="3240087"/>
          <a:ext cx="11671959" cy="1759252"/>
        </p:xfrm>
        <a:graphic>
          <a:graphicData uri="http://schemas.openxmlformats.org/presentationml/2006/ole">
            <mc:AlternateContent xmlns:mc="http://schemas.openxmlformats.org/markup-compatibility/2006">
              <mc:Choice xmlns:v="urn:schemas-microsoft-com:vml" Requires="v">
                <p:oleObj spid="_x0000_s13337" name="文档" r:id="rId7" imgW="3826872" imgH="576804" progId="Word.Document.12">
                  <p:embed/>
                </p:oleObj>
              </mc:Choice>
              <mc:Fallback>
                <p:oleObj name="文档" r:id="rId7" imgW="3826872" imgH="576804" progId="Word.Document.12">
                  <p:embed/>
                  <p:pic>
                    <p:nvPicPr>
                      <p:cNvPr id="0" name=""/>
                      <p:cNvPicPr/>
                      <p:nvPr/>
                    </p:nvPicPr>
                    <p:blipFill>
                      <a:blip r:embed="rId8"/>
                      <a:stretch>
                        <a:fillRect/>
                      </a:stretch>
                    </p:blipFill>
                    <p:spPr>
                      <a:xfrm>
                        <a:off x="432445" y="3240087"/>
                        <a:ext cx="11671959" cy="1759252"/>
                      </a:xfrm>
                      <a:prstGeom prst="rect">
                        <a:avLst/>
                      </a:prstGeom>
                    </p:spPr>
                  </p:pic>
                </p:oleObj>
              </mc:Fallback>
            </mc:AlternateContent>
          </a:graphicData>
        </a:graphic>
      </p:graphicFrame>
    </p:spTree>
    <p:extLst>
      <p:ext uri="{BB962C8B-B14F-4D97-AF65-F5344CB8AC3E}">
        <p14:creationId xmlns:p14="http://schemas.microsoft.com/office/powerpoint/2010/main" val="353996640"/>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2412751307"/>
              </p:ext>
            </p:extLst>
          </p:nvPr>
        </p:nvGraphicFramePr>
        <p:xfrm>
          <a:off x="360437" y="893319"/>
          <a:ext cx="11671959" cy="4999343"/>
        </p:xfrm>
        <a:graphic>
          <a:graphicData uri="http://schemas.openxmlformats.org/presentationml/2006/ole">
            <mc:AlternateContent xmlns:mc="http://schemas.openxmlformats.org/markup-compatibility/2006">
              <mc:Choice xmlns:v="urn:schemas-microsoft-com:vml" Requires="v">
                <p:oleObj spid="_x0000_s14349" name="文档" r:id="rId4" imgW="3826872" imgH="1639129" progId="Word.Document.12">
                  <p:embed/>
                </p:oleObj>
              </mc:Choice>
              <mc:Fallback>
                <p:oleObj name="文档" r:id="rId4" imgW="3826872" imgH="1639129" progId="Word.Document.12">
                  <p:embed/>
                  <p:pic>
                    <p:nvPicPr>
                      <p:cNvPr id="0" name=""/>
                      <p:cNvPicPr/>
                      <p:nvPr/>
                    </p:nvPicPr>
                    <p:blipFill>
                      <a:blip r:embed="rId5"/>
                      <a:stretch>
                        <a:fillRect/>
                      </a:stretch>
                    </p:blipFill>
                    <p:spPr>
                      <a:xfrm>
                        <a:off x="360437" y="893319"/>
                        <a:ext cx="11671959" cy="4999343"/>
                      </a:xfrm>
                      <a:prstGeom prst="rect">
                        <a:avLst/>
                      </a:prstGeom>
                    </p:spPr>
                  </p:pic>
                </p:oleObj>
              </mc:Fallback>
            </mc:AlternateContent>
          </a:graphicData>
        </a:graphic>
      </p:graphicFrame>
    </p:spTree>
    <p:extLst>
      <p:ext uri="{BB962C8B-B14F-4D97-AF65-F5344CB8AC3E}">
        <p14:creationId xmlns:p14="http://schemas.microsoft.com/office/powerpoint/2010/main" val="2210090863"/>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燕尾形 2"/>
          <p:cNvSpPr/>
          <p:nvPr/>
        </p:nvSpPr>
        <p:spPr>
          <a:xfrm>
            <a:off x="1239655" y="719807"/>
            <a:ext cx="8625838" cy="576064"/>
          </a:xfrm>
          <a:prstGeom prst="chevron">
            <a:avLst/>
          </a:prstGeom>
        </p:spPr>
        <p:style>
          <a:lnRef idx="1">
            <a:schemeClr val="dk1"/>
          </a:lnRef>
          <a:fillRef idx="2">
            <a:schemeClr val="dk1"/>
          </a:fillRef>
          <a:effectRef idx="1">
            <a:schemeClr val="dk1"/>
          </a:effectRef>
          <a:fontRef idx="minor">
            <a:schemeClr val="dk1"/>
          </a:fontRef>
        </p:style>
        <p:txBody>
          <a:bodyPr rtlCol="0" anchor="ctr"/>
          <a:lstStyle/>
          <a:p>
            <a:pPr algn="ctr"/>
            <a:r>
              <a:rPr lang="zh-CN" altLang="zh-CN" dirty="0"/>
              <a:t>探究</a:t>
            </a:r>
            <a:r>
              <a:rPr lang="zh-CN" altLang="zh-CN" dirty="0" smtClean="0"/>
              <a:t>三</a:t>
            </a:r>
            <a:r>
              <a:rPr lang="en-US" altLang="zh-CN" dirty="0" smtClean="0"/>
              <a:t>  </a:t>
            </a:r>
            <a:r>
              <a:rPr lang="zh-CN" altLang="zh-CN" dirty="0" smtClean="0"/>
              <a:t>复数</a:t>
            </a:r>
            <a:r>
              <a:rPr lang="zh-CN" altLang="zh-CN" dirty="0"/>
              <a:t>乘除运算的几何意义</a:t>
            </a:r>
          </a:p>
        </p:txBody>
      </p:sp>
      <p:graphicFrame>
        <p:nvGraphicFramePr>
          <p:cNvPr id="2" name="对象 1"/>
          <p:cNvGraphicFramePr>
            <a:graphicFrameLocks noChangeAspect="1"/>
          </p:cNvGraphicFramePr>
          <p:nvPr>
            <p:extLst>
              <p:ext uri="{D42A27DB-BD31-4B8C-83A1-F6EECF244321}">
                <p14:modId xmlns:p14="http://schemas.microsoft.com/office/powerpoint/2010/main" val="696146052"/>
              </p:ext>
            </p:extLst>
          </p:nvPr>
        </p:nvGraphicFramePr>
        <p:xfrm>
          <a:off x="288429" y="1367879"/>
          <a:ext cx="11671959" cy="1917090"/>
        </p:xfrm>
        <a:graphic>
          <a:graphicData uri="http://schemas.openxmlformats.org/presentationml/2006/ole">
            <mc:AlternateContent xmlns:mc="http://schemas.openxmlformats.org/markup-compatibility/2006">
              <mc:Choice xmlns:v="urn:schemas-microsoft-com:vml" Requires="v">
                <p:oleObj spid="_x0000_s15385" name="文档" r:id="rId4" imgW="3826872" imgH="628554" progId="Word.Document.12">
                  <p:embed/>
                </p:oleObj>
              </mc:Choice>
              <mc:Fallback>
                <p:oleObj name="文档" r:id="rId4" imgW="3826872" imgH="628554" progId="Word.Document.12">
                  <p:embed/>
                  <p:pic>
                    <p:nvPicPr>
                      <p:cNvPr id="0" name=""/>
                      <p:cNvPicPr/>
                      <p:nvPr/>
                    </p:nvPicPr>
                    <p:blipFill>
                      <a:blip r:embed="rId5"/>
                      <a:stretch>
                        <a:fillRect/>
                      </a:stretch>
                    </p:blipFill>
                    <p:spPr>
                      <a:xfrm>
                        <a:off x="288429" y="1367879"/>
                        <a:ext cx="11671959" cy="1917090"/>
                      </a:xfrm>
                      <a:prstGeom prst="rect">
                        <a:avLst/>
                      </a:prstGeom>
                    </p:spPr>
                  </p:pic>
                </p:oleObj>
              </mc:Fallback>
            </mc:AlternateContent>
          </a:graphicData>
        </a:graphic>
      </p:graphicFrame>
      <p:pic>
        <p:nvPicPr>
          <p:cNvPr id="4" name="EMG2TRA18.eps" descr="id:2147491881;FounderCES"/>
          <p:cNvPicPr/>
          <p:nvPr/>
        </p:nvPicPr>
        <p:blipFill>
          <a:blip r:embed="rId6"/>
          <a:stretch>
            <a:fillRect/>
          </a:stretch>
        </p:blipFill>
        <p:spPr>
          <a:xfrm>
            <a:off x="7345213" y="2736031"/>
            <a:ext cx="2736304" cy="3174246"/>
          </a:xfrm>
          <a:prstGeom prst="rect">
            <a:avLst/>
          </a:prstGeom>
        </p:spPr>
      </p:pic>
      <p:graphicFrame>
        <p:nvGraphicFramePr>
          <p:cNvPr id="5" name="对象 4"/>
          <p:cNvGraphicFramePr>
            <a:graphicFrameLocks noChangeAspect="1"/>
          </p:cNvGraphicFramePr>
          <p:nvPr>
            <p:extLst>
              <p:ext uri="{D42A27DB-BD31-4B8C-83A1-F6EECF244321}">
                <p14:modId xmlns:p14="http://schemas.microsoft.com/office/powerpoint/2010/main" val="1768706149"/>
              </p:ext>
            </p:extLst>
          </p:nvPr>
        </p:nvGraphicFramePr>
        <p:xfrm>
          <a:off x="432445" y="4104183"/>
          <a:ext cx="11671959" cy="2221809"/>
        </p:xfrm>
        <a:graphic>
          <a:graphicData uri="http://schemas.openxmlformats.org/presentationml/2006/ole">
            <mc:AlternateContent xmlns:mc="http://schemas.openxmlformats.org/markup-compatibility/2006">
              <mc:Choice xmlns:v="urn:schemas-microsoft-com:vml" Requires="v">
                <p:oleObj spid="_x0000_s15386" name="文档" r:id="rId8" imgW="3826872" imgH="728462" progId="Word.Document.12">
                  <p:embed/>
                </p:oleObj>
              </mc:Choice>
              <mc:Fallback>
                <p:oleObj name="文档" r:id="rId8" imgW="3826872" imgH="728462" progId="Word.Document.12">
                  <p:embed/>
                  <p:pic>
                    <p:nvPicPr>
                      <p:cNvPr id="0" name=""/>
                      <p:cNvPicPr/>
                      <p:nvPr/>
                    </p:nvPicPr>
                    <p:blipFill>
                      <a:blip r:embed="rId9"/>
                      <a:stretch>
                        <a:fillRect/>
                      </a:stretch>
                    </p:blipFill>
                    <p:spPr>
                      <a:xfrm>
                        <a:off x="432445" y="4104183"/>
                        <a:ext cx="11671959" cy="2221809"/>
                      </a:xfrm>
                      <a:prstGeom prst="rect">
                        <a:avLst/>
                      </a:prstGeom>
                    </p:spPr>
                  </p:pic>
                </p:oleObj>
              </mc:Fallback>
            </mc:AlternateContent>
          </a:graphicData>
        </a:graphic>
      </p:graphicFrame>
    </p:spTree>
    <p:extLst>
      <p:ext uri="{BB962C8B-B14F-4D97-AF65-F5344CB8AC3E}">
        <p14:creationId xmlns:p14="http://schemas.microsoft.com/office/powerpoint/2010/main" val="69560770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延伸探究H.eps" descr="id:2147490832;FounderCES"/>
          <p:cNvPicPr/>
          <p:nvPr/>
        </p:nvPicPr>
        <p:blipFill>
          <a:blip r:embed="rId3"/>
          <a:stretch>
            <a:fillRect/>
          </a:stretch>
        </p:blipFill>
        <p:spPr>
          <a:xfrm>
            <a:off x="4317062" y="1452903"/>
            <a:ext cx="2524095" cy="460328"/>
          </a:xfrm>
          <a:prstGeom prst="rect">
            <a:avLst/>
          </a:prstGeom>
        </p:spPr>
      </p:pic>
      <p:sp>
        <p:nvSpPr>
          <p:cNvPr id="7" name="矩形 6"/>
          <p:cNvSpPr>
            <a:spLocks noChangeAspect="1"/>
          </p:cNvSpPr>
          <p:nvPr/>
        </p:nvSpPr>
        <p:spPr>
          <a:xfrm>
            <a:off x="361950" y="1976623"/>
            <a:ext cx="10807700" cy="1274195"/>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将本例条件改为</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按</a:t>
            </a:r>
            <a:r>
              <a:rPr lang="zh-CN" altLang="zh-CN" dirty="0" smtClean="0">
                <a:solidFill>
                  <a:srgbClr val="000000"/>
                </a:solidFill>
                <a:ea typeface="宋体" panose="02010600030101010101" pitchFamily="2" charset="-122"/>
                <a:cs typeface="Times New Roman" panose="02020603050405020304" pitchFamily="18" charset="0"/>
              </a:rPr>
              <a:t>顺时针</a:t>
            </a:r>
            <a:r>
              <a:rPr lang="zh-CN" altLang="en-US" dirty="0" smtClean="0">
                <a:solidFill>
                  <a:srgbClr val="000000"/>
                </a:solidFill>
                <a:ea typeface="宋体" panose="02010600030101010101" pitchFamily="2" charset="-122"/>
                <a:cs typeface="Times New Roman" panose="02020603050405020304" pitchFamily="18" charset="0"/>
              </a:rPr>
              <a:t>方向</a:t>
            </a:r>
            <a:r>
              <a:rPr lang="zh-CN" altLang="zh-CN" dirty="0" smtClean="0">
                <a:solidFill>
                  <a:srgbClr val="000000"/>
                </a:solidFill>
                <a:ea typeface="宋体" panose="02010600030101010101" pitchFamily="2" charset="-122"/>
                <a:cs typeface="Times New Roman" panose="02020603050405020304" pitchFamily="18" charset="0"/>
              </a:rPr>
              <a:t>旋转</a:t>
            </a:r>
            <a:r>
              <a:rPr lang="en-US" altLang="zh-CN" dirty="0">
                <a:solidFill>
                  <a:srgbClr val="000000"/>
                </a:solidFill>
                <a:ea typeface="宋体" panose="02010600030101010101" pitchFamily="2" charset="-122"/>
                <a:cs typeface="Times New Roman" panose="02020603050405020304" pitchFamily="18" charset="0"/>
              </a:rPr>
              <a:t>90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其他条件不变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结果又如何</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1189878116"/>
              </p:ext>
            </p:extLst>
          </p:nvPr>
        </p:nvGraphicFramePr>
        <p:xfrm>
          <a:off x="422613" y="3207568"/>
          <a:ext cx="11671959" cy="896615"/>
        </p:xfrm>
        <a:graphic>
          <a:graphicData uri="http://schemas.openxmlformats.org/presentationml/2006/ole">
            <mc:AlternateContent xmlns:mc="http://schemas.openxmlformats.org/markup-compatibility/2006">
              <mc:Choice xmlns:v="urn:schemas-microsoft-com:vml" Requires="v">
                <p:oleObj spid="_x0000_s16397" name="文档" r:id="rId5" imgW="3826872" imgH="293972" progId="Word.Document.12">
                  <p:embed/>
                </p:oleObj>
              </mc:Choice>
              <mc:Fallback>
                <p:oleObj name="文档" r:id="rId5" imgW="3826872" imgH="293972" progId="Word.Document.12">
                  <p:embed/>
                  <p:pic>
                    <p:nvPicPr>
                      <p:cNvPr id="0" name=""/>
                      <p:cNvPicPr/>
                      <p:nvPr/>
                    </p:nvPicPr>
                    <p:blipFill>
                      <a:blip r:embed="rId6"/>
                      <a:stretch>
                        <a:fillRect/>
                      </a:stretch>
                    </p:blipFill>
                    <p:spPr>
                      <a:xfrm>
                        <a:off x="422613" y="3207568"/>
                        <a:ext cx="11671959" cy="896615"/>
                      </a:xfrm>
                      <a:prstGeom prst="rect">
                        <a:avLst/>
                      </a:prstGeom>
                    </p:spPr>
                  </p:pic>
                </p:oleObj>
              </mc:Fallback>
            </mc:AlternateContent>
          </a:graphicData>
        </a:graphic>
      </p:graphicFrame>
    </p:spTree>
    <p:extLst>
      <p:ext uri="{BB962C8B-B14F-4D97-AF65-F5344CB8AC3E}">
        <p14:creationId xmlns:p14="http://schemas.microsoft.com/office/powerpoint/2010/main" val="215035082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584762507"/>
              </p:ext>
            </p:extLst>
          </p:nvPr>
        </p:nvGraphicFramePr>
        <p:xfrm>
          <a:off x="420688" y="693738"/>
          <a:ext cx="11645900" cy="650875"/>
        </p:xfrm>
        <a:graphic>
          <a:graphicData uri="http://schemas.openxmlformats.org/presentationml/2006/ole">
            <mc:AlternateContent xmlns:mc="http://schemas.openxmlformats.org/markup-compatibility/2006">
              <mc:Choice xmlns:v="urn:schemas-microsoft-com:vml" Requires="v">
                <p:oleObj spid="_x0000_s17432" name="文档" r:id="rId4" imgW="3837724" imgH="215623" progId="Word.Document.12">
                  <p:embed/>
                </p:oleObj>
              </mc:Choice>
              <mc:Fallback>
                <p:oleObj name="文档" r:id="rId4" imgW="3837724" imgH="215623" progId="Word.Document.12">
                  <p:embed/>
                  <p:pic>
                    <p:nvPicPr>
                      <p:cNvPr id="0" name=""/>
                      <p:cNvPicPr/>
                      <p:nvPr/>
                    </p:nvPicPr>
                    <p:blipFill>
                      <a:blip r:embed="rId5"/>
                      <a:stretch>
                        <a:fillRect/>
                      </a:stretch>
                    </p:blipFill>
                    <p:spPr>
                      <a:xfrm>
                        <a:off x="420688" y="693738"/>
                        <a:ext cx="11645900" cy="650875"/>
                      </a:xfrm>
                      <a:prstGeom prst="rect">
                        <a:avLst/>
                      </a:prstGeom>
                    </p:spPr>
                  </p:pic>
                </p:oleObj>
              </mc:Fallback>
            </mc:AlternateContent>
          </a:graphicData>
        </a:graphic>
      </p:graphicFrame>
      <p:grpSp>
        <p:nvGrpSpPr>
          <p:cNvPr id="5" name="组合 4"/>
          <p:cNvGrpSpPr/>
          <p:nvPr/>
        </p:nvGrpSpPr>
        <p:grpSpPr>
          <a:xfrm>
            <a:off x="361950" y="1361063"/>
            <a:ext cx="11735790" cy="4945872"/>
            <a:chOff x="361950" y="1347293"/>
            <a:chExt cx="11735790" cy="4945872"/>
          </a:xfrm>
        </p:grpSpPr>
        <p:sp>
          <p:nvSpPr>
            <p:cNvPr id="3" name="矩形 2"/>
            <p:cNvSpPr>
              <a:spLocks noChangeAspect="1"/>
            </p:cNvSpPr>
            <p:nvPr/>
          </p:nvSpPr>
          <p:spPr>
            <a:xfrm>
              <a:off x="361950" y="1347293"/>
              <a:ext cx="10807700" cy="1234890"/>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icos</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30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i)(cos</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60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693963183"/>
                </p:ext>
              </p:extLst>
            </p:nvPr>
          </p:nvGraphicFramePr>
          <p:xfrm>
            <a:off x="425781" y="2593821"/>
            <a:ext cx="11671959" cy="1310945"/>
          </p:xfrm>
          <a:graphic>
            <a:graphicData uri="http://schemas.openxmlformats.org/presentationml/2006/ole">
              <mc:AlternateContent xmlns:mc="http://schemas.openxmlformats.org/markup-compatibility/2006">
                <mc:Choice xmlns:v="urn:schemas-microsoft-com:vml" Requires="v">
                  <p:oleObj spid="_x0000_s17433" name="文档" r:id="rId7" imgW="3826872" imgH="429818" progId="Word.Document.12">
                    <p:embed/>
                  </p:oleObj>
                </mc:Choice>
                <mc:Fallback>
                  <p:oleObj name="文档" r:id="rId7" imgW="3826872" imgH="429818" progId="Word.Document.12">
                    <p:embed/>
                    <p:pic>
                      <p:nvPicPr>
                        <p:cNvPr id="0" name=""/>
                        <p:cNvPicPr/>
                        <p:nvPr/>
                      </p:nvPicPr>
                      <p:blipFill>
                        <a:blip r:embed="rId8"/>
                        <a:stretch>
                          <a:fillRect/>
                        </a:stretch>
                      </p:blipFill>
                      <p:spPr>
                        <a:xfrm>
                          <a:off x="425781" y="2593821"/>
                          <a:ext cx="11671959" cy="1310945"/>
                        </a:xfrm>
                        <a:prstGeom prst="rect">
                          <a:avLst/>
                        </a:prstGeom>
                      </p:spPr>
                    </p:pic>
                  </p:oleObj>
                </mc:Fallback>
              </mc:AlternateContent>
            </a:graphicData>
          </a:graphic>
        </p:graphicFrame>
        <p:pic>
          <p:nvPicPr>
            <p:cNvPr id="9" name="EMG2TRA19.eps" descr="id:2147491895;FounderCES"/>
            <p:cNvPicPr/>
            <p:nvPr/>
          </p:nvPicPr>
          <p:blipFill>
            <a:blip r:embed="rId9"/>
            <a:stretch>
              <a:fillRect/>
            </a:stretch>
          </p:blipFill>
          <p:spPr>
            <a:xfrm>
              <a:off x="5905053" y="3254281"/>
              <a:ext cx="2664296" cy="3038884"/>
            </a:xfrm>
            <a:prstGeom prst="rect">
              <a:avLst/>
            </a:prstGeom>
          </p:spPr>
        </p:pic>
      </p:grpSp>
    </p:spTree>
    <p:extLst>
      <p:ext uri="{BB962C8B-B14F-4D97-AF65-F5344CB8AC3E}">
        <p14:creationId xmlns:p14="http://schemas.microsoft.com/office/powerpoint/2010/main" val="179056035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反思感悟H.eps" descr="id:2147490797;FounderCES"/>
          <p:cNvPicPr/>
          <p:nvPr/>
        </p:nvPicPr>
        <p:blipFill>
          <a:blip r:embed="rId3"/>
          <a:stretch>
            <a:fillRect/>
          </a:stretch>
        </p:blipFill>
        <p:spPr>
          <a:xfrm>
            <a:off x="432445" y="1037491"/>
            <a:ext cx="2259558" cy="531552"/>
          </a:xfrm>
          <a:prstGeom prst="rect">
            <a:avLst/>
          </a:prstGeom>
        </p:spPr>
      </p:pic>
      <p:graphicFrame>
        <p:nvGraphicFramePr>
          <p:cNvPr id="2" name="对象 1"/>
          <p:cNvGraphicFramePr>
            <a:graphicFrameLocks noChangeAspect="1"/>
          </p:cNvGraphicFramePr>
          <p:nvPr>
            <p:extLst>
              <p:ext uri="{D42A27DB-BD31-4B8C-83A1-F6EECF244321}">
                <p14:modId xmlns:p14="http://schemas.microsoft.com/office/powerpoint/2010/main" val="2426171383"/>
              </p:ext>
            </p:extLst>
          </p:nvPr>
        </p:nvGraphicFramePr>
        <p:xfrm>
          <a:off x="432445" y="1650883"/>
          <a:ext cx="10640962" cy="3340244"/>
        </p:xfrm>
        <a:graphic>
          <a:graphicData uri="http://schemas.openxmlformats.org/presentationml/2006/ole">
            <mc:AlternateContent xmlns:mc="http://schemas.openxmlformats.org/markup-compatibility/2006">
              <mc:Choice xmlns:v="urn:schemas-microsoft-com:vml" Requires="v">
                <p:oleObj spid="_x0000_s18445" name="文档" r:id="rId5" imgW="3837724" imgH="1204678" progId="Word.Document.12">
                  <p:embed/>
                </p:oleObj>
              </mc:Choice>
              <mc:Fallback>
                <p:oleObj name="文档" r:id="rId5" imgW="3837724" imgH="1204678" progId="Word.Document.12">
                  <p:embed/>
                  <p:pic>
                    <p:nvPicPr>
                      <p:cNvPr id="0" name=""/>
                      <p:cNvPicPr/>
                      <p:nvPr/>
                    </p:nvPicPr>
                    <p:blipFill>
                      <a:blip r:embed="rId6"/>
                      <a:stretch>
                        <a:fillRect/>
                      </a:stretch>
                    </p:blipFill>
                    <p:spPr>
                      <a:xfrm>
                        <a:off x="432445" y="1650883"/>
                        <a:ext cx="10640962" cy="3340244"/>
                      </a:xfrm>
                      <a:prstGeom prst="rect">
                        <a:avLst/>
                      </a:prstGeom>
                    </p:spPr>
                  </p:pic>
                </p:oleObj>
              </mc:Fallback>
            </mc:AlternateContent>
          </a:graphicData>
        </a:graphic>
      </p:graphicFrame>
    </p:spTree>
    <p:extLst>
      <p:ext uri="{BB962C8B-B14F-4D97-AF65-F5344CB8AC3E}">
        <p14:creationId xmlns:p14="http://schemas.microsoft.com/office/powerpoint/2010/main" val="2145146818"/>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295871"/>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en-US" sz="6600" dirty="0" smtClean="0">
                <a:solidFill>
                  <a:srgbClr val="0070C0"/>
                </a:solidFill>
                <a:latin typeface="华文新魏" panose="02010800040101010101" pitchFamily="2" charset="-122"/>
                <a:ea typeface="华文新魏" panose="02010800040101010101" pitchFamily="2" charset="-122"/>
              </a:rPr>
              <a:t>思  想  方  法</a:t>
            </a:r>
            <a:endParaRPr lang="zh-CN" altLang="zh-CN" sz="6600" dirty="0">
              <a:solidFill>
                <a:srgbClr val="0070C0"/>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61990442"/>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978343"/>
            <a:ext cx="10807700" cy="626710"/>
          </a:xfrm>
          <a:prstGeom prst="rect">
            <a:avLst/>
          </a:prstGeom>
        </p:spPr>
        <p:txBody>
          <a:bodyPr>
            <a:spAutoFit/>
          </a:bodyPr>
          <a:lstStyle/>
          <a:p>
            <a:pPr algn="ct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数形结合</a:t>
            </a:r>
            <a:r>
              <a:rPr lang="zh-CN" altLang="zh-CN" dirty="0" smtClean="0">
                <a:solidFill>
                  <a:srgbClr val="000000"/>
                </a:solidFill>
                <a:latin typeface="Arial" panose="020B0604020202020204" pitchFamily="34" charset="0"/>
                <a:cs typeface="Times New Roman" panose="02020603050405020304" pitchFamily="18" charset="0"/>
              </a:rPr>
              <a:t>思想在</a:t>
            </a:r>
            <a:r>
              <a:rPr lang="zh-CN" altLang="zh-CN" dirty="0">
                <a:solidFill>
                  <a:srgbClr val="000000"/>
                </a:solidFill>
                <a:latin typeface="Arial" panose="020B0604020202020204" pitchFamily="34" charset="0"/>
                <a:cs typeface="Times New Roman" panose="02020603050405020304" pitchFamily="18" charset="0"/>
              </a:rPr>
              <a:t>复数三角形式的乘除运算中的应用</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654108006"/>
              </p:ext>
            </p:extLst>
          </p:nvPr>
        </p:nvGraphicFramePr>
        <p:xfrm>
          <a:off x="157163" y="1712913"/>
          <a:ext cx="11645900" cy="1293812"/>
        </p:xfrm>
        <a:graphic>
          <a:graphicData uri="http://schemas.openxmlformats.org/presentationml/2006/ole">
            <mc:AlternateContent xmlns:mc="http://schemas.openxmlformats.org/markup-compatibility/2006">
              <mc:Choice xmlns:v="urn:schemas-microsoft-com:vml" Requires="v">
                <p:oleObj spid="_x0000_s19480" name="文档" r:id="rId4" imgW="3837724" imgH="429083" progId="Word.Document.12">
                  <p:embed/>
                </p:oleObj>
              </mc:Choice>
              <mc:Fallback>
                <p:oleObj name="文档" r:id="rId4" imgW="3837724" imgH="429083" progId="Word.Document.12">
                  <p:embed/>
                  <p:pic>
                    <p:nvPicPr>
                      <p:cNvPr id="0" name=""/>
                      <p:cNvPicPr/>
                      <p:nvPr/>
                    </p:nvPicPr>
                    <p:blipFill>
                      <a:blip r:embed="rId5"/>
                      <a:stretch>
                        <a:fillRect/>
                      </a:stretch>
                    </p:blipFill>
                    <p:spPr>
                      <a:xfrm>
                        <a:off x="157163" y="1712913"/>
                        <a:ext cx="11645900" cy="129381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634145938"/>
              </p:ext>
            </p:extLst>
          </p:nvPr>
        </p:nvGraphicFramePr>
        <p:xfrm>
          <a:off x="179388" y="2995613"/>
          <a:ext cx="11644312" cy="2070100"/>
        </p:xfrm>
        <a:graphic>
          <a:graphicData uri="http://schemas.openxmlformats.org/presentationml/2006/ole">
            <mc:AlternateContent xmlns:mc="http://schemas.openxmlformats.org/markup-compatibility/2006">
              <mc:Choice xmlns:v="urn:schemas-microsoft-com:vml" Requires="v">
                <p:oleObj spid="_x0000_s19481" name="文档" r:id="rId7" imgW="3837724" imgH="685812" progId="Word.Document.12">
                  <p:embed/>
                </p:oleObj>
              </mc:Choice>
              <mc:Fallback>
                <p:oleObj name="文档" r:id="rId7" imgW="3837724" imgH="685812" progId="Word.Document.12">
                  <p:embed/>
                  <p:pic>
                    <p:nvPicPr>
                      <p:cNvPr id="0" name=""/>
                      <p:cNvPicPr/>
                      <p:nvPr/>
                    </p:nvPicPr>
                    <p:blipFill>
                      <a:blip r:embed="rId8"/>
                      <a:stretch>
                        <a:fillRect/>
                      </a:stretch>
                    </p:blipFill>
                    <p:spPr>
                      <a:xfrm>
                        <a:off x="179388" y="2995613"/>
                        <a:ext cx="11644312" cy="2070100"/>
                      </a:xfrm>
                      <a:prstGeom prst="rect">
                        <a:avLst/>
                      </a:prstGeom>
                    </p:spPr>
                  </p:pic>
                </p:oleObj>
              </mc:Fallback>
            </mc:AlternateContent>
          </a:graphicData>
        </a:graphic>
      </p:graphicFrame>
    </p:spTree>
    <p:extLst>
      <p:ext uri="{BB962C8B-B14F-4D97-AF65-F5344CB8AC3E}">
        <p14:creationId xmlns:p14="http://schemas.microsoft.com/office/powerpoint/2010/main" val="2343944478"/>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ChangeAspect="1"/>
          </p:cNvGraphicFramePr>
          <p:nvPr>
            <p:extLst>
              <p:ext uri="{D42A27DB-BD31-4B8C-83A1-F6EECF244321}">
                <p14:modId xmlns:p14="http://schemas.microsoft.com/office/powerpoint/2010/main" val="652193678"/>
              </p:ext>
            </p:extLst>
          </p:nvPr>
        </p:nvGraphicFramePr>
        <p:xfrm>
          <a:off x="360437" y="801647"/>
          <a:ext cx="11671959" cy="4604744"/>
        </p:xfrm>
        <a:graphic>
          <a:graphicData uri="http://schemas.openxmlformats.org/presentationml/2006/ole">
            <mc:AlternateContent xmlns:mc="http://schemas.openxmlformats.org/markup-compatibility/2006">
              <mc:Choice xmlns:v="urn:schemas-microsoft-com:vml" Requires="v">
                <p:oleObj spid="_x0000_s20504" name="文档" r:id="rId4" imgW="3837724" imgH="1514772" progId="Word.Document.12">
                  <p:embed/>
                </p:oleObj>
              </mc:Choice>
              <mc:Fallback>
                <p:oleObj name="文档" r:id="rId4" imgW="3837724" imgH="1514772" progId="Word.Document.12">
                  <p:embed/>
                  <p:pic>
                    <p:nvPicPr>
                      <p:cNvPr id="0" name=""/>
                      <p:cNvPicPr/>
                      <p:nvPr/>
                    </p:nvPicPr>
                    <p:blipFill>
                      <a:blip r:embed="rId5"/>
                      <a:stretch>
                        <a:fillRect/>
                      </a:stretch>
                    </p:blipFill>
                    <p:spPr>
                      <a:xfrm>
                        <a:off x="360437" y="801647"/>
                        <a:ext cx="11671959" cy="4604744"/>
                      </a:xfrm>
                      <a:prstGeom prst="rect">
                        <a:avLst/>
                      </a:prstGeom>
                    </p:spPr>
                  </p:pic>
                </p:oleObj>
              </mc:Fallback>
            </mc:AlternateContent>
          </a:graphicData>
        </a:graphic>
      </p:graphicFrame>
      <p:pic>
        <p:nvPicPr>
          <p:cNvPr id="7" name="EMG2TRA20.eps" descr="id:2147491916;FounderCES"/>
          <p:cNvPicPr/>
          <p:nvPr/>
        </p:nvPicPr>
        <p:blipFill>
          <a:blip r:embed="rId6"/>
          <a:stretch>
            <a:fillRect/>
          </a:stretch>
        </p:blipFill>
        <p:spPr>
          <a:xfrm>
            <a:off x="7057181" y="2169799"/>
            <a:ext cx="3960440" cy="2374210"/>
          </a:xfrm>
          <a:prstGeom prst="rect">
            <a:avLst/>
          </a:prstGeom>
        </p:spPr>
      </p:pic>
      <p:graphicFrame>
        <p:nvGraphicFramePr>
          <p:cNvPr id="8" name="对象 7"/>
          <p:cNvGraphicFramePr>
            <a:graphicFrameLocks noChangeAspect="1"/>
          </p:cNvGraphicFramePr>
          <p:nvPr>
            <p:extLst>
              <p:ext uri="{D42A27DB-BD31-4B8C-83A1-F6EECF244321}">
                <p14:modId xmlns:p14="http://schemas.microsoft.com/office/powerpoint/2010/main" val="572896505"/>
              </p:ext>
            </p:extLst>
          </p:nvPr>
        </p:nvGraphicFramePr>
        <p:xfrm>
          <a:off x="278597" y="5421212"/>
          <a:ext cx="11671959" cy="742065"/>
        </p:xfrm>
        <a:graphic>
          <a:graphicData uri="http://schemas.openxmlformats.org/presentationml/2006/ole">
            <mc:AlternateContent xmlns:mc="http://schemas.openxmlformats.org/markup-compatibility/2006">
              <mc:Choice xmlns:v="urn:schemas-microsoft-com:vml" Requires="v">
                <p:oleObj spid="_x0000_s20505" name="文档" r:id="rId8" imgW="3826872" imgH="243300" progId="Word.Document.12">
                  <p:embed/>
                </p:oleObj>
              </mc:Choice>
              <mc:Fallback>
                <p:oleObj name="文档" r:id="rId8" imgW="3826872" imgH="243300" progId="Word.Document.12">
                  <p:embed/>
                  <p:pic>
                    <p:nvPicPr>
                      <p:cNvPr id="0" name=""/>
                      <p:cNvPicPr/>
                      <p:nvPr/>
                    </p:nvPicPr>
                    <p:blipFill>
                      <a:blip r:embed="rId9"/>
                      <a:stretch>
                        <a:fillRect/>
                      </a:stretch>
                    </p:blipFill>
                    <p:spPr>
                      <a:xfrm>
                        <a:off x="278597" y="5421212"/>
                        <a:ext cx="11671959" cy="742065"/>
                      </a:xfrm>
                      <a:prstGeom prst="rect">
                        <a:avLst/>
                      </a:prstGeom>
                    </p:spPr>
                  </p:pic>
                </p:oleObj>
              </mc:Fallback>
            </mc:AlternateContent>
          </a:graphicData>
        </a:graphic>
      </p:graphicFrame>
    </p:spTree>
    <p:extLst>
      <p:ext uri="{BB962C8B-B14F-4D97-AF65-F5344CB8AC3E}">
        <p14:creationId xmlns:p14="http://schemas.microsoft.com/office/powerpoint/2010/main" val="3694015262"/>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950" y="1223863"/>
            <a:ext cx="10807700" cy="3566498"/>
            <a:chOff x="361950" y="1295871"/>
            <a:chExt cx="10807700" cy="3566498"/>
          </a:xfrm>
        </p:grpSpPr>
        <p:pic>
          <p:nvPicPr>
            <p:cNvPr id="5" name="方法点睛H.eps" descr="id:2147499037;FounderCES"/>
            <p:cNvPicPr/>
            <p:nvPr/>
          </p:nvPicPr>
          <p:blipFill>
            <a:blip r:embed="rId2"/>
            <a:stretch>
              <a:fillRect/>
            </a:stretch>
          </p:blipFill>
          <p:spPr>
            <a:xfrm>
              <a:off x="361950" y="1295871"/>
              <a:ext cx="2259558" cy="531552"/>
            </a:xfrm>
            <a:prstGeom prst="rect">
              <a:avLst/>
            </a:prstGeom>
          </p:spPr>
        </p:pic>
        <p:sp>
          <p:nvSpPr>
            <p:cNvPr id="2" name="矩形 1"/>
            <p:cNvSpPr>
              <a:spLocks noChangeAspect="1"/>
            </p:cNvSpPr>
            <p:nvPr/>
          </p:nvSpPr>
          <p:spPr>
            <a:xfrm>
              <a:off x="361950" y="1871935"/>
              <a:ext cx="10807700" cy="2990434"/>
            </a:xfrm>
            <a:prstGeom prst="rect">
              <a:avLst/>
            </a:prstGeom>
          </p:spPr>
          <p:txBody>
            <a:bodyPr>
              <a:spAutoFit/>
            </a:bodyPr>
            <a:lstStyle/>
            <a:p>
              <a:pPr>
                <a:lnSpc>
                  <a:spcPct val="120000"/>
                </a:lnSpc>
                <a:spcAft>
                  <a:spcPts val="0"/>
                </a:spcAft>
                <a:tabLst>
                  <a:tab pos="1188085" algn="l"/>
                  <a:tab pos="2163445" algn="l"/>
                  <a:tab pos="3142615" algn="l"/>
                  <a:tab pos="4190365" algn="l"/>
                </a:tabLst>
              </a:pPr>
              <a:r>
                <a:rPr lang="zh-CN" altLang="zh-CN" dirty="0">
                  <a:solidFill>
                    <a:srgbClr val="000000"/>
                  </a:solidFill>
                  <a:ea typeface="仿宋" panose="02010609060101010101" pitchFamily="49" charset="-122"/>
                  <a:cs typeface="Times New Roman" panose="02020603050405020304" pitchFamily="18" charset="0"/>
                </a:rPr>
                <a:t>本题是复数与角的大小之间的关系</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因此考虑复数三角形式的乘除运算的几何意义</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需要画出复数对应的向量</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借助图形</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将</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en-US" altLang="zh-CN" i="1" dirty="0">
                  <a:solidFill>
                    <a:srgbClr val="000000"/>
                  </a:solidFill>
                  <a:ea typeface="宋体" panose="02010600030101010101" pitchFamily="2" charset="-122"/>
                  <a:cs typeface="Times New Roman" panose="02020603050405020304" pitchFamily="18" charset="0"/>
                </a:rPr>
                <a:t>OZ</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转化为复数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1</a:t>
              </a:r>
              <a:r>
                <a:rPr lang="zh-CN" altLang="zh-CN" dirty="0">
                  <a:solidFill>
                    <a:srgbClr val="000000"/>
                  </a:solidFill>
                  <a:ea typeface="仿宋" panose="02010609060101010101" pitchFamily="49" charset="-122"/>
                  <a:cs typeface="Times New Roman" panose="02020603050405020304" pitchFamily="18" charset="0"/>
                </a:rPr>
                <a:t>与</a:t>
              </a:r>
              <a:r>
                <a:rPr lang="en-US" altLang="zh-CN" i="1" dirty="0">
                  <a:solidFill>
                    <a:srgbClr val="000000"/>
                  </a:solidFill>
                  <a:ea typeface="宋体" panose="02010600030101010101" pitchFamily="2" charset="-122"/>
                  <a:cs typeface="Times New Roman" panose="02020603050405020304" pitchFamily="18" charset="0"/>
                </a:rPr>
                <a:t>z</a:t>
              </a:r>
              <a:r>
                <a:rPr lang="en-US" altLang="zh-CN" baseline="-25000" dirty="0">
                  <a:solidFill>
                    <a:srgbClr val="000000"/>
                  </a:solidFill>
                  <a:ea typeface="宋体" panose="02010600030101010101" pitchFamily="2" charset="-122"/>
                  <a:cs typeface="Times New Roman" panose="02020603050405020304" pitchFamily="18" charset="0"/>
                </a:rPr>
                <a:t>2</a:t>
              </a:r>
              <a:r>
                <a:rPr lang="zh-CN" altLang="zh-CN" dirty="0">
                  <a:solidFill>
                    <a:srgbClr val="000000"/>
                  </a:solidFill>
                  <a:ea typeface="仿宋" panose="02010609060101010101" pitchFamily="49" charset="-122"/>
                  <a:cs typeface="Times New Roman" panose="02020603050405020304" pitchFamily="18" charset="0"/>
                </a:rPr>
                <a:t>的辐角的差</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利用数形结合和复数除法运算的几何意义来解决三角形中角的大小问题</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仿宋" panose="02010609060101010101" pitchFamily="49" charset="-122"/>
                  <a:cs typeface="Times New Roman" panose="02020603050405020304" pitchFamily="18" charset="0"/>
                </a:rPr>
                <a:t>使问题变得简单、方便</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p:txBody>
        </p:sp>
      </p:grpSp>
    </p:spTree>
    <p:extLst>
      <p:ext uri="{BB962C8B-B14F-4D97-AF65-F5344CB8AC3E}">
        <p14:creationId xmlns:p14="http://schemas.microsoft.com/office/powerpoint/2010/main" val="358830184"/>
      </p:ext>
    </p:extLst>
  </p:cSld>
  <p:clrMapOvr>
    <a:masterClrMapping/>
  </p:clrMapOvr>
  <p:transition spd="slow">
    <p:randomBar dir="vert"/>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spect="1"/>
          </p:cNvSpPr>
          <p:nvPr/>
        </p:nvSpPr>
        <p:spPr>
          <a:xfrm>
            <a:off x="361950" y="996008"/>
            <a:ext cx="10807700" cy="1217641"/>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zh-CN" altLang="zh-CN" dirty="0">
                <a:solidFill>
                  <a:srgbClr val="000000"/>
                </a:solidFill>
                <a:latin typeface="Arial" panose="020B0604020202020204" pitchFamily="34" charset="0"/>
                <a:cs typeface="Times New Roman" panose="02020603050405020304" pitchFamily="18" charset="0"/>
              </a:rPr>
              <a:t>【变式训练】</a:t>
            </a:r>
            <a:r>
              <a:rPr lang="zh-CN" altLang="zh-CN" dirty="0">
                <a:solidFill>
                  <a:srgbClr val="000000"/>
                </a:solidFill>
                <a:latin typeface="NEU-BZ-S92"/>
                <a:ea typeface="Arial" panose="020B0604020202020204" pitchFamily="34" charset="0"/>
                <a:cs typeface="Times New Roman" panose="02020603050405020304" pitchFamily="18" charset="0"/>
              </a:rPr>
              <a:t> </a:t>
            </a:r>
            <a:r>
              <a:rPr lang="zh-CN" altLang="zh-CN" dirty="0">
                <a:solidFill>
                  <a:srgbClr val="000000"/>
                </a:solidFill>
                <a:ea typeface="宋体" panose="02010600030101010101" pitchFamily="2" charset="-122"/>
                <a:cs typeface="Times New Roman" panose="02020603050405020304" pitchFamily="18" charset="0"/>
              </a:rPr>
              <a:t>在复平面内</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点</a:t>
            </a:r>
            <a:r>
              <a:rPr lang="en-US" altLang="zh-CN" i="1" dirty="0">
                <a:solidFill>
                  <a:srgbClr val="000000"/>
                </a:solidFill>
                <a:ea typeface="宋体" panose="02010600030101010101" pitchFamily="2" charset="-122"/>
                <a:cs typeface="Times New Roman" panose="02020603050405020304" pitchFamily="18" charset="0"/>
              </a:rPr>
              <a:t>A</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B</a:t>
            </a:r>
            <a:r>
              <a:rPr lang="zh-CN" altLang="zh-CN" dirty="0">
                <a:solidFill>
                  <a:srgbClr val="000000"/>
                </a:solidFill>
                <a:ea typeface="宋体" panose="02010600030101010101" pitchFamily="2" charset="-122"/>
                <a:cs typeface="Times New Roman" panose="02020603050405020304" pitchFamily="18" charset="0"/>
              </a:rPr>
              <a:t>表示的复数分别为</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≠0),</a:t>
            </a:r>
            <a:r>
              <a:rPr lang="zh-CN" altLang="zh-CN" dirty="0">
                <a:solidFill>
                  <a:srgbClr val="000000"/>
                </a:solidFill>
                <a:ea typeface="宋体" panose="02010600030101010101" pitchFamily="2" charset="-122"/>
                <a:cs typeface="Times New Roman" panose="02020603050405020304" pitchFamily="18" charset="0"/>
              </a:rPr>
              <a:t>且</a:t>
            </a:r>
            <a:r>
              <a:rPr lang="en-US" altLang="zh-CN" i="1" dirty="0">
                <a:solidFill>
                  <a:srgbClr val="000000"/>
                </a:solidFill>
                <a:ea typeface="Microsoft Yi Baiti" panose="03000500000000000000" pitchFamily="66" charset="0"/>
                <a:cs typeface="Times New Roman" panose="02020603050405020304" pitchFamily="18" charset="0"/>
              </a:rPr>
              <a:t>β</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i)</a:t>
            </a:r>
            <a:r>
              <a:rPr lang="en-US" altLang="zh-CN" i="1" dirty="0">
                <a:solidFill>
                  <a:srgbClr val="000000"/>
                </a:solidFill>
                <a:ea typeface="Microsoft Yi Baiti" panose="03000500000000000000" pitchFamily="66" charset="0"/>
                <a:cs typeface="Times New Roman" panose="02020603050405020304" pitchFamily="18" charset="0"/>
              </a:rPr>
              <a:t>α</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则</a:t>
            </a:r>
            <a:r>
              <a:rPr lang="zh-CN" altLang="zh-CN" dirty="0">
                <a:solidFill>
                  <a:srgbClr val="000000"/>
                </a:solidFill>
                <a:latin typeface="NEU-BZ-S92"/>
                <a:ea typeface="宋体" panose="02010600030101010101" pitchFamily="2" charset="-122"/>
                <a:cs typeface="宋体" panose="02010600030101010101" pitchFamily="2" charset="-122"/>
              </a:rPr>
              <a:t>∠</a:t>
            </a:r>
            <a:r>
              <a:rPr lang="en-US" altLang="zh-CN" i="1" dirty="0">
                <a:solidFill>
                  <a:srgbClr val="000000"/>
                </a:solidFill>
                <a:ea typeface="宋体" panose="02010600030101010101" pitchFamily="2" charset="-122"/>
                <a:cs typeface="Times New Roman" panose="02020603050405020304" pitchFamily="18" charset="0"/>
              </a:rPr>
              <a:t>AOB=</a:t>
            </a:r>
            <a:r>
              <a:rPr lang="zh-CN" altLang="zh-CN" i="1" u="sng" dirty="0">
                <a:uFill>
                  <a:solidFill>
                    <a:srgbClr val="000000"/>
                  </a:solidFill>
                </a:uFill>
                <a:ea typeface="宋体" panose="02010600030101010101" pitchFamily="2" charset="-122"/>
                <a:cs typeface="Times New Roman" panose="02020603050405020304" pitchFamily="18" charset="0"/>
              </a:rPr>
              <a:t>　　　　　</a:t>
            </a:r>
            <a:r>
              <a:rPr lang="en-US" altLang="zh-CN" i="1"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 </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3344504742"/>
              </p:ext>
            </p:extLst>
          </p:nvPr>
        </p:nvGraphicFramePr>
        <p:xfrm>
          <a:off x="494621" y="2292152"/>
          <a:ext cx="11671959" cy="2170292"/>
        </p:xfrm>
        <a:graphic>
          <a:graphicData uri="http://schemas.openxmlformats.org/presentationml/2006/ole">
            <mc:AlternateContent xmlns:mc="http://schemas.openxmlformats.org/markup-compatibility/2006">
              <mc:Choice xmlns:v="urn:schemas-microsoft-com:vml" Requires="v">
                <p:oleObj spid="_x0000_s21528" name="文档" r:id="rId4" imgW="3826872" imgH="711571" progId="Word.Document.12">
                  <p:embed/>
                </p:oleObj>
              </mc:Choice>
              <mc:Fallback>
                <p:oleObj name="文档" r:id="rId4" imgW="3826872" imgH="711571" progId="Word.Document.12">
                  <p:embed/>
                  <p:pic>
                    <p:nvPicPr>
                      <p:cNvPr id="0" name=""/>
                      <p:cNvPicPr/>
                      <p:nvPr/>
                    </p:nvPicPr>
                    <p:blipFill>
                      <a:blip r:embed="rId5"/>
                      <a:stretch>
                        <a:fillRect/>
                      </a:stretch>
                    </p:blipFill>
                    <p:spPr>
                      <a:xfrm>
                        <a:off x="494621" y="2292152"/>
                        <a:ext cx="11671959" cy="2170292"/>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065865969"/>
              </p:ext>
            </p:extLst>
          </p:nvPr>
        </p:nvGraphicFramePr>
        <p:xfrm>
          <a:off x="494621" y="4516439"/>
          <a:ext cx="11671959" cy="739872"/>
        </p:xfrm>
        <a:graphic>
          <a:graphicData uri="http://schemas.openxmlformats.org/presentationml/2006/ole">
            <mc:AlternateContent xmlns:mc="http://schemas.openxmlformats.org/markup-compatibility/2006">
              <mc:Choice xmlns:v="urn:schemas-microsoft-com:vml" Requires="v">
                <p:oleObj spid="_x0000_s21529" name="文档" r:id="rId7" imgW="3826872" imgH="242581" progId="Word.Document.12">
                  <p:embed/>
                </p:oleObj>
              </mc:Choice>
              <mc:Fallback>
                <p:oleObj name="文档" r:id="rId7" imgW="3826872" imgH="242581" progId="Word.Document.12">
                  <p:embed/>
                  <p:pic>
                    <p:nvPicPr>
                      <p:cNvPr id="0" name=""/>
                      <p:cNvPicPr/>
                      <p:nvPr/>
                    </p:nvPicPr>
                    <p:blipFill>
                      <a:blip r:embed="rId8"/>
                      <a:stretch>
                        <a:fillRect/>
                      </a:stretch>
                    </p:blipFill>
                    <p:spPr>
                      <a:xfrm>
                        <a:off x="494621" y="4516439"/>
                        <a:ext cx="11671959" cy="739872"/>
                      </a:xfrm>
                      <a:prstGeom prst="rect">
                        <a:avLst/>
                      </a:prstGeom>
                    </p:spPr>
                  </p:pic>
                </p:oleObj>
              </mc:Fallback>
            </mc:AlternateContent>
          </a:graphicData>
        </a:graphic>
      </p:graphicFrame>
    </p:spTree>
    <p:extLst>
      <p:ext uri="{BB962C8B-B14F-4D97-AF65-F5344CB8AC3E}">
        <p14:creationId xmlns:p14="http://schemas.microsoft.com/office/powerpoint/2010/main" val="1255410270"/>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虚尾箭头 1"/>
          <p:cNvSpPr/>
          <p:nvPr/>
        </p:nvSpPr>
        <p:spPr>
          <a:xfrm>
            <a:off x="432445" y="1367879"/>
            <a:ext cx="10657184" cy="3528392"/>
          </a:xfrm>
          <a:prstGeom prst="striped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zh-CN" altLang="zh-CN" sz="6600" dirty="0">
                <a:solidFill>
                  <a:srgbClr val="0070C0"/>
                </a:solidFill>
                <a:latin typeface="华文新魏" panose="02010800040101010101" pitchFamily="2" charset="-122"/>
                <a:ea typeface="华文新魏" panose="02010800040101010101" pitchFamily="2" charset="-122"/>
              </a:rPr>
              <a:t>随</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堂</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练</a:t>
            </a:r>
            <a:r>
              <a:rPr lang="en-US" altLang="zh-CN" sz="6600" dirty="0">
                <a:solidFill>
                  <a:srgbClr val="0070C0"/>
                </a:solidFill>
                <a:latin typeface="华文新魏" panose="02010800040101010101" pitchFamily="2" charset="-122"/>
                <a:ea typeface="华文新魏" panose="02010800040101010101" pitchFamily="2" charset="-122"/>
              </a:rPr>
              <a:t>  </a:t>
            </a:r>
            <a:r>
              <a:rPr lang="zh-CN" altLang="zh-CN" sz="6600" dirty="0">
                <a:solidFill>
                  <a:srgbClr val="0070C0"/>
                </a:solidFill>
                <a:latin typeface="华文新魏" panose="02010800040101010101" pitchFamily="2" charset="-122"/>
                <a:ea typeface="华文新魏" panose="02010800040101010101" pitchFamily="2" charset="-122"/>
              </a:rPr>
              <a:t>习</a:t>
            </a:r>
          </a:p>
        </p:txBody>
      </p:sp>
    </p:spTree>
    <p:extLst>
      <p:ext uri="{BB962C8B-B14F-4D97-AF65-F5344CB8AC3E}">
        <p14:creationId xmlns:p14="http://schemas.microsoft.com/office/powerpoint/2010/main" val="407551466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decel="50000" fill="hold">
                                          <p:stCondLst>
                                            <p:cond delay="0"/>
                                          </p:stCondLst>
                                        </p:cTn>
                                        <p:tgtEl>
                                          <p:spTgt spid="2"/>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2"/>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2"/>
                                        </p:tgtEl>
                                        <p:attrNameLst>
                                          <p:attrName>ppt_w</p:attrName>
                                        </p:attrNameLst>
                                      </p:cBhvr>
                                      <p:tavLst>
                                        <p:tav tm="0">
                                          <p:val>
                                            <p:strVal val="#ppt_w*.05"/>
                                          </p:val>
                                        </p:tav>
                                        <p:tav tm="100000">
                                          <p:val>
                                            <p:strVal val="#ppt_w"/>
                                          </p:val>
                                        </p:tav>
                                      </p:tavLst>
                                    </p:anim>
                                    <p:anim calcmode="lin" valueType="num">
                                      <p:cBhvr>
                                        <p:cTn id="10" dur="1000" fill="hold"/>
                                        <p:tgtEl>
                                          <p:spTgt spid="2"/>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2"/>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2"/>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2"/>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61950" y="766249"/>
            <a:ext cx="10807700" cy="5354158"/>
          </a:xfrm>
          <a:prstGeom prst="rect">
            <a:avLst/>
          </a:prstGeom>
        </p:spPr>
        <p:txBody>
          <a:bodyPr>
            <a:spAutoFit/>
          </a:bodyPr>
          <a:lstStyle/>
          <a:p>
            <a:pPr>
              <a:lnSpc>
                <a:spcPct val="120000"/>
              </a:lnSpc>
              <a:spcAft>
                <a:spcPts val="0"/>
              </a:spcAft>
              <a:tabLst>
                <a:tab pos="1029335" algn="l"/>
                <a:tab pos="1850390" algn="l"/>
                <a:tab pos="2538095" algn="l"/>
                <a:tab pos="3221990" algn="l"/>
              </a:tabLst>
            </a:pPr>
            <a:r>
              <a:rPr lang="en-US" altLang="zh-CN" dirty="0">
                <a:solidFill>
                  <a:srgbClr val="000000"/>
                </a:solidFill>
                <a:ea typeface="宋体" panose="02010600030101010101" pitchFamily="2" charset="-122"/>
                <a:cs typeface="Times New Roman" panose="02020603050405020304" pitchFamily="18" charset="0"/>
              </a:rPr>
              <a:t>1</a:t>
            </a:r>
            <a:r>
              <a:rPr lang="en-US" altLang="zh-CN" i="1"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复数</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(cos 25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25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)(cos 50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50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zh-CN" altLang="zh-CN" dirty="0">
                <a:solidFill>
                  <a:srgbClr val="000000"/>
                </a:solidFill>
                <a:ea typeface="宋体" panose="02010600030101010101" pitchFamily="2" charset="-122"/>
                <a:cs typeface="Times New Roman" panose="02020603050405020304" pitchFamily="18" charset="0"/>
              </a:rPr>
              <a:t>的三角形式是</a:t>
            </a:r>
            <a:r>
              <a:rPr lang="en-US" altLang="zh-CN" dirty="0">
                <a:solidFill>
                  <a:srgbClr val="000000"/>
                </a:solidFill>
                <a:ea typeface="宋体" panose="02010600030101010101" pitchFamily="2" charset="-122"/>
                <a:cs typeface="Times New Roman" panose="02020603050405020304" pitchFamily="18" charset="0"/>
              </a:rPr>
              <a:t>(</a:t>
            </a:r>
            <a:r>
              <a:rPr lang="zh-CN" altLang="zh-CN" i="1" dirty="0">
                <a:solidFill>
                  <a:srgbClr val="000000"/>
                </a:solidFill>
                <a:ea typeface="宋体" panose="02010600030101010101" pitchFamily="2"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A.cos</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25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B.sin</a:t>
            </a:r>
            <a:r>
              <a:rPr lang="en-US" altLang="zh-CN" dirty="0">
                <a:solidFill>
                  <a:srgbClr val="000000"/>
                </a:solidFill>
                <a:ea typeface="宋体" panose="02010600030101010101" pitchFamily="2" charset="-122"/>
                <a:cs typeface="Times New Roman" panose="02020603050405020304" pitchFamily="18" charset="0"/>
              </a:rPr>
              <a:t> 75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icos</a:t>
            </a:r>
            <a:r>
              <a:rPr lang="en-US" altLang="zh-CN" dirty="0">
                <a:solidFill>
                  <a:srgbClr val="000000"/>
                </a:solidFill>
                <a:ea typeface="宋体" panose="02010600030101010101" pitchFamily="2" charset="-122"/>
                <a:cs typeface="Times New Roman" panose="02020603050405020304" pitchFamily="18" charset="0"/>
              </a:rPr>
              <a:t> 75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C.cos</a:t>
            </a:r>
            <a:r>
              <a:rPr lang="en-US" altLang="zh-CN" dirty="0">
                <a:solidFill>
                  <a:srgbClr val="000000"/>
                </a:solidFill>
                <a:ea typeface="宋体" panose="02010600030101010101" pitchFamily="2" charset="-122"/>
                <a:cs typeface="Times New Roman" panose="02020603050405020304" pitchFamily="18" charset="0"/>
              </a:rPr>
              <a:t> 15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15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dirty="0" err="1">
                <a:solidFill>
                  <a:srgbClr val="000000"/>
                </a:solidFill>
                <a:ea typeface="宋体" panose="02010600030101010101" pitchFamily="2" charset="-122"/>
                <a:cs typeface="Times New Roman" panose="02020603050405020304" pitchFamily="18" charset="0"/>
              </a:rPr>
              <a:t>D.cos</a:t>
            </a:r>
            <a:r>
              <a:rPr lang="en-US" altLang="zh-CN" dirty="0">
                <a:solidFill>
                  <a:srgbClr val="000000"/>
                </a:solidFill>
                <a:ea typeface="宋体" panose="02010600030101010101" pitchFamily="2" charset="-122"/>
                <a:cs typeface="Times New Roman" panose="02020603050405020304" pitchFamily="18" charset="0"/>
              </a:rPr>
              <a:t> 75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 75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解析</a:t>
            </a:r>
            <a:r>
              <a:rPr lang="en-US" altLang="zh-CN" dirty="0">
                <a:latin typeface="Arial" panose="020B0604020202020204" pitchFamily="34" charset="0"/>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z=</a:t>
            </a:r>
            <a:r>
              <a:rPr lang="en-US" altLang="zh-CN" dirty="0">
                <a:solidFill>
                  <a:srgbClr val="000000"/>
                </a:solidFill>
                <a:ea typeface="宋体" panose="02010600030101010101" pitchFamily="2" charset="-122"/>
                <a:cs typeface="Times New Roman" panose="02020603050405020304" pitchFamily="18" charset="0"/>
              </a:rPr>
              <a:t>cos(25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宋体" panose="02010600030101010101" pitchFamily="2" charset="-122"/>
                <a:cs typeface="Times New Roman" panose="02020603050405020304" pitchFamily="18" charset="0"/>
              </a:rPr>
              <a:t>(25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50</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en-US" altLang="zh-CN" i="1" dirty="0">
                <a:solidFill>
                  <a:srgbClr val="000000"/>
                </a:solidFill>
                <a:ea typeface="宋体" panose="02010600030101010101" pitchFamily="2" charset="-122"/>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cos</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r>
              <a:rPr lang="en-US" altLang="zh-CN" dirty="0" err="1">
                <a:solidFill>
                  <a:srgbClr val="000000"/>
                </a:solidFill>
                <a:ea typeface="宋体" panose="02010600030101010101" pitchFamily="2" charset="-122"/>
                <a:cs typeface="Times New Roman" panose="02020603050405020304" pitchFamily="18" charset="0"/>
              </a:rPr>
              <a:t>isin</a:t>
            </a:r>
            <a:r>
              <a:rPr lang="en-US" altLang="zh-CN" dirty="0">
                <a:solidFill>
                  <a:srgbClr val="000000"/>
                </a:solidFill>
                <a:ea typeface="楷体" panose="02010609060101010101" pitchFamily="49" charset="-122"/>
                <a:cs typeface="Times New Roman" panose="02020603050405020304" pitchFamily="18" charset="0"/>
              </a:rPr>
              <a:t> </a:t>
            </a:r>
            <a:r>
              <a:rPr lang="en-US" altLang="zh-CN" dirty="0">
                <a:solidFill>
                  <a:srgbClr val="000000"/>
                </a:solidFill>
                <a:ea typeface="宋体" panose="02010600030101010101" pitchFamily="2" charset="-122"/>
                <a:cs typeface="Times New Roman" panose="02020603050405020304" pitchFamily="18" charset="0"/>
              </a:rPr>
              <a:t>75</a:t>
            </a:r>
            <a:r>
              <a:rPr lang="en-US" altLang="zh-CN" dirty="0">
                <a:solidFill>
                  <a:srgbClr val="000000"/>
                </a:solidFill>
                <a:latin typeface="宋体" panose="02010600030101010101" pitchFamily="2" charset="-122"/>
                <a:ea typeface="方正书宋_GBK" panose="03000509000000000000" pitchFamily="65" charset="-122"/>
                <a:cs typeface="Times New Roman" panose="02020603050405020304" pitchFamily="18" charset="0"/>
              </a:rPr>
              <a:t>°</a:t>
            </a:r>
            <a:r>
              <a:rPr lang="en-US" altLang="zh-CN" i="1" dirty="0">
                <a:solidFill>
                  <a:srgbClr val="000000"/>
                </a:solidFill>
                <a:ea typeface="宋体" panose="02010600030101010101" pitchFamily="2" charset="-122"/>
                <a:cs typeface="Times New Roman" panose="02020603050405020304" pitchFamily="18" charset="0"/>
              </a:rPr>
              <a:t>.</a:t>
            </a:r>
            <a:endParaRPr lang="zh-CN" altLang="zh-CN" dirty="0">
              <a:solidFill>
                <a:srgbClr val="000000"/>
              </a:solidFill>
              <a:latin typeface="NEU-BZ-S92"/>
              <a:ea typeface="方正书宋_GBK" panose="03000509000000000000" pitchFamily="65" charset="-122"/>
              <a:cs typeface="Times New Roman" panose="02020603050405020304" pitchFamily="18" charset="0"/>
            </a:endParaRPr>
          </a:p>
          <a:p>
            <a:pPr>
              <a:lnSpc>
                <a:spcPct val="120000"/>
              </a:lnSpc>
              <a:spcAft>
                <a:spcPts val="0"/>
              </a:spcAft>
              <a:tabLst>
                <a:tab pos="1029335" algn="l"/>
                <a:tab pos="1850390" algn="l"/>
                <a:tab pos="2538095" algn="l"/>
                <a:tab pos="3221990" algn="l"/>
              </a:tabLst>
            </a:pPr>
            <a:r>
              <a:rPr lang="zh-CN" altLang="zh-CN" dirty="0">
                <a:latin typeface="Arial" panose="020B0604020202020204" pitchFamily="34" charset="0"/>
                <a:cs typeface="Times New Roman" panose="02020603050405020304" pitchFamily="18" charset="0"/>
              </a:rPr>
              <a:t>答案</a:t>
            </a:r>
            <a:r>
              <a:rPr lang="en-US" altLang="zh-CN" dirty="0">
                <a:latin typeface="Arial" panose="020B0604020202020204" pitchFamily="34" charset="0"/>
                <a:cs typeface="Times New Roman" panose="02020603050405020304" pitchFamily="18" charset="0"/>
              </a:rPr>
              <a:t>:</a:t>
            </a:r>
            <a:r>
              <a:rPr lang="en-US" altLang="zh-CN" dirty="0">
                <a:solidFill>
                  <a:srgbClr val="000000"/>
                </a:solidFill>
                <a:ea typeface="宋体" panose="02010600030101010101" pitchFamily="2" charset="-122"/>
                <a:cs typeface="Times New Roman" panose="02020603050405020304" pitchFamily="18" charset="0"/>
              </a:rPr>
              <a:t>D</a:t>
            </a:r>
            <a:endParaRPr lang="zh-CN" altLang="zh-CN" dirty="0">
              <a:solidFill>
                <a:srgbClr val="000000"/>
              </a:solidFill>
              <a:effectLst/>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6240624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7" dur="500"/>
                                        <p:tgtEl>
                                          <p:spTgt spid="2">
                                            <p:txEl>
                                              <p:pRg st="5" end="5"/>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randombar(horizontal)">
                                      <p:cBhvr>
                                        <p:cTn id="10" dur="500"/>
                                        <p:tgtEl>
                                          <p:spTgt spid="2">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animEffect transition="in" filter="randombar(horizontal)">
                                      <p:cBhvr>
                                        <p:cTn id="15"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20352163"/>
              </p:ext>
            </p:extLst>
          </p:nvPr>
        </p:nvGraphicFramePr>
        <p:xfrm>
          <a:off x="353774" y="1050351"/>
          <a:ext cx="11671959" cy="1430419"/>
        </p:xfrm>
        <a:graphic>
          <a:graphicData uri="http://schemas.openxmlformats.org/presentationml/2006/ole">
            <mc:AlternateContent xmlns:mc="http://schemas.openxmlformats.org/markup-compatibility/2006">
              <mc:Choice xmlns:v="urn:schemas-microsoft-com:vml" Requires="v">
                <p:oleObj spid="_x0000_s22560" name="文档" r:id="rId4" imgW="3826872" imgH="468990" progId="Word.Document.12">
                  <p:embed/>
                </p:oleObj>
              </mc:Choice>
              <mc:Fallback>
                <p:oleObj name="文档" r:id="rId4" imgW="3826872" imgH="468990" progId="Word.Document.12">
                  <p:embed/>
                  <p:pic>
                    <p:nvPicPr>
                      <p:cNvPr id="0" name=""/>
                      <p:cNvPicPr/>
                      <p:nvPr/>
                    </p:nvPicPr>
                    <p:blipFill>
                      <a:blip r:embed="rId5"/>
                      <a:stretch>
                        <a:fillRect/>
                      </a:stretch>
                    </p:blipFill>
                    <p:spPr>
                      <a:xfrm>
                        <a:off x="353774" y="1050351"/>
                        <a:ext cx="11671959" cy="1430419"/>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723165946"/>
              </p:ext>
            </p:extLst>
          </p:nvPr>
        </p:nvGraphicFramePr>
        <p:xfrm>
          <a:off x="353773" y="2482290"/>
          <a:ext cx="11671959" cy="1634294"/>
        </p:xfrm>
        <a:graphic>
          <a:graphicData uri="http://schemas.openxmlformats.org/presentationml/2006/ole">
            <mc:AlternateContent xmlns:mc="http://schemas.openxmlformats.org/markup-compatibility/2006">
              <mc:Choice xmlns:v="urn:schemas-microsoft-com:vml" Requires="v">
                <p:oleObj spid="_x0000_s22561" name="文档" r:id="rId7" imgW="3826872" imgH="535834" progId="Word.Document.12">
                  <p:embed/>
                </p:oleObj>
              </mc:Choice>
              <mc:Fallback>
                <p:oleObj name="文档" r:id="rId7" imgW="3826872" imgH="535834" progId="Word.Document.12">
                  <p:embed/>
                  <p:pic>
                    <p:nvPicPr>
                      <p:cNvPr id="0" name=""/>
                      <p:cNvPicPr/>
                      <p:nvPr/>
                    </p:nvPicPr>
                    <p:blipFill>
                      <a:blip r:embed="rId8"/>
                      <a:stretch>
                        <a:fillRect/>
                      </a:stretch>
                    </p:blipFill>
                    <p:spPr>
                      <a:xfrm>
                        <a:off x="353773" y="2482290"/>
                        <a:ext cx="11671959" cy="163429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533894975"/>
              </p:ext>
            </p:extLst>
          </p:nvPr>
        </p:nvGraphicFramePr>
        <p:xfrm>
          <a:off x="353772" y="4208440"/>
          <a:ext cx="11671959" cy="802351"/>
        </p:xfrm>
        <a:graphic>
          <a:graphicData uri="http://schemas.openxmlformats.org/presentationml/2006/ole">
            <mc:AlternateContent xmlns:mc="http://schemas.openxmlformats.org/markup-compatibility/2006">
              <mc:Choice xmlns:v="urn:schemas-microsoft-com:vml" Requires="v">
                <p:oleObj spid="_x0000_s22562" name="文档" r:id="rId10" imgW="3826872" imgH="263066" progId="Word.Document.12">
                  <p:embed/>
                </p:oleObj>
              </mc:Choice>
              <mc:Fallback>
                <p:oleObj name="文档" r:id="rId10" imgW="3826872" imgH="263066" progId="Word.Document.12">
                  <p:embed/>
                  <p:pic>
                    <p:nvPicPr>
                      <p:cNvPr id="0" name=""/>
                      <p:cNvPicPr/>
                      <p:nvPr/>
                    </p:nvPicPr>
                    <p:blipFill>
                      <a:blip r:embed="rId11"/>
                      <a:stretch>
                        <a:fillRect/>
                      </a:stretch>
                    </p:blipFill>
                    <p:spPr>
                      <a:xfrm>
                        <a:off x="353772" y="4208440"/>
                        <a:ext cx="11671959" cy="802351"/>
                      </a:xfrm>
                      <a:prstGeom prst="rect">
                        <a:avLst/>
                      </a:prstGeom>
                    </p:spPr>
                  </p:pic>
                </p:oleObj>
              </mc:Fallback>
            </mc:AlternateContent>
          </a:graphicData>
        </a:graphic>
      </p:graphicFrame>
    </p:spTree>
    <p:extLst>
      <p:ext uri="{BB962C8B-B14F-4D97-AF65-F5344CB8AC3E}">
        <p14:creationId xmlns:p14="http://schemas.microsoft.com/office/powerpoint/2010/main" val="64492238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967926695"/>
              </p:ext>
            </p:extLst>
          </p:nvPr>
        </p:nvGraphicFramePr>
        <p:xfrm>
          <a:off x="338149" y="679321"/>
          <a:ext cx="10640962" cy="1038766"/>
        </p:xfrm>
        <a:graphic>
          <a:graphicData uri="http://schemas.openxmlformats.org/presentationml/2006/ole">
            <mc:AlternateContent xmlns:mc="http://schemas.openxmlformats.org/markup-compatibility/2006">
              <mc:Choice xmlns:v="urn:schemas-microsoft-com:vml" Requires="v">
                <p:oleObj spid="_x0000_s23583" name="文档" r:id="rId4" imgW="3837724" imgH="374637" progId="Word.Document.12">
                  <p:embed/>
                </p:oleObj>
              </mc:Choice>
              <mc:Fallback>
                <p:oleObj name="文档" r:id="rId4" imgW="3837724" imgH="374637" progId="Word.Document.12">
                  <p:embed/>
                  <p:pic>
                    <p:nvPicPr>
                      <p:cNvPr id="0" name=""/>
                      <p:cNvPicPr/>
                      <p:nvPr/>
                    </p:nvPicPr>
                    <p:blipFill>
                      <a:blip r:embed="rId5"/>
                      <a:stretch>
                        <a:fillRect/>
                      </a:stretch>
                    </p:blipFill>
                    <p:spPr>
                      <a:xfrm>
                        <a:off x="338149" y="679321"/>
                        <a:ext cx="10640962" cy="1038766"/>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29396640"/>
              </p:ext>
            </p:extLst>
          </p:nvPr>
        </p:nvGraphicFramePr>
        <p:xfrm>
          <a:off x="310843" y="1760599"/>
          <a:ext cx="11705058" cy="3745754"/>
        </p:xfrm>
        <a:graphic>
          <a:graphicData uri="http://schemas.openxmlformats.org/presentationml/2006/ole">
            <mc:AlternateContent xmlns:mc="http://schemas.openxmlformats.org/markup-compatibility/2006">
              <mc:Choice xmlns:v="urn:schemas-microsoft-com:vml" Requires="v">
                <p:oleObj spid="_x0000_s23584" name="文档" r:id="rId7" imgW="3837724" imgH="1228116" progId="Word.Document.12">
                  <p:embed/>
                </p:oleObj>
              </mc:Choice>
              <mc:Fallback>
                <p:oleObj name="文档" r:id="rId7" imgW="3837724" imgH="1228116" progId="Word.Document.12">
                  <p:embed/>
                  <p:pic>
                    <p:nvPicPr>
                      <p:cNvPr id="0" name=""/>
                      <p:cNvPicPr/>
                      <p:nvPr/>
                    </p:nvPicPr>
                    <p:blipFill>
                      <a:blip r:embed="rId8"/>
                      <a:stretch>
                        <a:fillRect/>
                      </a:stretch>
                    </p:blipFill>
                    <p:spPr>
                      <a:xfrm>
                        <a:off x="310843" y="1760599"/>
                        <a:ext cx="11705058" cy="3745754"/>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42563911"/>
              </p:ext>
            </p:extLst>
          </p:nvPr>
        </p:nvGraphicFramePr>
        <p:xfrm>
          <a:off x="306669" y="5534779"/>
          <a:ext cx="11705058" cy="791820"/>
        </p:xfrm>
        <a:graphic>
          <a:graphicData uri="http://schemas.openxmlformats.org/presentationml/2006/ole">
            <mc:AlternateContent xmlns:mc="http://schemas.openxmlformats.org/markup-compatibility/2006">
              <mc:Choice xmlns:v="urn:schemas-microsoft-com:vml" Requires="v">
                <p:oleObj spid="_x0000_s23585" name="文档" r:id="rId10" imgW="3837724" imgH="259613" progId="Word.Document.12">
                  <p:embed/>
                </p:oleObj>
              </mc:Choice>
              <mc:Fallback>
                <p:oleObj name="文档" r:id="rId10" imgW="3837724" imgH="259613" progId="Word.Document.12">
                  <p:embed/>
                  <p:pic>
                    <p:nvPicPr>
                      <p:cNvPr id="0" name=""/>
                      <p:cNvPicPr/>
                      <p:nvPr/>
                    </p:nvPicPr>
                    <p:blipFill>
                      <a:blip r:embed="rId11"/>
                      <a:stretch>
                        <a:fillRect/>
                      </a:stretch>
                    </p:blipFill>
                    <p:spPr>
                      <a:xfrm>
                        <a:off x="306669" y="5534779"/>
                        <a:ext cx="11705058" cy="791820"/>
                      </a:xfrm>
                      <a:prstGeom prst="rect">
                        <a:avLst/>
                      </a:prstGeom>
                    </p:spPr>
                  </p:pic>
                </p:oleObj>
              </mc:Fallback>
            </mc:AlternateContent>
          </a:graphicData>
        </a:graphic>
      </p:graphicFrame>
    </p:spTree>
    <p:extLst>
      <p:ext uri="{BB962C8B-B14F-4D97-AF65-F5344CB8AC3E}">
        <p14:creationId xmlns:p14="http://schemas.microsoft.com/office/powerpoint/2010/main" val="179476809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79081906"/>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专业教辅课件Q:251490010">
  <a:themeElements>
    <a:clrScheme name="穿越">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演示文稿3" id="{7F1B58FA-3D69-4926-A2BA-EEBABBAD5E6B}" vid="{76CC91B4-AC1E-4E21-9BDB-923C2B156DCE}"/>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新教材 高中同步</Template>
  <TotalTime>174</TotalTime>
  <Words>697</Words>
  <Application>Microsoft Office PowerPoint</Application>
  <PresentationFormat>自定义</PresentationFormat>
  <Paragraphs>59</Paragraphs>
  <Slides>38</Slides>
  <Notes>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5" baseType="lpstr">
      <vt:lpstr>NEU-BZ-S92</vt:lpstr>
      <vt:lpstr>方正书宋_GBK</vt:lpstr>
      <vt:lpstr>方正正中黑简体</vt:lpstr>
      <vt:lpstr>仿宋</vt:lpstr>
      <vt:lpstr>黑体</vt:lpstr>
      <vt:lpstr>华文新魏</vt:lpstr>
      <vt:lpstr>楷体</vt:lpstr>
      <vt:lpstr>隶书</vt:lpstr>
      <vt:lpstr>宋体</vt:lpstr>
      <vt:lpstr>微软雅黑</vt:lpstr>
      <vt:lpstr>Arial</vt:lpstr>
      <vt:lpstr>Calibri</vt:lpstr>
      <vt:lpstr>Cambria Math</vt:lpstr>
      <vt:lpstr>Microsoft Yi Baiti</vt:lpstr>
      <vt:lpstr>Times New Roman</vt:lpstr>
      <vt:lpstr>专业教辅课件Q:251490010</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Microsoft</cp:lastModifiedBy>
  <cp:revision>23</cp:revision>
  <dcterms:created xsi:type="dcterms:W3CDTF">2020-09-12T05:36:12Z</dcterms:created>
  <dcterms:modified xsi:type="dcterms:W3CDTF">2025-09-04T06:09:55Z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TAG2">
    <vt:lpwstr>0008007650000000000001024140</vt:lpwstr>
  </property>
  <property fmtid="{D5CDD505-2E9C-101B-9397-08002B2CF9AE}" pid="3" name="KSOProductBuildVer">
    <vt:lpwstr>2052-10.1.0.7698</vt:lpwstr>
  </property>
</Properties>
</file>