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758" r:id="rId9"/>
    <p:sldId id="759" r:id="rId10"/>
    <p:sldId id="760" r:id="rId11"/>
    <p:sldId id="761" r:id="rId12"/>
    <p:sldId id="407" r:id="rId13"/>
    <p:sldId id="394" r:id="rId14"/>
    <p:sldId id="699" r:id="rId15"/>
    <p:sldId id="700" r:id="rId16"/>
    <p:sldId id="701" r:id="rId17"/>
    <p:sldId id="402" r:id="rId18"/>
    <p:sldId id="720" r:id="rId19"/>
    <p:sldId id="721" r:id="rId20"/>
    <p:sldId id="726" r:id="rId21"/>
    <p:sldId id="753" r:id="rId22"/>
    <p:sldId id="762" r:id="rId23"/>
    <p:sldId id="741" r:id="rId24"/>
    <p:sldId id="738" r:id="rId25"/>
    <p:sldId id="763" r:id="rId26"/>
    <p:sldId id="764" r:id="rId27"/>
    <p:sldId id="751" r:id="rId28"/>
    <p:sldId id="752" r:id="rId29"/>
    <p:sldId id="398" r:id="rId30"/>
    <p:sldId id="395" r:id="rId31"/>
    <p:sldId id="765" r:id="rId32"/>
    <p:sldId id="766" r:id="rId33"/>
    <p:sldId id="767" r:id="rId34"/>
    <p:sldId id="4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4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9.docx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7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6.3.2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二项式系数的性质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第六章</a:t>
            </a:r>
            <a:endParaRPr lang="en-US" altLang="zh-CN" sz="3600" b="1" kern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946028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能运用赋值法和函数思想分析处理二项式系数的性质问题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理解和掌握二项式系数的性质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会求解与二项式系数有关的问题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通过该节的学习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养成利用函数思想分析问题、解决问题的习惯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进一步培养观察归纳、逻辑推理的思维能力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049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正中黑简体"/>
                <a:cs typeface="Times New Roman" panose="02020603050405020304" pitchFamily="18" charset="0"/>
              </a:rPr>
              <a:t>二项式系数的性质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观察图形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发现规律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的展开式的二次项系数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取正整数时可以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表示的形式如图所示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2410934" y="4994859"/>
            <a:ext cx="1082348" cy="573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8129569" y="4921322"/>
            <a:ext cx="1082348" cy="573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3E01.eps" descr="id:214751255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835" y="2778795"/>
            <a:ext cx="5465853" cy="2142527"/>
          </a:xfrm>
          <a:prstGeom prst="rect">
            <a:avLst/>
          </a:prstGeom>
        </p:spPr>
      </p:pic>
      <p:pic>
        <p:nvPicPr>
          <p:cNvPr id="8" name="QMX3TRAX13.eps" descr="id:2147512564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5898" y="2778795"/>
            <a:ext cx="5312038" cy="214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7716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每一行中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与首末两端等距离的二项式系数有怎样的关系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二项式系数的最大值有何规律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第一行中各数之和为多少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第二、三、四、五行呢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由此你能得出怎样的结论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2,4,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中间一项最大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3,5,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时中间两项最大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第一行中各数之和为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第二、三、四、五行中各数之和分别为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行中各数之和为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4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8513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从函数的角度分析二项式系数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888796"/>
              </p:ext>
            </p:extLst>
          </p:nvPr>
        </p:nvGraphicFramePr>
        <p:xfrm>
          <a:off x="458424" y="1894272"/>
          <a:ext cx="11275153" cy="383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文档" r:id="rId4" imgW="4510061" imgH="1532752" progId="Word.Document.12">
                  <p:embed/>
                </p:oleObj>
              </mc:Choice>
              <mc:Fallback>
                <p:oleObj name="文档" r:id="rId4" imgW="4510061" imgH="15327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94272"/>
                        <a:ext cx="11275153" cy="3831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8142250" y="2441037"/>
            <a:ext cx="177463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142250" y="2992634"/>
            <a:ext cx="17746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378500" y="4117438"/>
            <a:ext cx="67544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378500" y="4669035"/>
            <a:ext cx="675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02772" y="5010066"/>
            <a:ext cx="193765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02772" y="5561663"/>
            <a:ext cx="19376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90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57851"/>
            <a:ext cx="314701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增减性与最大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487773"/>
              </p:ext>
            </p:extLst>
          </p:nvPr>
        </p:nvGraphicFramePr>
        <p:xfrm>
          <a:off x="458424" y="1259271"/>
          <a:ext cx="11275153" cy="4672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4" imgW="4510061" imgH="1869131" progId="Word.Document.12">
                  <p:embed/>
                </p:oleObj>
              </mc:Choice>
              <mc:Fallback>
                <p:oleObj name="文档" r:id="rId4" imgW="4510061" imgH="18691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59271"/>
                        <a:ext cx="11275153" cy="4672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371636" y="2732315"/>
            <a:ext cx="892894" cy="97227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371635" y="3711090"/>
            <a:ext cx="892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484650" y="3798099"/>
            <a:ext cx="892894" cy="97227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484649" y="4776874"/>
            <a:ext cx="892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948961" y="3798099"/>
            <a:ext cx="892894" cy="97227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48960" y="4776874"/>
            <a:ext cx="892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009759" y="4809322"/>
            <a:ext cx="46406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7009759" y="5339147"/>
            <a:ext cx="464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502060" y="5339147"/>
            <a:ext cx="59096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502060" y="5868972"/>
            <a:ext cx="5909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97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36553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下列关于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的说法错误的是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展开式中的二项式系数之和为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1 024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项的二项式系数最大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项或第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项的二项式系数最大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项的系数最小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展开式中各项系数的和为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 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各二项式系数的和为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91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53207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根据二项式系数的性质进行判断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由二项式系数的性质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知二项式系数之和为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为偶数时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二项式系数最大的项是中间一项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易知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得各项系数的和为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各二项式系数的和为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</a:t>
            </a: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(2)1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66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8327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的展开式中某项的二项式系数是该项中非字母因数部分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包括符号等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二项式展开式的二项式系数和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二项式展开式中系数最大项与二项式系数最大项相同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09689"/>
              </p:ext>
            </p:extLst>
          </p:nvPr>
        </p:nvGraphicFramePr>
        <p:xfrm>
          <a:off x="5892229" y="3483010"/>
          <a:ext cx="27797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文档" r:id="rId4" imgW="1126747" imgH="197659" progId="Word.Document.12">
                  <p:embed/>
                </p:oleObj>
              </mc:Choice>
              <mc:Fallback>
                <p:oleObj name="文档" r:id="rId4" imgW="1126747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2229" y="3483010"/>
                        <a:ext cx="2779713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537062" y="2931668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704600" y="3445669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401286" y="4015844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6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求展开式的系数和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73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676951"/>
              </p:ext>
            </p:extLst>
          </p:nvPr>
        </p:nvGraphicFramePr>
        <p:xfrm>
          <a:off x="458424" y="3874781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874781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720236"/>
            <a:ext cx="2259458" cy="41206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1000" y="139902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本例中条件不变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的展开式中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大于零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小于零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展开式中各项的系数和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187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318247"/>
              </p:ext>
            </p:extLst>
          </p:nvPr>
        </p:nvGraphicFramePr>
        <p:xfrm>
          <a:off x="458424" y="617098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617098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11124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二项展开式中系数和的求法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对形如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+bx+c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的式子求其展开式的各项系数之和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常用赋值法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只需令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的式子求其展开式各项系数之和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只需令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578720"/>
              </p:ext>
            </p:extLst>
          </p:nvPr>
        </p:nvGraphicFramePr>
        <p:xfrm>
          <a:off x="458424" y="3432831"/>
          <a:ext cx="11275153" cy="2472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文档" r:id="rId7" imgW="4510061" imgH="989012" progId="Word.Document.12">
                  <p:embed/>
                </p:oleObj>
              </mc:Choice>
              <mc:Fallback>
                <p:oleObj name="文档" r:id="rId7" imgW="4510061" imgH="9890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432831"/>
                        <a:ext cx="11275153" cy="2472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84205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)·(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求展开式中系数或二项式系数的最大项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500489"/>
              </p:ext>
            </p:extLst>
          </p:nvPr>
        </p:nvGraphicFramePr>
        <p:xfrm>
          <a:off x="458424" y="2047157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047157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433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求二项式系数最大的项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系数的绝对值最大的项是第几项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769526"/>
              </p:ext>
            </p:extLst>
          </p:nvPr>
        </p:nvGraphicFramePr>
        <p:xfrm>
          <a:off x="458424" y="274596"/>
          <a:ext cx="11275153" cy="604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文档" r:id="rId4" imgW="4510061" imgH="2419640" progId="Word.Document.12">
                  <p:embed/>
                </p:oleObj>
              </mc:Choice>
              <mc:Fallback>
                <p:oleObj name="文档" r:id="rId4" imgW="4510061" imgH="24196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74596"/>
                        <a:ext cx="11275153" cy="604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1131203"/>
            <a:ext cx="2259458" cy="41206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1000" y="154326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在本例条件下求系数最大的项与系数最小的项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由本例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展开式中的第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项系数的绝对值最大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项的系数为负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项的系数为正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86193"/>
              </p:ext>
            </p:extLst>
          </p:nvPr>
        </p:nvGraphicFramePr>
        <p:xfrm>
          <a:off x="458424" y="3255788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文档" r:id="rId5" imgW="4510061" imgH="623164" progId="Word.Document.12">
                  <p:embed/>
                </p:oleObj>
              </mc:Choice>
              <mc:Fallback>
                <p:oleObj name="文档" r:id="rId5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255788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989606"/>
              </p:ext>
            </p:extLst>
          </p:nvPr>
        </p:nvGraphicFramePr>
        <p:xfrm>
          <a:off x="458424" y="760935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60935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255083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求二项式系数的最大项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根据二项式系数的性质对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进行讨论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为奇数时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中间两项的二项式系数最大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为偶数时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中间一项的二项式系数最大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二项展开式中系数的最大项的求法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求二项展开式中系数的最大项与求二项式系数最大项是不同的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需要根据各项系数的正、负变化情况进行分析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的展开式中系数的最大项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设二项展开式中各项系数分别为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effectLst/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且第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即得出系数的最大项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01849"/>
              </p:ext>
            </p:extLst>
          </p:nvPr>
        </p:nvGraphicFramePr>
        <p:xfrm>
          <a:off x="6888822" y="4453224"/>
          <a:ext cx="24304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文档" r:id="rId7" imgW="987498" imgH="400348" progId="Word.Document.12">
                  <p:embed/>
                </p:oleObj>
              </mc:Choice>
              <mc:Fallback>
                <p:oleObj name="文档" r:id="rId7" imgW="987498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88822" y="4453224"/>
                        <a:ext cx="2430463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71505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二项式系数最大的项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系数绝对值最大的项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系数最大的项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831057"/>
              </p:ext>
            </p:extLst>
          </p:nvPr>
        </p:nvGraphicFramePr>
        <p:xfrm>
          <a:off x="458424" y="445236"/>
          <a:ext cx="11275153" cy="618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4" imgW="4510061" imgH="2462826" progId="Word.Document.12">
                  <p:embed/>
                </p:oleObj>
              </mc:Choice>
              <mc:Fallback>
                <p:oleObj name="文档" r:id="rId4" imgW="4510061" imgH="24628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45236"/>
                        <a:ext cx="11275153" cy="618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627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smtClean="0">
                  <a:solidFill>
                    <a:schemeClr val="bg1"/>
                  </a:solidFill>
                </a:rPr>
                <a:t>规范解答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682692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项的系数与二项式系数的最大项问题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中各项的系数和比它的二项式系数和大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求展开式中二项式系数最大的项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求展开式中系数最大的项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430378"/>
              </p:ext>
            </p:extLst>
          </p:nvPr>
        </p:nvGraphicFramePr>
        <p:xfrm>
          <a:off x="2912723" y="2280935"/>
          <a:ext cx="20097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文档" r:id="rId4" imgW="810302" imgH="197659" progId="Word.Document.12">
                  <p:embed/>
                </p:oleObj>
              </mc:Choice>
              <mc:Fallback>
                <p:oleObj name="文档" r:id="rId4" imgW="810302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2723" y="2280935"/>
                        <a:ext cx="200977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524095"/>
              </p:ext>
            </p:extLst>
          </p:nvPr>
        </p:nvGraphicFramePr>
        <p:xfrm>
          <a:off x="457200" y="1276635"/>
          <a:ext cx="11249025" cy="3264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文档" r:id="rId4" imgW="4510061" imgH="1308927" progId="Word.Document.12">
                  <p:embed/>
                </p:oleObj>
              </mc:Choice>
              <mc:Fallback>
                <p:oleObj name="文档" r:id="rId4" imgW="4510061" imgH="13089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1276635"/>
                        <a:ext cx="11249025" cy="3264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637713"/>
              </p:ext>
            </p:extLst>
          </p:nvPr>
        </p:nvGraphicFramePr>
        <p:xfrm>
          <a:off x="458424" y="844387"/>
          <a:ext cx="11275153" cy="5032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文档" r:id="rId4" imgW="4510061" imgH="2013123" progId="Word.Document.12">
                  <p:embed/>
                </p:oleObj>
              </mc:Choice>
              <mc:Fallback>
                <p:oleObj name="文档" r:id="rId4" imgW="4510061" imgH="20131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844387"/>
                        <a:ext cx="11275153" cy="5032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98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490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答题模板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根据展开式中各项系数和以及二项式系数和求出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根据二项式系数的性质求得二项式系数最大的项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列出不等式组求得系数最大的项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12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132534"/>
              </p:ext>
            </p:extLst>
          </p:nvPr>
        </p:nvGraphicFramePr>
        <p:xfrm>
          <a:off x="458424" y="2181144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文档" r:id="rId4" imgW="4521949" imgH="624099" progId="Word.Document.12">
                  <p:embed/>
                </p:oleObj>
              </mc:Choice>
              <mc:Fallback>
                <p:oleObj name="文档" r:id="rId4" imgW="4521949" imgH="6240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181144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405399"/>
              </p:ext>
            </p:extLst>
          </p:nvPr>
        </p:nvGraphicFramePr>
        <p:xfrm>
          <a:off x="458424" y="364900"/>
          <a:ext cx="11275153" cy="615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4" imgW="4510061" imgH="2462467" progId="Word.Document.12">
                  <p:embed/>
                </p:oleObj>
              </mc:Choice>
              <mc:Fallback>
                <p:oleObj name="文档" r:id="rId4" imgW="4510061" imgH="2462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64900"/>
                        <a:ext cx="11275153" cy="6156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29844"/>
            <a:ext cx="11430000" cy="35793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展开式中只有第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项的二项式系数最大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A.11	B.10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C.9	D.8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因为只有第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项的二项式系数最大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775875"/>
              </p:ext>
            </p:extLst>
          </p:nvPr>
        </p:nvGraphicFramePr>
        <p:xfrm>
          <a:off x="973747" y="4014902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747" y="4014902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4293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依题意可得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04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885462"/>
              </p:ext>
            </p:extLst>
          </p:nvPr>
        </p:nvGraphicFramePr>
        <p:xfrm>
          <a:off x="458424" y="1914654"/>
          <a:ext cx="11275153" cy="5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文档" r:id="rId4" imgW="4510061" imgH="228846" progId="Word.Document.12">
                  <p:embed/>
                </p:oleObj>
              </mc:Choice>
              <mc:Fallback>
                <p:oleObj name="文档" r:id="rId4" imgW="4510061" imgH="228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914654"/>
                        <a:ext cx="11275153" cy="57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292443"/>
              </p:ext>
            </p:extLst>
          </p:nvPr>
        </p:nvGraphicFramePr>
        <p:xfrm>
          <a:off x="458424" y="2564448"/>
          <a:ext cx="11275153" cy="114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文档" r:id="rId7" imgW="4510061" imgH="456250" progId="Word.Document.12">
                  <p:embed/>
                </p:oleObj>
              </mc:Choice>
              <mc:Fallback>
                <p:oleObj name="文档" r:id="rId7" imgW="4510061" imgH="456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564448"/>
                        <a:ext cx="11275153" cy="114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3705073"/>
            <a:ext cx="163057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0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814330"/>
              </p:ext>
            </p:extLst>
          </p:nvPr>
        </p:nvGraphicFramePr>
        <p:xfrm>
          <a:off x="458424" y="609199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609199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903407"/>
              </p:ext>
            </p:extLst>
          </p:nvPr>
        </p:nvGraphicFramePr>
        <p:xfrm>
          <a:off x="458424" y="2187657"/>
          <a:ext cx="11275153" cy="327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文档" r:id="rId7" imgW="4510061" imgH="1308927" progId="Word.Document.12">
                  <p:embed/>
                </p:oleObj>
              </mc:Choice>
              <mc:Fallback>
                <p:oleObj name="文档" r:id="rId7" imgW="4510061" imgH="13089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187657"/>
                        <a:ext cx="11275153" cy="3272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096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113</TotalTime>
  <Words>1555</Words>
  <Application>Microsoft Office PowerPoint</Application>
  <PresentationFormat>宽屏</PresentationFormat>
  <Paragraphs>110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42</cp:revision>
  <dcterms:created xsi:type="dcterms:W3CDTF">2021-08-30T08:30:26Z</dcterms:created>
  <dcterms:modified xsi:type="dcterms:W3CDTF">2025-08-20T01:05:07Z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