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677" r:id="rId2"/>
    <p:sldId id="488" r:id="rId3"/>
    <p:sldId id="494" r:id="rId4"/>
    <p:sldId id="392" r:id="rId5"/>
    <p:sldId id="686" r:id="rId6"/>
    <p:sldId id="756" r:id="rId7"/>
    <p:sldId id="757" r:id="rId8"/>
    <p:sldId id="407" r:id="rId9"/>
    <p:sldId id="394" r:id="rId10"/>
    <p:sldId id="700" r:id="rId11"/>
    <p:sldId id="701" r:id="rId12"/>
    <p:sldId id="758" r:id="rId13"/>
    <p:sldId id="402" r:id="rId14"/>
    <p:sldId id="720" r:id="rId15"/>
    <p:sldId id="721" r:id="rId16"/>
    <p:sldId id="753" r:id="rId17"/>
    <p:sldId id="759" r:id="rId18"/>
    <p:sldId id="763" r:id="rId19"/>
    <p:sldId id="760" r:id="rId20"/>
    <p:sldId id="764" r:id="rId21"/>
    <p:sldId id="765" r:id="rId22"/>
    <p:sldId id="766" r:id="rId23"/>
    <p:sldId id="767" r:id="rId24"/>
    <p:sldId id="741" r:id="rId25"/>
    <p:sldId id="738" r:id="rId26"/>
    <p:sldId id="768" r:id="rId27"/>
    <p:sldId id="398" r:id="rId28"/>
    <p:sldId id="395" r:id="rId29"/>
    <p:sldId id="761" r:id="rId30"/>
    <p:sldId id="762" r:id="rId31"/>
    <p:sldId id="490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slide" Target="../slides/slide9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4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思想方法</a:t>
            </a:r>
            <a:endParaRPr lang="zh-CN" altLang="en-US" sz="14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5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6.2.1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排列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第六章</a:t>
            </a:r>
            <a:endParaRPr lang="en-US" altLang="zh-CN" sz="3600" b="1" kern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2068189"/>
            <a:ext cx="11430000" cy="22806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理解排列的概念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掌握两个排列相同的充要条件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能正确写出一些简单问题的所有排列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通过排列概念的学习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提升数学抽象和数学建模的素养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34800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排列的概念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为提高员工的身体素质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某公司举行职工运动会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其中编务部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、营销部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、行政部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参加篮球比赛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试按名次顺序列举所有可能的结果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ABC,ACB,BAC,BCA,CAB,CBA.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排列的概念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个不同元素中取出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个元素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照</a:t>
            </a:r>
            <a:r>
              <a:rPr lang="zh-CN" altLang="zh-CN" sz="28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一定的顺序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排成一列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个不同元素中取出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个元素的一个排列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根据排列的定义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两个排列相同的充要条件是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两个排列的元素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完全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且元素的排列顺序也</a:t>
            </a:r>
            <a:r>
              <a:rPr lang="zh-CN" altLang="zh-CN" sz="28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0428" y="3745870"/>
            <a:ext cx="177699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20428" y="4297467"/>
            <a:ext cx="1776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24544" y="4845327"/>
            <a:ext cx="75111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24544" y="5396924"/>
            <a:ext cx="7511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463303" y="4845327"/>
            <a:ext cx="72902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463303" y="5396924"/>
            <a:ext cx="7290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7997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下列问题中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是排列问题的是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个数字可组成多少个无重复数字的四位数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人组成足球队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共有多少种组队方法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人抽样调查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共有多少种选法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1,2,3,4,5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共能组成多少个不同的集合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中组成的四位数与数字的排列顺序有关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B,C,D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只需取出元素即可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与元素的排列顺序无关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3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42933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若两个排列的元素相同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则这两个排列是相同的排列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在一个排列中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若交换两个元素的位置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则该排列不发生变化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同一个排列中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同一个元素不能重复出现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</a:t>
            </a:r>
            <a:r>
              <a:rPr lang="en-US" altLang="zh-CN" sz="2800" smtClean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05401" y="2822208"/>
            <a:ext cx="541991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218026" y="3356757"/>
            <a:ext cx="541991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248589" y="3922958"/>
            <a:ext cx="541991" cy="5654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91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排列的概念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81000" y="599843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判断下列问题是不是排列问题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个小组中选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个小组分别去植树和种菜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共有多少种不同的安排方式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个小组中选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个小组去种菜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共有多少种不同的安排方式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从全班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名学生中选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人组成一个学习小组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共有多少种不同的组成方法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7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从全班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人分别担任班长、学习委员、生活委员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共有多少种不同的安排方式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植树和种菜是不同的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存在顺序问题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属于排列问题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不存在顺序问题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不属于排列问题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中每个人的职务不同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存在顺序问题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属于排列问题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故在上述各题中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属于排列问题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251556"/>
              </p:ext>
            </p:extLst>
          </p:nvPr>
        </p:nvGraphicFramePr>
        <p:xfrm>
          <a:off x="458424" y="1849996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849996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483164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判断一个具体问题是不是排列问题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就看取出元素后排列是有序的还是无序的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而检验它是否有序的依据就是变换元素的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位置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这里的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位置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应视具体问题的性质和条件来决定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看其结果是否有变化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有变化就是排列问题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无变化就不是排列问题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671814"/>
            <a:ext cx="11430000" cy="50734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判断下列问题是不是排列问题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2,3,5,7,9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中任取两个数分别作为对数的底数与真数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可得多少个不同的对数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个点不共线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个点不共面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个点共可组成多少个不同的四面体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某部门有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名优秀员工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名实习生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该部门领导决定选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名优秀员工对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名实习生实行一帮一活动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共有多少种不同的安排方式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在某班级中选出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名女同学和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名男同学组成一个学习小组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共有多少种不同的安排方式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090803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对数的底数与真数不同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所得的结果不同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四面体与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个顶点的顺序无关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名优秀员工与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名实习生进行一帮一活动与顺序有关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名女同学和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名男同学组成一个学习小组与顺序无关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不是排列问题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49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写出简单问题的所有排列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39905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这四个数中任取两个数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则可组成不同的两位数有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A.9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B.12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C.15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(2)A,B,C,D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四个人坐成一排照相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有多少种不同的坐法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将它们列举出来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用树形图表示为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由此可知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4" name="QMX3TRAX77.eps" descr="id:2147512308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5172" y="3011485"/>
            <a:ext cx="6555267" cy="1780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9341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先安排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种坐法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再安排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种坐法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接着安排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种坐法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最后安排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种坐法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由分步乘法计数原理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4×3×2×1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种不同的坐法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画出的树形图如图所示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ZMX3TRAX13.eps" descr="id:2147515417;FounderCES"/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1996"/>
          <a:stretch/>
        </p:blipFill>
        <p:spPr>
          <a:xfrm>
            <a:off x="381000" y="2957860"/>
            <a:ext cx="5249238" cy="2430164"/>
          </a:xfrm>
          <a:prstGeom prst="rect">
            <a:avLst/>
          </a:prstGeom>
        </p:spPr>
      </p:pic>
      <p:pic>
        <p:nvPicPr>
          <p:cNvPr id="4" name="ZMX3TRAX13.eps" descr="id:2147515417;FounderCES"/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3827"/>
          <a:stretch/>
        </p:blipFill>
        <p:spPr>
          <a:xfrm>
            <a:off x="6247545" y="2925202"/>
            <a:ext cx="5249238" cy="233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652946"/>
              </p:ext>
            </p:extLst>
          </p:nvPr>
        </p:nvGraphicFramePr>
        <p:xfrm>
          <a:off x="-99311" y="450288"/>
          <a:ext cx="12402668" cy="625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文档" r:id="rId4" imgW="4510061" imgH="227487" progId="Word.Document.12">
                  <p:embed/>
                </p:oleObj>
              </mc:Choice>
              <mc:Fallback>
                <p:oleObj name="文档" r:id="rId4" imgW="4510061" imgH="227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99311" y="450288"/>
                        <a:ext cx="12402668" cy="625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07587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若在条件中再增加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则结论如何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画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的树形图如图所示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故所有可能的坐法为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BACD,BADC,BCAD,BDAC,CABD,CADB,CBAD,CDAB,DABC,DACB,DBAC,DCAB,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QMX3TRAX80.eps" descr="id:2147512076;FounderCES"/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34098" y="2194202"/>
            <a:ext cx="7909929" cy="214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443245"/>
              </p:ext>
            </p:extLst>
          </p:nvPr>
        </p:nvGraphicFramePr>
        <p:xfrm>
          <a:off x="458424" y="1428755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428755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1923010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树形图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法解决简单排列问题的适用范围及策略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适用范围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树形图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在解决排列元素个数不多的问题时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是一种比较有效的表示方式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策略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在操作中先将元素按一定顺序排出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以再安排哪个元素为分类标准进行分类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接着安排第二个元素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并按此元素分类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依次进行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直到完成一个排列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这样能做到不重不漏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最后按树形图写出排列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4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2760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这四个数字组成的首位数字是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且恰有三个相同数字的四位数有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A.9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C.15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81000" y="3200393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甲、乙、丙、丁四个民航机场之间的直达航线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需要准备多少种不同的飞机票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将它们列出来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69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35966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析</a:t>
            </a:r>
            <a:r>
              <a:rPr lang="en-US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要求首位数字是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且恰有三个相同的数字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用树形图表示为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由此可知共有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ZMX3TRAX16.eps" descr="id:2147515452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43200" y="1567182"/>
            <a:ext cx="5739155" cy="293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8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87574"/>
            <a:ext cx="11430000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先确定起点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种方法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再确定终点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种方法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由分步乘法计数原理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知共需要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种不同的机票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列举如下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969285" y="1993186"/>
            <a:ext cx="0" cy="3560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23E03.eps" descr="id:2147512097;FounderCES"/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6688"/>
          <a:stretch/>
        </p:blipFill>
        <p:spPr>
          <a:xfrm>
            <a:off x="627578" y="1993186"/>
            <a:ext cx="4427307" cy="3850996"/>
          </a:xfrm>
          <a:prstGeom prst="rect">
            <a:avLst/>
          </a:prstGeom>
        </p:spPr>
      </p:pic>
      <p:pic>
        <p:nvPicPr>
          <p:cNvPr id="8" name="23E03.eps" descr="id:2147512097;FounderCES"/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3090"/>
          <a:stretch/>
        </p:blipFill>
        <p:spPr>
          <a:xfrm>
            <a:off x="6340009" y="1993185"/>
            <a:ext cx="4427307" cy="338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2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</a:rPr>
                  <a:t>探究三</a:t>
                </a:r>
                <a:endParaRPr lang="zh-CN" altLang="en-US" sz="28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用计数原理解决排列的个数问题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1000" y="176312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用数字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1,2,3,4,6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可以组成无重复数字的五位偶数有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A.48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B.64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C.72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D.90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名学生干部中选出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名同学分别参加三个不同的夏令营活动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则不同的选派方案的种数是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61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7997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用数字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1,2,3,4,6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组成无重复数字的五位偶数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可看作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个元素的排列问题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先排个位数字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种方法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再排其他各位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4,3,2,1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种不同的方法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由分步乘法计数原理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可知一共能组成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3×4×3×2×1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个无重复数字的五位偶数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名学生干部中选出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名同学分别参加三个不同的夏令营活动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可看作从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个元素中取出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个元素的排列问题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由分步乘法计数原理可知一共有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8×7×6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种不同的方案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(1)C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(2)336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1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850506"/>
              </p:ext>
            </p:extLst>
          </p:nvPr>
        </p:nvGraphicFramePr>
        <p:xfrm>
          <a:off x="458424" y="1870544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870544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483164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利用分步乘法计数原理解决排列个数问题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一般都与顺序有关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因此必须分步完成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所以对于简单的排列问题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可利用分步乘法计数原理解决计数问题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注意确定正确的步骤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还要注意有无特别的限制条件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7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20200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某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车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展期间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某调研机构准备从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人中安排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人分别去调查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馆、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馆、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馆的参观人数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则不同的安排方法种数为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由题意可知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这是从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个元素中选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个元素的排列问题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所以安排方法有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5×4×3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38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>
                  <a:solidFill>
                    <a:schemeClr val="bg1"/>
                  </a:solidFill>
                </a:rPr>
                <a:t>思想方法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2300903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树形图法在解决简单排列问题中的应用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的排列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的排列个数是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33189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首先注意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位置的数比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位置的数大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可以借助树形图进行筛选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的树形图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其次满足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的树形图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的排列有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:2143,3142,3241,4132,4231,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ZMX3TRAX21.eps" descr="id:2147515473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1294" y="1012201"/>
            <a:ext cx="6226139" cy="2036605"/>
          </a:xfrm>
          <a:prstGeom prst="rect">
            <a:avLst/>
          </a:prstGeom>
        </p:spPr>
      </p:pic>
      <p:pic>
        <p:nvPicPr>
          <p:cNvPr id="4" name="ZMX3TRAX22.eps" descr="id:2147515480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1294" y="3563401"/>
            <a:ext cx="6226139" cy="114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6731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有两张卡片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一张卡片的正、反面分别写上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另一张卡片的正、反面分别写上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4,5,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将它们并排组成两位数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则不同的两位数的个数为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931370"/>
              </p:ext>
            </p:extLst>
          </p:nvPr>
        </p:nvGraphicFramePr>
        <p:xfrm>
          <a:off x="457200" y="2182813"/>
          <a:ext cx="11280775" cy="296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文档" r:id="rId4" imgW="4510061" imgH="1191801" progId="Word.Document.12">
                  <p:embed/>
                </p:oleObj>
              </mc:Choice>
              <mc:Fallback>
                <p:oleObj name="文档" r:id="rId4" imgW="4510061" imgH="11918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2182813"/>
                        <a:ext cx="11280775" cy="296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156514"/>
            <a:ext cx="127150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20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34036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下列问题属于排列问题的是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人中选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人分别去种树和扫地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共有多少种不同的安排方式</a:t>
            </a: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人中选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人去扫地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共有多少种不同的安排方式</a:t>
            </a: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从某班上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名男生中选出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人组成一个篮球队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共有多少种不同的组成方法</a:t>
            </a: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从数字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5,6,7,8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中任取两个不同的数作幂运算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共有多少种不同的结果</a:t>
            </a: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①④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①②</a:t>
            </a: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①③④</a:t>
            </a: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由排列的定义知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①④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为排列问题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6428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三名同学照相留念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字形排列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所有排列的方法种数为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所有的排法有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:A-B-C,A-C-B,B-A-C,B-C-A,C-A-B,C-B-A,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名男生和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名女生中选出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人分别担任语文、数学、英语、物理、化学学科的课代表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则不同的选法共有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人中选出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人担任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个学科的课代表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7×6×5×4×3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种不同的选法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2 520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64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1948908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0,1,2,3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这四个数字中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每次取出三个不同的数字排成一个三位数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写出其中大于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的所有三位数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的三位数的首位是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于是大于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的三位数有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:201,203,210,213,230,231,301,302,310,312,320,321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7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123</TotalTime>
  <Words>2429</Words>
  <Application>Microsoft Office PowerPoint</Application>
  <PresentationFormat>宽屏</PresentationFormat>
  <Paragraphs>146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1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52</cp:revision>
  <dcterms:created xsi:type="dcterms:W3CDTF">2021-08-30T08:30:26Z</dcterms:created>
  <dcterms:modified xsi:type="dcterms:W3CDTF">2025-08-20T01:04:48Z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