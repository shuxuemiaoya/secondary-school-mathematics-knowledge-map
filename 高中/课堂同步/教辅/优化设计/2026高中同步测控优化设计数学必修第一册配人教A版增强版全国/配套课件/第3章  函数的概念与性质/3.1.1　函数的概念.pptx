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85" r:id="rId10"/>
    <p:sldId id="758" r:id="rId11"/>
    <p:sldId id="759" r:id="rId12"/>
    <p:sldId id="760" r:id="rId13"/>
    <p:sldId id="761" r:id="rId14"/>
    <p:sldId id="762" r:id="rId15"/>
    <p:sldId id="763" r:id="rId16"/>
    <p:sldId id="764" r:id="rId17"/>
    <p:sldId id="765" r:id="rId18"/>
    <p:sldId id="766" r:id="rId19"/>
    <p:sldId id="737" r:id="rId20"/>
    <p:sldId id="750" r:id="rId21"/>
    <p:sldId id="767" r:id="rId22"/>
    <p:sldId id="768" r:id="rId23"/>
    <p:sldId id="769" r:id="rId24"/>
    <p:sldId id="770" r:id="rId25"/>
    <p:sldId id="754" r:id="rId26"/>
    <p:sldId id="771" r:id="rId27"/>
    <p:sldId id="772" r:id="rId28"/>
    <p:sldId id="773" r:id="rId29"/>
    <p:sldId id="774" r:id="rId30"/>
    <p:sldId id="775" r:id="rId31"/>
    <p:sldId id="755" r:id="rId32"/>
    <p:sldId id="776" r:id="rId33"/>
    <p:sldId id="777" r:id="rId34"/>
    <p:sldId id="747" r:id="rId35"/>
    <p:sldId id="751" r:id="rId36"/>
    <p:sldId id="778" r:id="rId37"/>
    <p:sldId id="779" r:id="rId38"/>
    <p:sldId id="780" r:id="rId39"/>
    <p:sldId id="781" r:id="rId40"/>
    <p:sldId id="787" r:id="rId41"/>
    <p:sldId id="748" r:id="rId42"/>
    <p:sldId id="752" r:id="rId43"/>
    <p:sldId id="782" r:id="rId44"/>
    <p:sldId id="783" r:id="rId45"/>
    <p:sldId id="784" r:id="rId46"/>
    <p:sldId id="735" r:id="rId47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468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46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1.xml"/><Relationship Id="rId5" Type="http://schemas.openxmlformats.org/officeDocument/2006/relationships/slide" Target="slide34.xml"/><Relationship Id="rId4" Type="http://schemas.openxmlformats.org/officeDocument/2006/relationships/slide" Target="slide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8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9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0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2.docx"/><Relationship Id="rId3" Type="http://schemas.openxmlformats.org/officeDocument/2006/relationships/image" Target="../media/image15.jpeg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Word___11.docx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4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3.docx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4.docx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5.docx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6.docx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7.bin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7.docx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9.docx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20.docx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303983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函数的概念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223863"/>
            <a:ext cx="10729192" cy="3802024"/>
            <a:chOff x="360437" y="1526295"/>
            <a:chExt cx="10729192" cy="3802024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526295"/>
              <a:ext cx="10729192" cy="3802024"/>
              <a:chOff x="360437" y="2013554"/>
              <a:chExt cx="10729192" cy="259683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013554"/>
                <a:ext cx="10729192" cy="259683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073047"/>
                <a:ext cx="0" cy="2488633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76423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627637"/>
              <a:ext cx="8496944" cy="3581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会用集合语言和对应关系刻画函数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建立完整的函数概念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了解构成函数的要素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能求简单函数的定义域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体会数学抽象的过程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提升数学抽象和数学运算素养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3823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556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一、函数的概念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阅读以下例子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{3,5,7,9},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{4 019,4 020,4 021},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07,0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08,0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06},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的对应关系如下表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392065012"/>
              </p:ext>
            </p:extLst>
          </p:nvPr>
        </p:nvGraphicFramePr>
        <p:xfrm>
          <a:off x="2016621" y="4531902"/>
          <a:ext cx="6767240" cy="975360"/>
        </p:xfrm>
        <a:graphic>
          <a:graphicData uri="http://schemas.openxmlformats.org/drawingml/2006/table">
            <a:tbl>
              <a:tblPr firstRow="1" firstCol="1" bandRow="1"/>
              <a:tblGrid>
                <a:gridCol w="1691810"/>
                <a:gridCol w="1691810"/>
                <a:gridCol w="1691810"/>
                <a:gridCol w="1691810"/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320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4 019</a:t>
                      </a:r>
                      <a:endParaRPr lang="zh-CN" sz="320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4 020</a:t>
                      </a:r>
                      <a:endParaRPr lang="zh-CN" sz="320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4 021</a:t>
                      </a:r>
                      <a:endParaRPr lang="zh-CN" sz="320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lang="zh-CN" sz="320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07</a:t>
                      </a:r>
                      <a:endParaRPr lang="zh-CN" sz="320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08</a:t>
                      </a:r>
                      <a:endParaRPr lang="zh-CN" sz="320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32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3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06</a:t>
                      </a:r>
                      <a:endParaRPr lang="zh-CN" sz="3200" dirty="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6753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个例子中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中的元素有什么特点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按照给出的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的对应关系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中的任意一个实数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中是否都有与之对应的实数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与之对应的实数是否唯一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中的每一个实数都有集合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中的某一实数与之对应吗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都是实数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均为非空的实数集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都有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唯一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不一定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66538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213402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是非空的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实数集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如果对于集合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任意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按照某种确定的对应关系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中都有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唯一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确定的数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和它对应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那么就称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为从集合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的一个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叫做自变量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叫做函数的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定义域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的值对应的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值叫做函数值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函数值的集合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叫做函数的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值域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96598" y="1269897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4792253" y="1733995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9643267" y="1269897"/>
            <a:ext cx="80218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9638711" y="1733995"/>
            <a:ext cx="8012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9021724" y="1853421"/>
            <a:ext cx="80218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9017168" y="2317519"/>
            <a:ext cx="8012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0235102" y="2433135"/>
            <a:ext cx="80218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10230546" y="2897233"/>
            <a:ext cx="8012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864493" y="3603129"/>
            <a:ext cx="122413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859937" y="4067227"/>
            <a:ext cx="122275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392885" y="4186653"/>
            <a:ext cx="78684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4388097" y="4650751"/>
            <a:ext cx="7859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320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10" grpId="0" animBg="1"/>
      <p:bldP spid="12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40637"/>
            <a:ext cx="865622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943582"/>
              </p:ext>
            </p:extLst>
          </p:nvPr>
        </p:nvGraphicFramePr>
        <p:xfrm>
          <a:off x="365037" y="1598936"/>
          <a:ext cx="10790650" cy="4429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3" name="文档" r:id="rId4" imgW="3537918" imgH="1452393" progId="Word.Document.12">
                  <p:embed/>
                </p:oleObj>
              </mc:Choice>
              <mc:Fallback>
                <p:oleObj name="文档" r:id="rId4" imgW="3537918" imgH="14523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5037" y="1598936"/>
                        <a:ext cx="10790650" cy="4429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926637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3327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556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二、区间与无穷大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集合的表示方法有哪几种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列举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法、描述法、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图法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2265367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是两个实数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而且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我们规定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满足不等式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的集合叫做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闭区间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满足不等式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a&lt;x&lt;b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的集合叫做开区间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表示为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满足不等式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的集合叫做半开半闭区间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分别表示为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147461" y="2911869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8143116" y="3375967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26841" y="4703479"/>
            <a:ext cx="80218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22285" y="5167577"/>
            <a:ext cx="8012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843124" y="5865767"/>
            <a:ext cx="72925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838527" y="6329865"/>
            <a:ext cx="7284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695674" y="5864656"/>
            <a:ext cx="72925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4691077" y="6328754"/>
            <a:ext cx="7284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70499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5943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这里的实数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都叫做相应区间的端点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886688"/>
              </p:ext>
            </p:extLst>
          </p:nvPr>
        </p:nvGraphicFramePr>
        <p:xfrm>
          <a:off x="415670" y="1579519"/>
          <a:ext cx="10780771" cy="4406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文档" r:id="rId4" imgW="3534679" imgH="1444821" progId="Word.Document.12">
                  <p:embed/>
                </p:oleObj>
              </mc:Choice>
              <mc:Fallback>
                <p:oleObj name="文档" r:id="rId4" imgW="3534679" imgH="14448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5670" y="1579519"/>
                        <a:ext cx="10780771" cy="44067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248542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624709"/>
              </p:ext>
            </p:extLst>
          </p:nvPr>
        </p:nvGraphicFramePr>
        <p:xfrm>
          <a:off x="562019" y="863823"/>
          <a:ext cx="10780771" cy="4429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文档" r:id="rId4" imgW="3534679" imgH="1452393" progId="Word.Document.12">
                  <p:embed/>
                </p:oleObj>
              </mc:Choice>
              <mc:Fallback>
                <p:oleObj name="文档" r:id="rId4" imgW="3534679" imgH="14523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2019" y="863823"/>
                        <a:ext cx="10780771" cy="4429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3230925" y="1633063"/>
            <a:ext cx="151216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3226580" y="2097161"/>
            <a:ext cx="151045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3248096" y="2364125"/>
            <a:ext cx="151216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3243751" y="2828223"/>
            <a:ext cx="151045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3248096" y="3113587"/>
            <a:ext cx="151216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3243751" y="3577685"/>
            <a:ext cx="151045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242041" y="3876923"/>
            <a:ext cx="151216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>
            <a:spLocks noChangeAspect="1"/>
          </p:cNvSpPr>
          <p:nvPr/>
        </p:nvSpPr>
        <p:spPr>
          <a:xfrm>
            <a:off x="361950" y="461807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实数集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可以用区间表示为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读作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无穷大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读作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负无穷大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读作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正无穷大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3237696" y="4341021"/>
            <a:ext cx="151045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5222671" y="4717943"/>
            <a:ext cx="131969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/>
        </p:nvCxnSpPr>
        <p:spPr>
          <a:xfrm>
            <a:off x="5218177" y="5182041"/>
            <a:ext cx="13182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5167951" y="5271155"/>
            <a:ext cx="157968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/>
        </p:nvCxnSpPr>
        <p:spPr>
          <a:xfrm>
            <a:off x="5163457" y="5735253"/>
            <a:ext cx="157789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92762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2" grpId="0" animBg="1"/>
      <p:bldP spid="24" grpId="0" animBg="1"/>
      <p:bldP spid="32" grpId="0" animBg="1"/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799927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下列集合用恰当的区间表示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4};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3};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5};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1,4);(2)[3,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);(3)(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5);(4)[2,6)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51636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882405"/>
            <a:ext cx="11735791" cy="3128425"/>
            <a:chOff x="361950" y="1209765"/>
            <a:chExt cx="11735791" cy="312842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209765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三、函数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的</a:t>
              </a:r>
              <a:r>
                <a:rPr lang="zh-CN" altLang="en-US" dirty="0" smtClean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三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要素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以下各对函数的定义域、对应关系、值域是否相同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1477423"/>
                </p:ext>
              </p:extLst>
            </p:nvPr>
          </p:nvGraphicFramePr>
          <p:xfrm>
            <a:off x="425782" y="2529613"/>
            <a:ext cx="11671959" cy="18085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4" name="文档" r:id="rId4" imgW="3826872" imgH="592976" progId="Word.Document.12">
                    <p:embed/>
                  </p:oleObj>
                </mc:Choice>
                <mc:Fallback>
                  <p:oleObj name="文档" r:id="rId4" imgW="3826872" imgH="59297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5782" y="2529613"/>
                          <a:ext cx="11671959" cy="18085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>
            <a:spLocks noChangeAspect="1"/>
          </p:cNvSpPr>
          <p:nvPr/>
        </p:nvSpPr>
        <p:spPr>
          <a:xfrm>
            <a:off x="361950" y="4056483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对应关系相同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定义域、值域不同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定义域相同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对应关系、值域不同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定义域、对应关系、值域都相同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67092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73789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由函数的定义可知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一个函数的构成要素为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定义域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对应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关系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值域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如果两个函数的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定义域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并且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对应关系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完全一致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即相同的自变量对应的函数值也相同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那么这两个函数是同一个函数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717710" y="1551629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8713365" y="2015727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18400" y="2117159"/>
            <a:ext cx="16412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414228" y="2581257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509919" y="2117159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2505329" y="258125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805231" y="2693223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3800886" y="3157321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739443" y="2713289"/>
            <a:ext cx="16412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6735271" y="3177387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6252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0" grpId="0" animBg="1"/>
      <p:bldP spid="12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370543"/>
              </p:ext>
            </p:extLst>
          </p:nvPr>
        </p:nvGraphicFramePr>
        <p:xfrm>
          <a:off x="430213" y="1660525"/>
          <a:ext cx="11645900" cy="183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" name="文档" r:id="rId4" imgW="3826872" imgH="605913" progId="Word.Document.12">
                  <p:embed/>
                </p:oleObj>
              </mc:Choice>
              <mc:Fallback>
                <p:oleObj name="文档" r:id="rId4" imgW="3826872" imgH="6059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660525"/>
                        <a:ext cx="11645900" cy="1839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27757" y="357476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4935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39471"/>
            <a:ext cx="10807700" cy="53714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区间是数集的另外一种表示形式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任何数集都可用区间表示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可用区间表示为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[4,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函数的定义域和值域不一定是无限集合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为从集合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的一个函数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则该函数的值域就是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74607" y="324008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633245" y="381615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353325" y="429266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94116" y="554434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73902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293229"/>
            <a:ext cx="10807700" cy="123489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函数值域中的每一个数在定义域中一定只有一个数与之对应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56581" y="302406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49587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函数</a:t>
            </a:r>
            <a:r>
              <a:rPr lang="zh-CN" altLang="zh-CN" dirty="0"/>
              <a:t>关系的判断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61950" y="1503027"/>
            <a:ext cx="11814462" cy="4064164"/>
            <a:chOff x="361950" y="1562019"/>
            <a:chExt cx="11814462" cy="406416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62019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给出下列对应关系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其中是从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的函数的有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填序号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891804"/>
                </p:ext>
              </p:extLst>
            </p:nvPr>
          </p:nvGraphicFramePr>
          <p:xfrm>
            <a:off x="504453" y="2799324"/>
            <a:ext cx="11671959" cy="28268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" name="文档" r:id="rId4" imgW="3826872" imgH="926839" progId="Word.Document.12">
                    <p:embed/>
                  </p:oleObj>
                </mc:Choice>
                <mc:Fallback>
                  <p:oleObj name="文档" r:id="rId4" imgW="3826872" imgH="92683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2799324"/>
                          <a:ext cx="11671959" cy="28268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575791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中没有元素与之对应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故该对应关系不是从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中的任意一个元素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中都有唯一确定的整数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与之对应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故这一对应关系是从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中的元素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是负实数时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中没有元素与之对应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故该对应关系不是从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中的任意一个元素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中都有唯一确定的数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与之对应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故这一对应关系是从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中的元素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中没有元素与之对应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故该对应关系不是从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4665561" y="5811940"/>
            <a:ext cx="2175596" cy="6245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68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66680"/>
            <a:ext cx="10807700" cy="36379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一个对应关系是不是函数关系的方法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分析定义域和对应关系是否已经给出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分析自变量的取值范围中是否每一个值都有与之对应的元素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分析与自变量的每一个取值对应的元素是否唯一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19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382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下列对应或关系式中是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的函数的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282961"/>
              </p:ext>
            </p:extLst>
          </p:nvPr>
        </p:nvGraphicFramePr>
        <p:xfrm>
          <a:off x="504453" y="2085990"/>
          <a:ext cx="11705058" cy="3281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文档" r:id="rId4" imgW="3837724" imgH="1075953" progId="Word.Document.12">
                  <p:embed/>
                </p:oleObj>
              </mc:Choice>
              <mc:Fallback>
                <p:oleObj name="文档" r:id="rId4" imgW="3837724" imgH="10759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085990"/>
                        <a:ext cx="11705058" cy="32816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3768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015124"/>
              </p:ext>
            </p:extLst>
          </p:nvPr>
        </p:nvGraphicFramePr>
        <p:xfrm>
          <a:off x="504453" y="920811"/>
          <a:ext cx="10607329" cy="4103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" name="文档" r:id="rId4" imgW="3477813" imgH="1345302" progId="Word.Document.12">
                  <p:embed/>
                </p:oleObj>
              </mc:Choice>
              <mc:Fallback>
                <p:oleObj name="文档" r:id="rId4" imgW="3477813" imgH="13453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920811"/>
                        <a:ext cx="10607329" cy="4103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0437" y="5019137"/>
            <a:ext cx="1521570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90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函数</a:t>
            </a:r>
            <a:r>
              <a:rPr lang="zh-CN" altLang="zh-CN" dirty="0"/>
              <a:t>定义域的求解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61950" y="1439887"/>
            <a:ext cx="11742454" cy="4458874"/>
            <a:chOff x="361950" y="1439887"/>
            <a:chExt cx="11742454" cy="4458874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9821117"/>
                </p:ext>
              </p:extLst>
            </p:nvPr>
          </p:nvGraphicFramePr>
          <p:xfrm>
            <a:off x="432445" y="1439887"/>
            <a:ext cx="11671959" cy="3153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3" name="文档" r:id="rId4" imgW="3826872" imgH="1033934" progId="Word.Document.12">
                    <p:embed/>
                  </p:oleObj>
                </mc:Choice>
                <mc:Fallback>
                  <p:oleObj name="文档" r:id="rId4" imgW="3826872" imgH="103393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1439887"/>
                          <a:ext cx="11671959" cy="31534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4624566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矩形的周长为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60,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其中一边的长为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另一边的长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en-US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关于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10562"/>
              </p:ext>
            </p:extLst>
          </p:nvPr>
        </p:nvGraphicFramePr>
        <p:xfrm>
          <a:off x="360437" y="1026437"/>
          <a:ext cx="11671959" cy="4229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文档" r:id="rId4" imgW="3826872" imgH="1386844" progId="Word.Document.12">
                  <p:embed/>
                </p:oleObj>
              </mc:Choice>
              <mc:Fallback>
                <p:oleObj name="文档" r:id="rId4" imgW="3826872" imgH="13868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026437"/>
                        <a:ext cx="11671959" cy="4229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8582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015951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依题意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y&gt;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故自变量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的取值范围是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的定义域为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(0,30)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27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890316"/>
            <a:ext cx="2740119" cy="499725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076037"/>
              </p:ext>
            </p:extLst>
          </p:nvPr>
        </p:nvGraphicFramePr>
        <p:xfrm>
          <a:off x="360437" y="1466380"/>
          <a:ext cx="11671959" cy="1105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6" name="文档" r:id="rId5" imgW="3826872" imgH="362614" progId="Word.Document.12">
                  <p:embed/>
                </p:oleObj>
              </mc:Choice>
              <mc:Fallback>
                <p:oleObj name="文档" r:id="rId5" imgW="3826872" imgH="3626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0437" y="1466380"/>
                        <a:ext cx="11671959" cy="11059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117875"/>
              </p:ext>
            </p:extLst>
          </p:nvPr>
        </p:nvGraphicFramePr>
        <p:xfrm>
          <a:off x="360437" y="2638172"/>
          <a:ext cx="11671959" cy="2752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7" name="文档" r:id="rId8" imgW="3826872" imgH="914261" progId="Word.Document.12">
                  <p:embed/>
                </p:oleObj>
              </mc:Choice>
              <mc:Fallback>
                <p:oleObj name="文档" r:id="rId8" imgW="3826872" imgH="9142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0437" y="2638172"/>
                        <a:ext cx="11671959" cy="2752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614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48914"/>
            <a:ext cx="10807700" cy="48197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求函数定义域的常用依据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是分式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则应考虑使分母不为零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是偶次根式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则被开方数大于或等于零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是由几个式子构成的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则函数的定义域是几个式子定义域的交集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是实际问题的解析式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则应符合实际问题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使实际问题有意义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0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95871"/>
            <a:ext cx="10807700" cy="36379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求函数定义域的一般步骤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根据解析式有意义的条件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列出关于自变量的不等式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求得所列不等式的解集或所列不等式组中每个不等式的解集的交集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把不等式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的解集用集合或区间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得函数的定义域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74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区间</a:t>
            </a:r>
            <a:r>
              <a:rPr lang="zh-CN" altLang="zh-CN" dirty="0"/>
              <a:t>及其应用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287678"/>
            <a:ext cx="10807700" cy="525066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44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将下列区间与集合分别用集合、区间表示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4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3,7),(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4],(0,3)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(3,8);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4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6},{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2},{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9}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4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区间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3,7)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可表示为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区间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4]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可表示为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区间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(0,3)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(3,8)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可表示为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8}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8,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≠3}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6}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可表示为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[1,6),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R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|x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2}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可表示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endParaRPr lang="en-US" altLang="zh-CN" dirty="0" smtClean="0">
              <a:solidFill>
                <a:srgbClr val="000000"/>
              </a:solidFill>
              <a:latin typeface="+mn-lt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∞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+∞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),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|x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9}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3,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3}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可表示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endParaRPr lang="en-US" altLang="zh-CN" dirty="0" smtClean="0">
              <a:solidFill>
                <a:srgbClr val="000000"/>
              </a:solidFill>
              <a:latin typeface="+mn-lt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∞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3]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[3,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+∞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.</a:t>
            </a:r>
            <a:endParaRPr lang="zh-CN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920922"/>
            <a:ext cx="10807700" cy="48197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运用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区间表示集合时应注意以下几点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区间内的两个数用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“,”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隔开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区间中左边的数一定比右边的数小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无穷大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是一个符号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不是一个数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为区间的一端时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这一端必须用小括号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两部分区间表示一个集合时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只有由实数组成的集合才能用区间来表示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05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39887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是一个确定的区间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依题意有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&lt;m&lt;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的取值范围是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1,3)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41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771320"/>
            <a:ext cx="11814462" cy="5296743"/>
            <a:chOff x="361950" y="647799"/>
            <a:chExt cx="11814462" cy="529674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47799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忽视同一个函数的条件致错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下列</a:t>
              </a:r>
              <a:r>
                <a:rPr lang="zh-CN" altLang="zh-CN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各</a:t>
              </a:r>
              <a:r>
                <a:rPr lang="zh-CN" altLang="en-US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组</a:t>
              </a:r>
              <a:r>
                <a:rPr lang="zh-CN" altLang="zh-CN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函数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中是同一个函数的有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填序号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0661822"/>
                </p:ext>
              </p:extLst>
            </p:nvPr>
          </p:nvGraphicFramePr>
          <p:xfrm>
            <a:off x="504453" y="2464461"/>
            <a:ext cx="11671959" cy="2811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3" name="文档" r:id="rId4" imgW="3826872" imgH="921808" progId="Word.Document.12">
                    <p:embed/>
                  </p:oleObj>
                </mc:Choice>
                <mc:Fallback>
                  <p:oleObj name="文档" r:id="rId4" imgW="3826872" imgH="9218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2464461"/>
                          <a:ext cx="11671959" cy="281151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5319947"/>
              <a:ext cx="10807700" cy="6245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错解</a:t>
              </a:r>
              <a:r>
                <a:rPr lang="en-US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①②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③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1632672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错解原因一方面是忽视了对两个函数定义域的分析比较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另一方面是对函数自变量的符号表示规则不清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14125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390428"/>
              </p:ext>
            </p:extLst>
          </p:nvPr>
        </p:nvGraphicFramePr>
        <p:xfrm>
          <a:off x="284163" y="577850"/>
          <a:ext cx="11644312" cy="296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文档" r:id="rId4" imgW="3826872" imgH="995480" progId="Word.Document.12">
                  <p:embed/>
                </p:oleObj>
              </mc:Choice>
              <mc:Fallback>
                <p:oleObj name="文档" r:id="rId4" imgW="3826872" imgH="995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4163" y="577850"/>
                        <a:ext cx="11644312" cy="2963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144413" y="3492128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由于函数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的定义域为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|x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≠0},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的定义域为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因此两个函数的定义域不同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两个函数不是同一个函数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因为两个函数的定义域和对应关系都相同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只是表示自变量的字母不同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所以两个函数是同一个函数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②④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2827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848914"/>
            <a:ext cx="10807700" cy="48197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判断两个函数是不是同一个函数的步骤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求定义域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判断两个函数的定义域是否相同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若定义域不同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则两个函数不是同一个函数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若两个函数的定义域相同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则再进行下一步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化简两个函数的解析式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若解析式相同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即对应关系相同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则两个函数是同一个函数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否则两个函数不是同一个函数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707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82131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下列各组函数是同一个函数的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775430"/>
              </p:ext>
            </p:extLst>
          </p:nvPr>
        </p:nvGraphicFramePr>
        <p:xfrm>
          <a:off x="562321" y="2117455"/>
          <a:ext cx="10607329" cy="3601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3" name="文档" r:id="rId4" imgW="3477813" imgH="1180880" progId="Word.Document.12">
                  <p:embed/>
                </p:oleObj>
              </mc:Choice>
              <mc:Fallback>
                <p:oleObj name="文档" r:id="rId4" imgW="3477813" imgH="11808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2321" y="2117455"/>
                        <a:ext cx="10607329" cy="36016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988839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959444"/>
              </p:ext>
            </p:extLst>
          </p:nvPr>
        </p:nvGraphicFramePr>
        <p:xfrm>
          <a:off x="514285" y="663217"/>
          <a:ext cx="10640962" cy="5675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文档" r:id="rId4" imgW="3837724" imgH="2046980" progId="Word.Document.12">
                  <p:embed/>
                </p:oleObj>
              </mc:Choice>
              <mc:Fallback>
                <p:oleObj name="文档" r:id="rId4" imgW="3837724" imgH="20469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4285" y="663217"/>
                        <a:ext cx="10640962" cy="56757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5256981" y="5770199"/>
            <a:ext cx="181812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66815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816640"/>
              </p:ext>
            </p:extLst>
          </p:nvPr>
        </p:nvGraphicFramePr>
        <p:xfrm>
          <a:off x="385172" y="1070015"/>
          <a:ext cx="11671959" cy="1752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6" name="文档" r:id="rId4" imgW="3837724" imgH="576558" progId="Word.Document.12">
                  <p:embed/>
                </p:oleObj>
              </mc:Choice>
              <mc:Fallback>
                <p:oleObj name="文档" r:id="rId4" imgW="3837724" imgH="5765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5172" y="1070015"/>
                        <a:ext cx="11671959" cy="17526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911211"/>
              </p:ext>
            </p:extLst>
          </p:nvPr>
        </p:nvGraphicFramePr>
        <p:xfrm>
          <a:off x="387350" y="2858477"/>
          <a:ext cx="11671300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7" name="文档" r:id="rId7" imgW="3837724" imgH="606125" progId="Word.Document.12">
                  <p:embed/>
                </p:oleObj>
              </mc:Choice>
              <mc:Fallback>
                <p:oleObj name="文档" r:id="rId7" imgW="3837724" imgH="6061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7350" y="2858477"/>
                        <a:ext cx="11671300" cy="183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0437" y="4722759"/>
            <a:ext cx="2114681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710748"/>
              </p:ext>
            </p:extLst>
          </p:nvPr>
        </p:nvGraphicFramePr>
        <p:xfrm>
          <a:off x="504453" y="863823"/>
          <a:ext cx="11671959" cy="788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7" name="文档" r:id="rId4" imgW="3826872" imgH="258394" progId="Word.Document.12">
                  <p:embed/>
                </p:oleObj>
              </mc:Choice>
              <mc:Fallback>
                <p:oleObj name="文档" r:id="rId4" imgW="3826872" imgH="2583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63823"/>
                        <a:ext cx="11671959" cy="7881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1950" y="1732087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D.[0,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要使函数有意义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应满足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定义域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27115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239501"/>
              </p:ext>
            </p:extLst>
          </p:nvPr>
        </p:nvGraphicFramePr>
        <p:xfrm>
          <a:off x="504453" y="1089679"/>
          <a:ext cx="11671959" cy="2024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文档" r:id="rId4" imgW="3837724" imgH="665980" progId="Word.Document.12">
                  <p:embed/>
                </p:oleObj>
              </mc:Choice>
              <mc:Fallback>
                <p:oleObj name="文档" r:id="rId4" imgW="3837724" imgH="6659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089679"/>
                        <a:ext cx="11671959" cy="20245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61950" y="316953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选项中的函数与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具有相同的定义域和对应关系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是同一个函数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69951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2015951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2,8],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1,10],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由已知得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1,8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],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1]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(8,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1]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(8,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76064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67</TotalTime>
  <Words>2087</Words>
  <Application>Microsoft Office PowerPoint</Application>
  <PresentationFormat>自定义</PresentationFormat>
  <Paragraphs>142</Paragraphs>
  <Slides>46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2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28</cp:revision>
  <dcterms:created xsi:type="dcterms:W3CDTF">2020-09-12T05:36:12Z</dcterms:created>
  <dcterms:modified xsi:type="dcterms:W3CDTF">2025-08-18T03:24:36Z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