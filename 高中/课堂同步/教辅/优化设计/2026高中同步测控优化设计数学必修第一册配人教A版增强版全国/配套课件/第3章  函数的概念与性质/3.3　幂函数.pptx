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8" r:id="rId9"/>
    <p:sldId id="759" r:id="rId10"/>
    <p:sldId id="760" r:id="rId11"/>
    <p:sldId id="737" r:id="rId12"/>
    <p:sldId id="750" r:id="rId13"/>
    <p:sldId id="761" r:id="rId14"/>
    <p:sldId id="762" r:id="rId15"/>
    <p:sldId id="776" r:id="rId16"/>
    <p:sldId id="754" r:id="rId17"/>
    <p:sldId id="763" r:id="rId18"/>
    <p:sldId id="777" r:id="rId19"/>
    <p:sldId id="765" r:id="rId20"/>
    <p:sldId id="747" r:id="rId21"/>
    <p:sldId id="751" r:id="rId22"/>
    <p:sldId id="770" r:id="rId23"/>
    <p:sldId id="771" r:id="rId24"/>
    <p:sldId id="772" r:id="rId25"/>
    <p:sldId id="748" r:id="rId26"/>
    <p:sldId id="752" r:id="rId27"/>
    <p:sldId id="773" r:id="rId28"/>
    <p:sldId id="774" r:id="rId29"/>
    <p:sldId id="775" r:id="rId30"/>
    <p:sldId id="735" r:id="rId3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5.xml"/><Relationship Id="rId5" Type="http://schemas.openxmlformats.org/officeDocument/2006/relationships/slide" Target="slide20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Relationship Id="rId9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8.docx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3.docx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1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2.docx"/><Relationship Id="rId9" Type="http://schemas.openxmlformats.org/officeDocument/2006/relationships/image" Target="../media/image2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4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5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6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9.docx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jpeg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8.docx"/><Relationship Id="rId9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1.emf"/><Relationship Id="rId5" Type="http://schemas.openxmlformats.org/officeDocument/2006/relationships/image" Target="../media/image29.emf"/><Relationship Id="rId10" Type="http://schemas.openxmlformats.org/officeDocument/2006/relationships/package" Target="../embeddings/Microsoft_Word___22.docx"/><Relationship Id="rId4" Type="http://schemas.openxmlformats.org/officeDocument/2006/relationships/package" Target="../embeddings/Microsoft_Word___20.docx"/><Relationship Id="rId9" Type="http://schemas.openxmlformats.org/officeDocument/2006/relationships/oleObject" Target="../embeddings/oleObject2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3.docx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53444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3.3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幂函数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0437" y="1079847"/>
            <a:ext cx="17712202" cy="4182226"/>
            <a:chOff x="360437" y="1079847"/>
            <a:chExt cx="17712202" cy="4182226"/>
          </a:xfrm>
        </p:grpSpPr>
        <p:grpSp>
          <p:nvGrpSpPr>
            <p:cNvPr id="3" name="组合 2"/>
            <p:cNvGrpSpPr/>
            <p:nvPr/>
          </p:nvGrpSpPr>
          <p:grpSpPr>
            <a:xfrm>
              <a:off x="360437" y="1079847"/>
              <a:ext cx="10729192" cy="4182226"/>
              <a:chOff x="360437" y="1660636"/>
              <a:chExt cx="10729192" cy="4182226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360437" y="1660636"/>
                <a:ext cx="10729192" cy="4182226"/>
                <a:chOff x="360437" y="2105313"/>
                <a:chExt cx="10729192" cy="2856517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360437" y="2105313"/>
                  <a:ext cx="10729192" cy="2856517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2448669" y="2183077"/>
                  <a:ext cx="0" cy="2737493"/>
                </a:xfrm>
                <a:prstGeom prst="line">
                  <a:avLst/>
                </a:prstGeom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矩形 13"/>
              <p:cNvSpPr>
                <a:spLocks noChangeAspect="1"/>
              </p:cNvSpPr>
              <p:nvPr/>
            </p:nvSpPr>
            <p:spPr>
              <a:xfrm>
                <a:off x="360437" y="2942225"/>
                <a:ext cx="2086719" cy="1195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课标定位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素养阐释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>
                <a:off x="2552207" y="1992712"/>
                <a:ext cx="8496944" cy="3581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通过具体实例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结合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                                      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的图象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理解它们的变化规律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了解幂函数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掌握简单幂函数的图象与性质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感悟数学抽象的过程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体会直观想象在解决问题中的作用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959381"/>
                </p:ext>
              </p:extLst>
            </p:nvPr>
          </p:nvGraphicFramePr>
          <p:xfrm>
            <a:off x="6367581" y="1363154"/>
            <a:ext cx="11705058" cy="699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name="文档" r:id="rId4" imgW="3837724" imgH="229325" progId="Word.Document.12">
                    <p:embed/>
                  </p:oleObj>
                </mc:Choice>
                <mc:Fallback>
                  <p:oleObj name="文档" r:id="rId4" imgW="3837724" imgH="2293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367581" y="1363154"/>
                          <a:ext cx="11705058" cy="6994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一、幂函数的定义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  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这些函数的解析式有什么共同的特征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这类函数解析式的一般形式应如何表示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解析式是幂的形式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底数是自变量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指数是一个常数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一般形式可用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幂函数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自变量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947051"/>
              </p:ext>
            </p:extLst>
          </p:nvPr>
        </p:nvGraphicFramePr>
        <p:xfrm>
          <a:off x="6049069" y="1157847"/>
          <a:ext cx="11671959" cy="669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文档" r:id="rId4" imgW="3826872" imgH="219581" progId="Word.Document.12">
                  <p:embed/>
                </p:oleObj>
              </mc:Choice>
              <mc:Fallback>
                <p:oleObj name="文档" r:id="rId4" imgW="3826872" imgH="219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9069" y="1157847"/>
                        <a:ext cx="11671959" cy="669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378992" y="3672135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374436" y="4136233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271945" y="3651290"/>
            <a:ext cx="3402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267128" y="4115388"/>
            <a:ext cx="339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401592" y="3650619"/>
            <a:ext cx="3402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396775" y="4114717"/>
            <a:ext cx="339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33407"/>
              </p:ext>
            </p:extLst>
          </p:nvPr>
        </p:nvGraphicFramePr>
        <p:xfrm>
          <a:off x="432445" y="4250734"/>
          <a:ext cx="11671959" cy="1513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文档" r:id="rId7" imgW="3826872" imgH="496303" progId="Word.Document.12">
                  <p:embed/>
                </p:oleObj>
              </mc:Choice>
              <mc:Fallback>
                <p:oleObj name="文档" r:id="rId7" imgW="3826872" imgH="4963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4250734"/>
                        <a:ext cx="11671959" cy="1513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360437" y="582221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874310"/>
            <a:ext cx="11886470" cy="2456057"/>
            <a:chOff x="361950" y="1908212"/>
            <a:chExt cx="11886470" cy="2456057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908212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二、五个幂函数的图象与性质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在同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平面直角坐标系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中分别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y=x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结合图象分析、研究它们的定义域、值域、奇偶性、单调性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并由此推断幂函数具有的性质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4625693"/>
                </p:ext>
              </p:extLst>
            </p:nvPr>
          </p:nvGraphicFramePr>
          <p:xfrm>
            <a:off x="576461" y="3026483"/>
            <a:ext cx="11671959" cy="669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文档" r:id="rId4" imgW="3826872" imgH="219581" progId="Word.Document.12">
                    <p:embed/>
                  </p:oleObj>
                </mc:Choice>
                <mc:Fallback>
                  <p:oleObj name="文档" r:id="rId4" imgW="3826872" imgH="2195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6461" y="3026483"/>
                          <a:ext cx="11671959" cy="6697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336457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543871"/>
            <a:ext cx="10799687" cy="6470128"/>
            <a:chOff x="361950" y="543871"/>
            <a:chExt cx="10799687" cy="647012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43871"/>
              <a:ext cx="595035" cy="6317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353553"/>
                </p:ext>
              </p:extLst>
            </p:nvPr>
          </p:nvGraphicFramePr>
          <p:xfrm>
            <a:off x="370652" y="1119935"/>
            <a:ext cx="10790985" cy="5894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" name="文档" r:id="rId4" imgW="3891831" imgH="2125728" progId="Word.Document.12">
                    <p:embed/>
                  </p:oleObj>
                </mc:Choice>
                <mc:Fallback>
                  <p:oleObj name="文档" r:id="rId4" imgW="3891831" imgH="21257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0652" y="1119935"/>
                          <a:ext cx="10790985" cy="58940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2272379" y="1861843"/>
            <a:ext cx="7771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243403" y="226424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795305" y="1861843"/>
            <a:ext cx="112566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766329" y="2264249"/>
            <a:ext cx="11243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822287" y="1859421"/>
            <a:ext cx="7771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793311" y="226182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345212" y="1880937"/>
            <a:ext cx="11559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316237" y="2283343"/>
            <a:ext cx="11546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876477" y="1876873"/>
            <a:ext cx="11559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8847502" y="2279279"/>
            <a:ext cx="11546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272379" y="2386479"/>
            <a:ext cx="7771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243403" y="278888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795304" y="2386479"/>
            <a:ext cx="11559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3766329" y="2788885"/>
            <a:ext cx="11546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822287" y="2384057"/>
            <a:ext cx="7771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5793311" y="278646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345212" y="2405573"/>
            <a:ext cx="11559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7316237" y="2807979"/>
            <a:ext cx="11546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8876477" y="2401509"/>
            <a:ext cx="11559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8847502" y="2803915"/>
            <a:ext cx="11546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272379" y="3143102"/>
            <a:ext cx="132841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2243403" y="3545508"/>
            <a:ext cx="13269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3795304" y="3143102"/>
            <a:ext cx="132841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>
            <a:off x="3766328" y="3545508"/>
            <a:ext cx="13269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831090" y="3143102"/>
            <a:ext cx="132841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>
            <a:off x="5802114" y="3545508"/>
            <a:ext cx="13269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355970" y="2930209"/>
            <a:ext cx="1328418" cy="82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>
            <a:off x="7326994" y="3770980"/>
            <a:ext cx="13269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8865719" y="3117461"/>
            <a:ext cx="132841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>
            <a:off x="8836743" y="3519867"/>
            <a:ext cx="13269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309782" y="4394229"/>
            <a:ext cx="132841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>
            <a:off x="2280806" y="4796635"/>
            <a:ext cx="13269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207912" y="3899725"/>
            <a:ext cx="90732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4178697" y="4302131"/>
            <a:ext cx="9063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229428" y="4847318"/>
            <a:ext cx="9555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4200213" y="5249724"/>
            <a:ext cx="954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5875435" y="4392485"/>
            <a:ext cx="127183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>
            <a:off x="5846399" y="4794891"/>
            <a:ext cx="1270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7774393" y="4162525"/>
            <a:ext cx="9555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7745178" y="4564931"/>
            <a:ext cx="954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9284108" y="3887223"/>
            <a:ext cx="86867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>
            <a:off x="9254844" y="4289629"/>
            <a:ext cx="8676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907164" y="4844178"/>
            <a:ext cx="9555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/>
        </p:nvCxnSpPr>
        <p:spPr>
          <a:xfrm>
            <a:off x="8877949" y="5246584"/>
            <a:ext cx="954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028007" y="5847430"/>
            <a:ext cx="9555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>
            <a:off x="2998792" y="6249836"/>
            <a:ext cx="954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05149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30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8" grpId="0" animBg="1"/>
      <p:bldP spid="50" grpId="0" animBg="1"/>
      <p:bldP spid="52" grpId="0" animBg="1"/>
      <p:bldP spid="54" grpId="0" animBg="1"/>
      <p:bldP spid="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9807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幂函数的性质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所有的幂函数在区间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内都有定义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图象都过点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(1,1);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(0,0);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图象不过点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定义域为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内单调递增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图象不过点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0,0)</a:t>
            </a:r>
            <a:r>
              <a: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2241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200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所有幂函数的图象均过点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幂函数一定具有奇偶性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任何幂函数的图象都不经过第四象限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08909" y="286666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25133" y="345611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29312" y="410418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70780" y="464930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248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幂函数</a:t>
            </a:r>
            <a:r>
              <a:rPr lang="zh-CN" altLang="zh-CN" dirty="0"/>
              <a:t>的图象及其应用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726871"/>
              </p:ext>
            </p:extLst>
          </p:nvPr>
        </p:nvGraphicFramePr>
        <p:xfrm>
          <a:off x="432445" y="1367879"/>
          <a:ext cx="10607329" cy="1227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文档" r:id="rId4" imgW="3477813" imgH="402401" progId="Word.Document.12">
                  <p:embed/>
                </p:oleObj>
              </mc:Choice>
              <mc:Fallback>
                <p:oleObj name="文档" r:id="rId4" imgW="3477813" imgH="402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367879"/>
                        <a:ext cx="10607329" cy="1227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361950" y="2592015"/>
            <a:ext cx="10807700" cy="3744416"/>
            <a:chOff x="361950" y="2592015"/>
            <a:chExt cx="10807700" cy="3744416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0579405"/>
                </p:ext>
              </p:extLst>
            </p:nvPr>
          </p:nvGraphicFramePr>
          <p:xfrm>
            <a:off x="432445" y="2592015"/>
            <a:ext cx="10607329" cy="1398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name="文档" r:id="rId7" imgW="3477813" imgH="458650" progId="Word.Document.12">
                    <p:embed/>
                  </p:oleObj>
                </mc:Choice>
                <mc:Fallback>
                  <p:oleObj name="文档" r:id="rId7" imgW="3477813" imgH="4586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2445" y="2592015"/>
                          <a:ext cx="10607329" cy="13988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3936928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的图象如图所示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,0)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单调递减区间为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单调递增区间为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21Q36.eps" descr="id:2147496906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769149" y="2667210"/>
              <a:ext cx="3168352" cy="2444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6463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幂函数的图象一定出现在第一象限内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一定不会出现在第四象限内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图象最多只能同时出现在两个象限内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至于是否在第二象限或第三象限内出现要看幂函数的奇偶性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的图象分布与幂指数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endParaRPr lang="en-US" altLang="zh-CN" dirty="0" smtClean="0">
              <a:solidFill>
                <a:srgbClr val="000000"/>
              </a:solidFill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具有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如下规律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的右侧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逆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endParaRPr lang="en-US" altLang="zh-CN" dirty="0" smtClean="0">
              <a:solidFill>
                <a:srgbClr val="000000"/>
              </a:solidFill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图象所对应的幂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指数依次增大</a:t>
            </a:r>
            <a:endParaRPr lang="en-US" altLang="zh-CN" dirty="0" smtClean="0">
              <a:solidFill>
                <a:srgbClr val="000000"/>
              </a:solidFill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根据图象研究函数解析式时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应结合函数在第一象限的单调性确定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的符号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E84.eps" descr="id:214749692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209309" y="2860383"/>
            <a:ext cx="2520280" cy="239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5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56674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在同一平面直角坐标系中的图象如图所示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&gt;c&gt;b&gt;a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&gt;b&gt;c&gt;d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&gt;c&gt;a&gt;b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&gt;b&gt;d&gt;c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E85.eps" descr="id:214749692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7201197" y="1840384"/>
            <a:ext cx="1944216" cy="1893599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1950" y="3763801"/>
            <a:ext cx="13143705" cy="730405"/>
            <a:chOff x="361950" y="2998047"/>
            <a:chExt cx="13143705" cy="730405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3101742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的图象关于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轴对称的图象大致是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9267940"/>
                </p:ext>
              </p:extLst>
            </p:nvPr>
          </p:nvGraphicFramePr>
          <p:xfrm>
            <a:off x="1800597" y="2998047"/>
            <a:ext cx="11705058" cy="671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8" name="文档" r:id="rId5" imgW="3837724" imgH="220311" progId="Word.Document.12">
                    <p:embed/>
                  </p:oleObj>
                </mc:Choice>
                <mc:Fallback>
                  <p:oleObj name="文档" r:id="rId5" imgW="3837724" imgH="2203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00597" y="2998047"/>
                          <a:ext cx="11705058" cy="6719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" name="21E86.eps" descr="id:2147496934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2160637" y="4539444"/>
            <a:ext cx="6048672" cy="178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2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880035"/>
              </p:ext>
            </p:extLst>
          </p:nvPr>
        </p:nvGraphicFramePr>
        <p:xfrm>
          <a:off x="482300" y="988175"/>
          <a:ext cx="10607329" cy="3680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文档" r:id="rId4" imgW="3477813" imgH="1206842" progId="Word.Document.12">
                  <p:embed/>
                </p:oleObj>
              </mc:Choice>
              <mc:Fallback>
                <p:oleObj name="文档" r:id="rId4" imgW="3477813" imgH="12068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300" y="988175"/>
                        <a:ext cx="10607329" cy="3680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691777"/>
            <a:ext cx="3163045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(1)B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98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幂函数</a:t>
            </a:r>
            <a:r>
              <a:rPr lang="zh-CN" altLang="zh-CN" dirty="0"/>
              <a:t>的性质及其应用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61950" y="1683443"/>
            <a:ext cx="10807700" cy="2862668"/>
            <a:chOff x="361950" y="1683443"/>
            <a:chExt cx="10807700" cy="28626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683443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比较下列各组数的大小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2532460"/>
                </p:ext>
              </p:extLst>
            </p:nvPr>
          </p:nvGraphicFramePr>
          <p:xfrm>
            <a:off x="454205" y="2937974"/>
            <a:ext cx="10583862" cy="160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5" name="文档" r:id="rId4" imgW="3467489" imgH="528647" progId="Word.Document.12">
                    <p:embed/>
                  </p:oleObj>
                </mc:Choice>
                <mc:Fallback>
                  <p:oleObj name="文档" r:id="rId4" imgW="3467489" imgH="5286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4205" y="2937974"/>
                          <a:ext cx="10583862" cy="16081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106028"/>
              </p:ext>
            </p:extLst>
          </p:nvPr>
        </p:nvGraphicFramePr>
        <p:xfrm>
          <a:off x="441780" y="873655"/>
          <a:ext cx="10575841" cy="4994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文档" r:id="rId4" imgW="3467489" imgH="1637691" progId="Word.Document.12">
                  <p:embed/>
                </p:oleObj>
              </mc:Choice>
              <mc:Fallback>
                <p:oleObj name="文档" r:id="rId4" imgW="3467489" imgH="16376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780" y="873655"/>
                        <a:ext cx="10575841" cy="4994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885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700143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23601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若将本例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容易判断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上为增函数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3063587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利用幂函数的单调性可以比较幂值的大小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当两个幂值的底数不同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指数相同时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可以构造一个幂函数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根据指数值的正负确定该幂函数在区间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内的单调性比较两个底数的大小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即得两个幂值的大小关系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0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338096"/>
              </p:ext>
            </p:extLst>
          </p:nvPr>
        </p:nvGraphicFramePr>
        <p:xfrm>
          <a:off x="432445" y="729967"/>
          <a:ext cx="11671959" cy="696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文档" r:id="rId4" imgW="3826872" imgH="228206" progId="Word.Document.12">
                  <p:embed/>
                </p:oleObj>
              </mc:Choice>
              <mc:Fallback>
                <p:oleObj name="文档" r:id="rId4" imgW="3826872" imgH="2282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29967"/>
                        <a:ext cx="11671959" cy="696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MG1TRA71.eps" descr="id:214749588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1008509" y="1522054"/>
            <a:ext cx="8784976" cy="247687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61950" y="4124503"/>
            <a:ext cx="14406750" cy="1337672"/>
            <a:chOff x="361950" y="3918639"/>
            <a:chExt cx="14406750" cy="1337672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03867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因为函数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内为减函数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项正确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8783200"/>
                </p:ext>
              </p:extLst>
            </p:nvPr>
          </p:nvGraphicFramePr>
          <p:xfrm>
            <a:off x="3096741" y="3918639"/>
            <a:ext cx="11671959" cy="669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5" name="文档" r:id="rId8" imgW="3826872" imgH="219581" progId="Word.Document.12">
                    <p:embed/>
                  </p:oleObj>
                </mc:Choice>
                <mc:Fallback>
                  <p:oleObj name="文档" r:id="rId8" imgW="3826872" imgH="2195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96741" y="3918639"/>
                          <a:ext cx="11671959" cy="6697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549265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40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956728"/>
            <a:ext cx="10807700" cy="4505775"/>
            <a:chOff x="361950" y="798310"/>
            <a:chExt cx="10807700" cy="4505775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79831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因对幂函数的单调性理解不全面致错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9967471"/>
                </p:ext>
              </p:extLst>
            </p:nvPr>
          </p:nvGraphicFramePr>
          <p:xfrm>
            <a:off x="562321" y="2070220"/>
            <a:ext cx="10607329" cy="1961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9" name="文档" r:id="rId4" imgW="3477813" imgH="643264" progId="Word.Document.12">
                    <p:embed/>
                  </p:oleObj>
                </mc:Choice>
                <mc:Fallback>
                  <p:oleObj name="文档" r:id="rId4" imgW="3477813" imgH="64326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2321" y="2070220"/>
                          <a:ext cx="10607329" cy="19619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408644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160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内均单调递减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内不具有单调性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错解中错用了函数的单调性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从而导致错误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1950" y="2510175"/>
            <a:ext cx="10807700" cy="3662576"/>
            <a:chOff x="361950" y="2520007"/>
            <a:chExt cx="10807700" cy="366257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52000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由于幂函数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内均单调递减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内有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内有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8905629"/>
                </p:ext>
              </p:extLst>
            </p:nvPr>
          </p:nvGraphicFramePr>
          <p:xfrm>
            <a:off x="462135" y="3745535"/>
            <a:ext cx="10607329" cy="2437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3" name="文档" r:id="rId4" imgW="3477813" imgH="799032" progId="Word.Document.12">
                    <p:embed/>
                  </p:oleObj>
                </mc:Choice>
                <mc:Fallback>
                  <p:oleObj name="文档" r:id="rId4" imgW="3477813" imgH="79903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2135" y="3745535"/>
                          <a:ext cx="10607329" cy="24370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538210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87959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此类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需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各个单调区间内分别进行求解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也可以结合函数的图象来求解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9885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869429"/>
              </p:ext>
            </p:extLst>
          </p:nvPr>
        </p:nvGraphicFramePr>
        <p:xfrm>
          <a:off x="432446" y="732823"/>
          <a:ext cx="10369152" cy="1676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4" imgW="3477813" imgH="562135" progId="Word.Document.12">
                  <p:embed/>
                </p:oleObj>
              </mc:Choice>
              <mc:Fallback>
                <p:oleObj name="文档" r:id="rId4" imgW="3477813" imgH="5621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6" y="732823"/>
                        <a:ext cx="10369152" cy="16760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750221"/>
              </p:ext>
            </p:extLst>
          </p:nvPr>
        </p:nvGraphicFramePr>
        <p:xfrm>
          <a:off x="430213" y="2492532"/>
          <a:ext cx="10844212" cy="37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文档" r:id="rId7" imgW="3559513" imgH="1240015" progId="Word.Document.12">
                  <p:embed/>
                </p:oleObj>
              </mc:Choice>
              <mc:Fallback>
                <p:oleObj name="文档" r:id="rId7" imgW="3559513" imgH="12400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2492532"/>
                        <a:ext cx="10844212" cy="377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86471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72791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下列函数是幂函数的有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128083"/>
              </p:ext>
            </p:extLst>
          </p:nvPr>
        </p:nvGraphicFramePr>
        <p:xfrm>
          <a:off x="432445" y="700143"/>
          <a:ext cx="10607329" cy="126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文档" r:id="rId4" imgW="3477813" imgH="413218" progId="Word.Document.12">
                  <p:embed/>
                </p:oleObj>
              </mc:Choice>
              <mc:Fallback>
                <p:oleObj name="文档" r:id="rId4" imgW="3477813" imgH="4132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00143"/>
                        <a:ext cx="10607329" cy="1260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NMG1TRA72.eps" descr="id:214749698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1656581" y="2005802"/>
            <a:ext cx="7632848" cy="1986316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342397"/>
              </p:ext>
            </p:extLst>
          </p:nvPr>
        </p:nvGraphicFramePr>
        <p:xfrm>
          <a:off x="432445" y="4042214"/>
          <a:ext cx="10607329" cy="148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文档" r:id="rId8" imgW="3477813" imgH="486054" progId="Word.Document.12">
                  <p:embed/>
                </p:oleObj>
              </mc:Choice>
              <mc:Fallback>
                <p:oleObj name="文档" r:id="rId8" imgW="3477813" imgH="486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5" y="4042214"/>
                        <a:ext cx="10607329" cy="1482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5594492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12731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337840"/>
              </p:ext>
            </p:extLst>
          </p:nvPr>
        </p:nvGraphicFramePr>
        <p:xfrm>
          <a:off x="504453" y="981492"/>
          <a:ext cx="10607329" cy="126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文档" r:id="rId4" imgW="3477813" imgH="413218" progId="Word.Document.12">
                  <p:embed/>
                </p:oleObj>
              </mc:Choice>
              <mc:Fallback>
                <p:oleObj name="文档" r:id="rId4" imgW="3477813" imgH="4132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81492"/>
                        <a:ext cx="10607329" cy="1260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61950" y="2363883"/>
            <a:ext cx="10807700" cy="2100340"/>
            <a:chOff x="361950" y="2147859"/>
            <a:chExt cx="10807700" cy="210034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14785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是幂函数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i="1" baseline="30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baseline="30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baseline="30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0920671"/>
                </p:ext>
              </p:extLst>
            </p:nvPr>
          </p:nvGraphicFramePr>
          <p:xfrm>
            <a:off x="462135" y="3411288"/>
            <a:ext cx="10607329" cy="836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5" name="文档" r:id="rId7" imgW="3477813" imgH="274397" progId="Word.Document.12">
                    <p:embed/>
                  </p:oleObj>
                </mc:Choice>
                <mc:Fallback>
                  <p:oleObj name="文档" r:id="rId7" imgW="3477813" imgH="27439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2135" y="3411288"/>
                          <a:ext cx="10607329" cy="83691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323360"/>
              </p:ext>
            </p:extLst>
          </p:nvPr>
        </p:nvGraphicFramePr>
        <p:xfrm>
          <a:off x="532061" y="4556870"/>
          <a:ext cx="10607329" cy="699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文档" r:id="rId10" imgW="3477813" imgH="229325" progId="Word.Document.12">
                  <p:embed/>
                </p:oleObj>
              </mc:Choice>
              <mc:Fallback>
                <p:oleObj name="文档" r:id="rId10" imgW="3477813" imgH="229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2061" y="4556870"/>
                        <a:ext cx="10607329" cy="699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9073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080701"/>
              </p:ext>
            </p:extLst>
          </p:nvPr>
        </p:nvGraphicFramePr>
        <p:xfrm>
          <a:off x="430213" y="787707"/>
          <a:ext cx="10583862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文档" r:id="rId4" imgW="3467489" imgH="746071" progId="Word.Document.12">
                  <p:embed/>
                </p:oleObj>
              </mc:Choice>
              <mc:Fallback>
                <p:oleObj name="文档" r:id="rId4" imgW="3467489" imgH="7460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87707"/>
                        <a:ext cx="10583862" cy="227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615140"/>
              </p:ext>
            </p:extLst>
          </p:nvPr>
        </p:nvGraphicFramePr>
        <p:xfrm>
          <a:off x="432445" y="3144479"/>
          <a:ext cx="10607329" cy="2975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文档" r:id="rId7" imgW="3467489" imgH="976074" progId="Word.Document.12">
                  <p:embed/>
                </p:oleObj>
              </mc:Choice>
              <mc:Fallback>
                <p:oleObj name="文档" r:id="rId7" imgW="3467489" imgH="9760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144479"/>
                        <a:ext cx="10607329" cy="2975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6095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148</TotalTime>
  <Words>1021</Words>
  <Application>Microsoft Office PowerPoint</Application>
  <PresentationFormat>自定义</PresentationFormat>
  <Paragraphs>78</Paragraphs>
  <Slides>30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2025-08-18T05:13:22Z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