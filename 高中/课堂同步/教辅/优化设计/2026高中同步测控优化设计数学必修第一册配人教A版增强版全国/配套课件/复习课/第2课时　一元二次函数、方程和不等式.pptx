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44" r:id="rId4"/>
    <p:sldId id="746" r:id="rId5"/>
    <p:sldId id="749" r:id="rId6"/>
    <p:sldId id="756" r:id="rId7"/>
    <p:sldId id="758" r:id="rId8"/>
    <p:sldId id="759" r:id="rId9"/>
    <p:sldId id="760" r:id="rId10"/>
    <p:sldId id="761" r:id="rId11"/>
    <p:sldId id="762" r:id="rId12"/>
    <p:sldId id="763" r:id="rId13"/>
    <p:sldId id="765" r:id="rId14"/>
    <p:sldId id="766" r:id="rId15"/>
    <p:sldId id="737" r:id="rId16"/>
    <p:sldId id="750" r:id="rId17"/>
    <p:sldId id="768" r:id="rId18"/>
    <p:sldId id="771" r:id="rId19"/>
    <p:sldId id="770" r:id="rId20"/>
    <p:sldId id="772" r:id="rId21"/>
    <p:sldId id="773" r:id="rId22"/>
    <p:sldId id="774" r:id="rId23"/>
    <p:sldId id="775" r:id="rId24"/>
    <p:sldId id="776" r:id="rId25"/>
    <p:sldId id="777" r:id="rId26"/>
    <p:sldId id="778" r:id="rId27"/>
    <p:sldId id="779" r:id="rId28"/>
    <p:sldId id="780" r:id="rId29"/>
    <p:sldId id="781" r:id="rId30"/>
    <p:sldId id="782" r:id="rId31"/>
    <p:sldId id="783" r:id="rId32"/>
    <p:sldId id="757" r:id="rId33"/>
    <p:sldId id="784" r:id="rId34"/>
    <p:sldId id="785" r:id="rId35"/>
    <p:sldId id="786" r:id="rId36"/>
    <p:sldId id="787" r:id="rId37"/>
    <p:sldId id="788" r:id="rId38"/>
    <p:sldId id="789" r:id="rId39"/>
    <p:sldId id="790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3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3.emf"/><Relationship Id="rId5" Type="http://schemas.openxmlformats.org/officeDocument/2006/relationships/image" Target="../media/image11.emf"/><Relationship Id="rId10" Type="http://schemas.openxmlformats.org/officeDocument/2006/relationships/package" Target="../embeddings/Microsoft_Word___10.docx"/><Relationship Id="rId4" Type="http://schemas.openxmlformats.org/officeDocument/2006/relationships/package" Target="../embeddings/Microsoft_Word___8.docx"/><Relationship Id="rId9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1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2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4.docx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8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3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1.emf"/><Relationship Id="rId5" Type="http://schemas.openxmlformats.org/officeDocument/2006/relationships/image" Target="../media/image29.emf"/><Relationship Id="rId10" Type="http://schemas.openxmlformats.org/officeDocument/2006/relationships/package" Target="../embeddings/Microsoft_Word___27.docx"/><Relationship Id="rId4" Type="http://schemas.openxmlformats.org/officeDocument/2006/relationships/package" Target="../embeddings/Microsoft_Word___25.docx"/><Relationship Id="rId9" Type="http://schemas.openxmlformats.org/officeDocument/2006/relationships/oleObject" Target="../embeddings/oleObject27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21611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endParaRPr lang="en-US" altLang="zh-CN" sz="6000" dirty="0" smtClean="0">
              <a:solidFill>
                <a:srgbClr val="00206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元二次函数、方程和不等式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22386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302406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知识网络</a:t>
            </a:r>
          </a:p>
        </p:txBody>
      </p:sp>
      <p:pic>
        <p:nvPicPr>
          <p:cNvPr id="5" name="ZMG1TRA176.eps" descr="id:214752954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88429" y="1295871"/>
            <a:ext cx="10978561" cy="505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要点梳理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08795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用什么方法比较两个实数的大小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怎样比较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作差法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将两个实数作差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化简后与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比较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依据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a&gt;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⇔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a-b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0;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a=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a-b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0;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a&lt;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a-b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得出结论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8689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13706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不等式有哪些基本性质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738790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408217"/>
              </p:ext>
            </p:extLst>
          </p:nvPr>
        </p:nvGraphicFramePr>
        <p:xfrm>
          <a:off x="335255" y="1594118"/>
          <a:ext cx="10941039" cy="4074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文档" r:id="rId4" imgW="3587226" imgH="1335927" progId="Word.Document.12">
                  <p:embed/>
                </p:oleObj>
              </mc:Choice>
              <mc:Fallback>
                <p:oleObj name="文档" r:id="rId4" imgW="3587226" imgH="13359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255" y="1594118"/>
                        <a:ext cx="10941039" cy="4074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5835624" y="2718726"/>
            <a:ext cx="1356407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831290" y="3086239"/>
            <a:ext cx="1354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817246" y="3171816"/>
            <a:ext cx="218450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813381" y="3539329"/>
            <a:ext cx="21820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629389" y="3668477"/>
            <a:ext cx="149204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625133" y="4035990"/>
            <a:ext cx="14903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612484" y="4163220"/>
            <a:ext cx="180537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608405" y="4530733"/>
            <a:ext cx="18033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397557" y="4640121"/>
            <a:ext cx="180537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393478" y="5007634"/>
            <a:ext cx="18033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2607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基本不等式的具体内容是什么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它还可以叙述为什么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000250"/>
            <a:ext cx="11730038" cy="2463973"/>
            <a:chOff x="361950" y="1424186"/>
            <a:chExt cx="11730038" cy="246397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1641238"/>
                </p:ext>
              </p:extLst>
            </p:nvPr>
          </p:nvGraphicFramePr>
          <p:xfrm>
            <a:off x="430213" y="1424186"/>
            <a:ext cx="11661775" cy="1227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文档" r:id="rId4" imgW="3837724" imgH="404925" progId="Word.Document.12">
                    <p:embed/>
                  </p:oleObj>
                </mc:Choice>
                <mc:Fallback>
                  <p:oleObj name="文档" r:id="rId4" imgW="3837724" imgH="40492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0213" y="1424186"/>
                          <a:ext cx="11661775" cy="12271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67051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基本不等式还可以叙述为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两个正数的算术平均数不小于它们的几何平均数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86990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72791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用基本不等式解决最值时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你认为应注意哪些问题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用基本不等式求最值时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要特别注意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一正、二定、三相等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和定积最大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积定和最小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常用的方法为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拆、凑、平方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6547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5600" y="893481"/>
            <a:ext cx="10814050" cy="5227919"/>
            <a:chOff x="355600" y="873817"/>
            <a:chExt cx="10814050" cy="522791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7381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一元二次函数与一元二次方程、一元二次不等式之间有怎样的对应关系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请完成下表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6454611"/>
                </p:ext>
              </p:extLst>
            </p:nvPr>
          </p:nvGraphicFramePr>
          <p:xfrm>
            <a:off x="355600" y="2110761"/>
            <a:ext cx="10745788" cy="3990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文档" r:id="rId4" imgW="3884512" imgH="1448426" progId="Word.Document.12">
                    <p:embed/>
                  </p:oleObj>
                </mc:Choice>
                <mc:Fallback>
                  <p:oleObj name="文档" r:id="rId4" imgW="3884512" imgH="144842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5600" y="2110761"/>
                          <a:ext cx="10745788" cy="3990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6831731" y="4032175"/>
            <a:ext cx="2192514" cy="9670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827559" y="5000329"/>
            <a:ext cx="21900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220426" y="4320207"/>
            <a:ext cx="174803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9216254" y="4784305"/>
            <a:ext cx="1746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75610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289640"/>
              </p:ext>
            </p:extLst>
          </p:nvPr>
        </p:nvGraphicFramePr>
        <p:xfrm>
          <a:off x="430213" y="795338"/>
          <a:ext cx="10779125" cy="588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文档" r:id="rId4" imgW="3895309" imgH="2133878" progId="Word.Document.12">
                  <p:embed/>
                </p:oleObj>
              </mc:Choice>
              <mc:Fallback>
                <p:oleObj name="文档" r:id="rId4" imgW="3895309" imgH="21338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795338"/>
                        <a:ext cx="10779125" cy="5884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339921" y="292000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9335331" y="338410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129189" y="477377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7124599" y="523786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366027" y="475958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361437" y="522368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5969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72366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解含参数的一元二次不等式时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一般需要讨论哪些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在解含有参数的一元二次不等式时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需要考虑相应的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二次函数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图像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开口方向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对应的一元二次方程根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情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有时要分析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比较两个根的大小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4024628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利用不等式解应用题的基本步骤有哪些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审题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建立不等式模型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解决数学问题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3026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790597"/>
            <a:ext cx="11742454" cy="5329810"/>
            <a:chOff x="361950" y="790597"/>
            <a:chExt cx="11742454" cy="5329810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79059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5734603"/>
                </p:ext>
              </p:extLst>
            </p:nvPr>
          </p:nvGraphicFramePr>
          <p:xfrm>
            <a:off x="432445" y="2608482"/>
            <a:ext cx="11671959" cy="3511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" name="文档" r:id="rId4" imgW="3826872" imgH="1151451" progId="Word.Document.12">
                    <p:embed/>
                  </p:oleObj>
                </mc:Choice>
                <mc:Fallback>
                  <p:oleObj name="文档" r:id="rId4" imgW="3826872" imgH="115145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608482"/>
                          <a:ext cx="11671959" cy="3511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10297541" y="316807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968949" y="374414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6404" y="444307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785879" y="500934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361437" y="563777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7329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946913"/>
              </p:ext>
            </p:extLst>
          </p:nvPr>
        </p:nvGraphicFramePr>
        <p:xfrm>
          <a:off x="288429" y="1007839"/>
          <a:ext cx="11671959" cy="4179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文档" r:id="rId4" imgW="3826872" imgH="1370313" progId="Word.Document.12">
                  <p:embed/>
                </p:oleObj>
              </mc:Choice>
              <mc:Fallback>
                <p:oleObj name="文档" r:id="rId4" imgW="3826872" imgH="13703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007839"/>
                        <a:ext cx="11671959" cy="4179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124408" y="126493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793485" y="244799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53325" y="291098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40957" y="360012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297541" y="453623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396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专题整合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61950" y="1536224"/>
            <a:ext cx="17834385" cy="3637919"/>
            <a:chOff x="361950" y="1458922"/>
            <a:chExt cx="17834385" cy="363791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458922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专题一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不等式的性质及</a:t>
              </a: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应用</a:t>
              </a:r>
              <a:endPara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已知实数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满足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b+c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c-b=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的大小关系是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 err="1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 err="1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&gt;b&gt;a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&gt;c&gt;b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&lt;a&lt;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60,15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&lt;b&lt;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36,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p=a-b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2132708"/>
                </p:ext>
              </p:extLst>
            </p:nvPr>
          </p:nvGraphicFramePr>
          <p:xfrm>
            <a:off x="6491277" y="3744143"/>
            <a:ext cx="11705058" cy="668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文档" r:id="rId4" imgW="3837724" imgH="219229" progId="Word.Document.12">
                    <p:embed/>
                  </p:oleObj>
                </mc:Choice>
                <mc:Fallback>
                  <p:oleObj name="文档" r:id="rId4" imgW="3837724" imgH="21922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91277" y="3744143"/>
                          <a:ext cx="11705058" cy="6686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760006"/>
              </p:ext>
            </p:extLst>
          </p:nvPr>
        </p:nvGraphicFramePr>
        <p:xfrm>
          <a:off x="430213" y="709975"/>
          <a:ext cx="11661775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文档" r:id="rId4" imgW="3837724" imgH="793984" progId="Word.Document.12">
                  <p:embed/>
                </p:oleObj>
              </mc:Choice>
              <mc:Fallback>
                <p:oleObj name="文档" r:id="rId4" imgW="3837724" imgH="7939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709975"/>
                        <a:ext cx="11661775" cy="2398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322948"/>
              </p:ext>
            </p:extLst>
          </p:nvPr>
        </p:nvGraphicFramePr>
        <p:xfrm>
          <a:off x="430213" y="3108688"/>
          <a:ext cx="11661775" cy="244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文档" r:id="rId7" imgW="3837724" imgH="806604" progId="Word.Document.12">
                  <p:embed/>
                </p:oleObj>
              </mc:Choice>
              <mc:Fallback>
                <p:oleObj name="文档" r:id="rId7" imgW="3837724" imgH="8066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3108688"/>
                        <a:ext cx="11661775" cy="2441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836941"/>
              </p:ext>
            </p:extLst>
          </p:nvPr>
        </p:nvGraphicFramePr>
        <p:xfrm>
          <a:off x="430213" y="5607729"/>
          <a:ext cx="116617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文档" r:id="rId10" imgW="3837724" imgH="230046" progId="Word.Document.12">
                  <p:embed/>
                </p:oleObj>
              </mc:Choice>
              <mc:Fallback>
                <p:oleObj name="文档" r:id="rId10" imgW="3837724" imgH="2300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0213" y="5607729"/>
                        <a:ext cx="11661775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066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6997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判断不等式是否成立的方法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判断不等式是否成立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需要逐一给出推理判断或反例说明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在判断一个关于不等式的命题的真假时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可结合不等式的性质、函数的性质进行判断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一般利用整体思想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一次性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不等关系的运算求得整体范围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9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3733"/>
              </p:ext>
            </p:extLst>
          </p:nvPr>
        </p:nvGraphicFramePr>
        <p:xfrm>
          <a:off x="432445" y="1511895"/>
          <a:ext cx="10607329" cy="3247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文档" r:id="rId4" imgW="3477813" imgH="1064776" progId="Word.Document.12">
                  <p:embed/>
                </p:oleObj>
              </mc:Choice>
              <mc:Fallback>
                <p:oleObj name="文档" r:id="rId4" imgW="3477813" imgH="10647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11895"/>
                        <a:ext cx="10607329" cy="3247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011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286184"/>
              </p:ext>
            </p:extLst>
          </p:nvPr>
        </p:nvGraphicFramePr>
        <p:xfrm>
          <a:off x="504453" y="789521"/>
          <a:ext cx="10607329" cy="5239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文档" r:id="rId4" imgW="3477813" imgH="1717775" progId="Word.Document.12">
                  <p:embed/>
                </p:oleObj>
              </mc:Choice>
              <mc:Fallback>
                <p:oleObj name="文档" r:id="rId4" imgW="3477813" imgH="17177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89521"/>
                        <a:ext cx="10607329" cy="5239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105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15013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两式相加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70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63267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专题二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基本不等式及其应用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已知正数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y-xy=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若正数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=a+b+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62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360867"/>
              </p:ext>
            </p:extLst>
          </p:nvPr>
        </p:nvGraphicFramePr>
        <p:xfrm>
          <a:off x="432445" y="968511"/>
          <a:ext cx="11671959" cy="375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文档" r:id="rId4" imgW="3837724" imgH="1236048" progId="Word.Document.12">
                  <p:embed/>
                </p:oleObj>
              </mc:Choice>
              <mc:Fallback>
                <p:oleObj name="文档" r:id="rId4" imgW="3837724" imgH="12360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68511"/>
                        <a:ext cx="11671959" cy="3757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298261" y="4759575"/>
            <a:ext cx="302518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2)9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11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5545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应用基本不等式求最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值要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注意应用的前提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二定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 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根据式子的特征灵活变形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配凑出积、和为常数的形式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利用基本不等式求解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应用基本不等式求解条件最值问题通常有两种方法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一是消元法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二是先将条件灵活变形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代换的方法构造和或积为常数的式子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再利用基本不等式求最值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17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237056"/>
              </p:ext>
            </p:extLst>
          </p:nvPr>
        </p:nvGraphicFramePr>
        <p:xfrm>
          <a:off x="281766" y="2158656"/>
          <a:ext cx="11671959" cy="122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文档" r:id="rId4" imgW="3826872" imgH="401786" progId="Word.Document.12">
                  <p:embed/>
                </p:oleObj>
              </mc:Choice>
              <mc:Fallback>
                <p:oleObj name="文档" r:id="rId4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766" y="2158656"/>
                        <a:ext cx="11671959" cy="122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97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878770"/>
              </p:ext>
            </p:extLst>
          </p:nvPr>
        </p:nvGraphicFramePr>
        <p:xfrm>
          <a:off x="216421" y="605287"/>
          <a:ext cx="11671959" cy="5186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文档" r:id="rId4" imgW="3837724" imgH="1706237" progId="Word.Document.12">
                  <p:embed/>
                </p:oleObj>
              </mc:Choice>
              <mc:Fallback>
                <p:oleObj name="文档" r:id="rId4" imgW="3837724" imgH="1706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605287"/>
                        <a:ext cx="11671959" cy="5186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356735"/>
              </p:ext>
            </p:extLst>
          </p:nvPr>
        </p:nvGraphicFramePr>
        <p:xfrm>
          <a:off x="216421" y="5832915"/>
          <a:ext cx="11671959" cy="56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文档" r:id="rId7" imgW="3826872" imgH="183643" progId="Word.Document.12">
                  <p:embed/>
                </p:oleObj>
              </mc:Choice>
              <mc:Fallback>
                <p:oleObj name="文档" r:id="rId7" imgW="3826872" imgH="183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421" y="5832915"/>
                        <a:ext cx="11671959" cy="560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197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专题三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一元二次不等式的解法及其应用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3024063"/>
            <a:ext cx="11742454" cy="3291006"/>
            <a:chOff x="361950" y="3024063"/>
            <a:chExt cx="11742454" cy="329100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02406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因为不等式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的解集为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},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是方程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的两个实数根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5467045"/>
                </p:ext>
              </p:extLst>
            </p:nvPr>
          </p:nvGraphicFramePr>
          <p:xfrm>
            <a:off x="432445" y="4251536"/>
            <a:ext cx="11671959" cy="1555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4" name="文档" r:id="rId4" imgW="3826872" imgH="509959" progId="Word.Document.12">
                    <p:embed/>
                  </p:oleObj>
                </mc:Choice>
                <mc:Fallback>
                  <p:oleObj name="文档" r:id="rId4" imgW="3826872" imgH="50995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4251536"/>
                          <a:ext cx="11671959" cy="1555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5688359"/>
              <a:ext cx="2090637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2928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2956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综上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5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解含参数的关于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的大小再确定不等式的解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解一元二次不等式的一般过程是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看二次项系数的符号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计算判别式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判断方程根的情况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写出不等式的解集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要注意体会直观想象的数学素养与分类讨论的数学思想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分类时要做到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的三原则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98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0468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解集是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为何值时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13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082855"/>
              </p:ext>
            </p:extLst>
          </p:nvPr>
        </p:nvGraphicFramePr>
        <p:xfrm>
          <a:off x="409575" y="601663"/>
          <a:ext cx="11574463" cy="462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文档" r:id="rId4" imgW="3837724" imgH="1537128" progId="Word.Document.12">
                  <p:embed/>
                </p:oleObj>
              </mc:Choice>
              <mc:Fallback>
                <p:oleObj name="文档" r:id="rId4" imgW="3837724" imgH="15371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9575" y="601663"/>
                        <a:ext cx="11574463" cy="462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38159" y="515147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若此不等式的解集为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0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高考体验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1414559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考点一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解一元二次不等式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(2020·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4,1,3,5},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4,1}	B.{1,5}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.{3,5}	D.{1,3}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96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7671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(2019·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	B.{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	D.{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3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35871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(2024·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上海高考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2175574"/>
            <a:ext cx="10807700" cy="24171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对于方程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可解得其根为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可作图象如图所示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由图象可知原不等式的解集为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1,3)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8" name="25C01.eps" descr="id:214752934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758197" y="2895068"/>
            <a:ext cx="2739143" cy="923065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/>
        </p:nvSpPr>
        <p:spPr>
          <a:xfrm>
            <a:off x="361950" y="4592711"/>
            <a:ext cx="216918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07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614253"/>
              </p:ext>
            </p:extLst>
          </p:nvPr>
        </p:nvGraphicFramePr>
        <p:xfrm>
          <a:off x="576461" y="1727919"/>
          <a:ext cx="10607329" cy="1821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文档" r:id="rId4" imgW="3477813" imgH="597111" progId="Word.Document.12">
                  <p:embed/>
                </p:oleObj>
              </mc:Choice>
              <mc:Fallback>
                <p:oleObj name="文档" r:id="rId4" imgW="3477813" imgH="5971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727919"/>
                        <a:ext cx="10607329" cy="1821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857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403725"/>
              </p:ext>
            </p:extLst>
          </p:nvPr>
        </p:nvGraphicFramePr>
        <p:xfrm>
          <a:off x="576461" y="709975"/>
          <a:ext cx="10607329" cy="4896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文档" r:id="rId4" imgW="3477813" imgH="1605276" progId="Word.Document.12">
                  <p:embed/>
                </p:oleObj>
              </mc:Choice>
              <mc:Fallback>
                <p:oleObj name="文档" r:id="rId4" imgW="3477813" imgH="16052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09975"/>
                        <a:ext cx="10607329" cy="4896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556797" y="5615899"/>
            <a:ext cx="211468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14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522450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考点二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基本不等式的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973226"/>
              </p:ext>
            </p:extLst>
          </p:nvPr>
        </p:nvGraphicFramePr>
        <p:xfrm>
          <a:off x="432445" y="1184535"/>
          <a:ext cx="10607329" cy="1262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文档" r:id="rId4" imgW="3477813" imgH="413939" progId="Word.Document.12">
                  <p:embed/>
                </p:oleObj>
              </mc:Choice>
              <mc:Fallback>
                <p:oleObj name="文档" r:id="rId4" imgW="3477813" imgH="4139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84535"/>
                        <a:ext cx="10607329" cy="1262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277224"/>
              </p:ext>
            </p:extLst>
          </p:nvPr>
        </p:nvGraphicFramePr>
        <p:xfrm>
          <a:off x="380101" y="2475777"/>
          <a:ext cx="10607329" cy="3423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文档" r:id="rId7" imgW="3477813" imgH="1122467" progId="Word.Document.12">
                  <p:embed/>
                </p:oleObj>
              </mc:Choice>
              <mc:Fallback>
                <p:oleObj name="文档" r:id="rId7" imgW="3477813" imgH="11224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0101" y="2475777"/>
                        <a:ext cx="10607329" cy="3423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50516" y="5797183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7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0528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(2020·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江苏高考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249102"/>
              </p:ext>
            </p:extLst>
          </p:nvPr>
        </p:nvGraphicFramePr>
        <p:xfrm>
          <a:off x="462135" y="1793432"/>
          <a:ext cx="10607329" cy="3841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文档" r:id="rId4" imgW="3477813" imgH="1259486" progId="Word.Document.12">
                  <p:embed/>
                </p:oleObj>
              </mc:Choice>
              <mc:Fallback>
                <p:oleObj name="文档" r:id="rId4" imgW="3477813" imgH="12594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1793432"/>
                        <a:ext cx="10607329" cy="3841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409660"/>
              </p:ext>
            </p:extLst>
          </p:nvPr>
        </p:nvGraphicFramePr>
        <p:xfrm>
          <a:off x="465754" y="5616351"/>
          <a:ext cx="10607329" cy="72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文档" r:id="rId7" imgW="3477813" imgH="238340" progId="Word.Document.12">
                  <p:embed/>
                </p:oleObj>
              </mc:Choice>
              <mc:Fallback>
                <p:oleObj name="文档" r:id="rId7" imgW="3477813" imgH="23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754" y="5616351"/>
                        <a:ext cx="10607329" cy="72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360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085834"/>
              </p:ext>
            </p:extLst>
          </p:nvPr>
        </p:nvGraphicFramePr>
        <p:xfrm>
          <a:off x="504453" y="743195"/>
          <a:ext cx="10607329" cy="1325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文档" r:id="rId4" imgW="3477813" imgH="434492" progId="Word.Document.12">
                  <p:embed/>
                </p:oleObj>
              </mc:Choice>
              <mc:Fallback>
                <p:oleObj name="文档" r:id="rId4" imgW="3477813" imgH="4344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43195"/>
                        <a:ext cx="10607329" cy="1325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017693"/>
              </p:ext>
            </p:extLst>
          </p:nvPr>
        </p:nvGraphicFramePr>
        <p:xfrm>
          <a:off x="504452" y="2106634"/>
          <a:ext cx="10607329" cy="299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文档" r:id="rId7" imgW="3477813" imgH="982204" progId="Word.Document.12">
                  <p:embed/>
                </p:oleObj>
              </mc:Choice>
              <mc:Fallback>
                <p:oleObj name="文档" r:id="rId7" imgW="3477813" imgH="9822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2106634"/>
                        <a:ext cx="10607329" cy="299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349143"/>
              </p:ext>
            </p:extLst>
          </p:nvPr>
        </p:nvGraphicFramePr>
        <p:xfrm>
          <a:off x="504451" y="5168715"/>
          <a:ext cx="10607329" cy="72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文档" r:id="rId10" imgW="3477813" imgH="237979" progId="Word.Document.12">
                  <p:embed/>
                </p:oleObj>
              </mc:Choice>
              <mc:Fallback>
                <p:oleObj name="文档" r:id="rId10" imgW="3477813" imgH="2379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1" y="5168715"/>
                        <a:ext cx="10607329" cy="72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347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61</TotalTime>
  <Words>998</Words>
  <Application>Microsoft Office PowerPoint</Application>
  <PresentationFormat>自定义</PresentationFormat>
  <Paragraphs>89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NEU-BZ-S92</vt:lpstr>
      <vt:lpstr>方正书宋_GBK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18</cp:revision>
  <dcterms:created xsi:type="dcterms:W3CDTF">2020-09-12T05:36:12Z</dcterms:created>
  <dcterms:modified xsi:type="dcterms:W3CDTF">2025-08-18T07:47:47Z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