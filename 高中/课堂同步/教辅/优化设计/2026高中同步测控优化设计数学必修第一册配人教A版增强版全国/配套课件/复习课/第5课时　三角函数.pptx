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4"/>
  </p:notesMasterIdLst>
  <p:sldIdLst>
    <p:sldId id="731" r:id="rId2"/>
    <p:sldId id="753" r:id="rId3"/>
    <p:sldId id="744" r:id="rId4"/>
    <p:sldId id="746" r:id="rId5"/>
    <p:sldId id="749" r:id="rId6"/>
    <p:sldId id="756" r:id="rId7"/>
    <p:sldId id="758" r:id="rId8"/>
    <p:sldId id="826" r:id="rId9"/>
    <p:sldId id="759" r:id="rId10"/>
    <p:sldId id="760" r:id="rId11"/>
    <p:sldId id="761" r:id="rId12"/>
    <p:sldId id="762" r:id="rId13"/>
    <p:sldId id="763" r:id="rId14"/>
    <p:sldId id="827" r:id="rId15"/>
    <p:sldId id="828" r:id="rId16"/>
    <p:sldId id="829" r:id="rId17"/>
    <p:sldId id="830" r:id="rId18"/>
    <p:sldId id="831" r:id="rId19"/>
    <p:sldId id="832" r:id="rId20"/>
    <p:sldId id="767" r:id="rId21"/>
    <p:sldId id="768" r:id="rId22"/>
    <p:sldId id="737" r:id="rId23"/>
    <p:sldId id="750" r:id="rId24"/>
    <p:sldId id="769" r:id="rId25"/>
    <p:sldId id="770" r:id="rId26"/>
    <p:sldId id="771" r:id="rId27"/>
    <p:sldId id="772" r:id="rId28"/>
    <p:sldId id="773" r:id="rId29"/>
    <p:sldId id="774" r:id="rId30"/>
    <p:sldId id="775" r:id="rId31"/>
    <p:sldId id="776" r:id="rId32"/>
    <p:sldId id="777" r:id="rId33"/>
    <p:sldId id="778" r:id="rId34"/>
    <p:sldId id="779" r:id="rId35"/>
    <p:sldId id="780" r:id="rId36"/>
    <p:sldId id="781" r:id="rId37"/>
    <p:sldId id="782" r:id="rId38"/>
    <p:sldId id="783" r:id="rId39"/>
    <p:sldId id="784" r:id="rId40"/>
    <p:sldId id="785" r:id="rId41"/>
    <p:sldId id="786" r:id="rId42"/>
    <p:sldId id="787" r:id="rId43"/>
    <p:sldId id="788" r:id="rId44"/>
    <p:sldId id="789" r:id="rId45"/>
    <p:sldId id="790" r:id="rId46"/>
    <p:sldId id="791" r:id="rId47"/>
    <p:sldId id="792" r:id="rId48"/>
    <p:sldId id="794" r:id="rId49"/>
    <p:sldId id="795" r:id="rId50"/>
    <p:sldId id="796" r:id="rId51"/>
    <p:sldId id="797" r:id="rId52"/>
    <p:sldId id="798" r:id="rId53"/>
    <p:sldId id="799" r:id="rId54"/>
    <p:sldId id="800" r:id="rId55"/>
    <p:sldId id="757" r:id="rId56"/>
    <p:sldId id="833" r:id="rId57"/>
    <p:sldId id="862" r:id="rId58"/>
    <p:sldId id="863" r:id="rId59"/>
    <p:sldId id="865" r:id="rId60"/>
    <p:sldId id="835" r:id="rId61"/>
    <p:sldId id="859" r:id="rId62"/>
    <p:sldId id="837" r:id="rId63"/>
    <p:sldId id="838" r:id="rId64"/>
    <p:sldId id="840" r:id="rId65"/>
    <p:sldId id="841" r:id="rId66"/>
    <p:sldId id="842" r:id="rId67"/>
    <p:sldId id="844" r:id="rId68"/>
    <p:sldId id="864" r:id="rId69"/>
    <p:sldId id="846" r:id="rId70"/>
    <p:sldId id="847" r:id="rId71"/>
    <p:sldId id="848" r:id="rId72"/>
    <p:sldId id="860" r:id="rId73"/>
    <p:sldId id="861" r:id="rId74"/>
    <p:sldId id="851" r:id="rId75"/>
    <p:sldId id="852" r:id="rId76"/>
    <p:sldId id="853" r:id="rId77"/>
    <p:sldId id="854" r:id="rId78"/>
    <p:sldId id="855" r:id="rId79"/>
    <p:sldId id="856" r:id="rId80"/>
    <p:sldId id="857" r:id="rId81"/>
    <p:sldId id="858" r:id="rId82"/>
    <p:sldId id="735" r:id="rId83"/>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180"/>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49.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image" Target="../media/image54.e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image" Target="../media/image61.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image" Target="../media/image65.e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image" Target="../media/image68.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image" Target="../media/image73.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75.e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image" Target="../media/image77.e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80.emf"/><Relationship Id="rId1" Type="http://schemas.openxmlformats.org/officeDocument/2006/relationships/image" Target="../media/image79.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82.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83.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84.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85.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86.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89.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90.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91.e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image" Target="../media/image9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82</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3.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4.xml"/><Relationship Id="rId1" Type="http://schemas.openxmlformats.org/officeDocument/2006/relationships/slideLayout" Target="../slideLayouts/slideLayout3.xml"/><Relationship Id="rId4" Type="http://schemas.openxmlformats.org/officeDocument/2006/relationships/slide" Target="slide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5.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5.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package" Target="../embeddings/Microsoft_Word___7.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5.xml"/><Relationship Id="rId1" Type="http://schemas.openxmlformats.org/officeDocument/2006/relationships/vmlDrawing" Target="../drawings/vmlDrawing8.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5.xml"/><Relationship Id="rId1" Type="http://schemas.openxmlformats.org/officeDocument/2006/relationships/vmlDrawing" Target="../drawings/vmlDrawing9.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5.xml"/><Relationship Id="rId1" Type="http://schemas.openxmlformats.org/officeDocument/2006/relationships/vmlDrawing" Target="../drawings/vmlDrawing10.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5.xml"/><Relationship Id="rId1" Type="http://schemas.openxmlformats.org/officeDocument/2006/relationships/vmlDrawing" Target="../drawings/vmlDrawing11.vml"/><Relationship Id="rId5" Type="http://schemas.openxmlformats.org/officeDocument/2006/relationships/image" Target="../media/image16.emf"/><Relationship Id="rId4" Type="http://schemas.openxmlformats.org/officeDocument/2006/relationships/package" Target="../embeddings/Microsoft_Word___11.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5.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package" Target="../embeddings/Microsoft_Word___12.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5.xml"/><Relationship Id="rId1" Type="http://schemas.openxmlformats.org/officeDocument/2006/relationships/vmlDrawing" Target="../drawings/vmlDrawing13.vml"/><Relationship Id="rId5" Type="http://schemas.openxmlformats.org/officeDocument/2006/relationships/image" Target="../media/image18.emf"/><Relationship Id="rId4" Type="http://schemas.openxmlformats.org/officeDocument/2006/relationships/package" Target="../embeddings/Microsoft_Word___13.docx"/></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5.xml"/><Relationship Id="rId1" Type="http://schemas.openxmlformats.org/officeDocument/2006/relationships/vmlDrawing" Target="../drawings/vmlDrawing14.vml"/><Relationship Id="rId5" Type="http://schemas.openxmlformats.org/officeDocument/2006/relationships/image" Target="../media/image19.emf"/><Relationship Id="rId4" Type="http://schemas.openxmlformats.org/officeDocument/2006/relationships/package" Target="../embeddings/Microsoft_Word___14.docx"/></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0.emf"/><Relationship Id="rId4" Type="http://schemas.openxmlformats.org/officeDocument/2006/relationships/package" Target="../embeddings/Microsoft_Word___15.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21.emf"/><Relationship Id="rId4" Type="http://schemas.openxmlformats.org/officeDocument/2006/relationships/package" Target="../embeddings/Microsoft_Word___16.docx"/></Relationships>
</file>

<file path=ppt/slides/_rels/slide26.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oleObject" Target="../embeddings/oleObject17.bin"/><Relationship Id="rId7" Type="http://schemas.openxmlformats.org/officeDocument/2006/relationships/package" Target="../embeddings/Microsoft_Word___18.docx"/><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18.bin"/><Relationship Id="rId11" Type="http://schemas.openxmlformats.org/officeDocument/2006/relationships/image" Target="../media/image24.emf"/><Relationship Id="rId5" Type="http://schemas.openxmlformats.org/officeDocument/2006/relationships/image" Target="../media/image22.emf"/><Relationship Id="rId10" Type="http://schemas.openxmlformats.org/officeDocument/2006/relationships/package" Target="../embeddings/Microsoft_Word___19.docx"/><Relationship Id="rId4" Type="http://schemas.openxmlformats.org/officeDocument/2006/relationships/package" Target="../embeddings/Microsoft_Word___17.docx"/><Relationship Id="rId9" Type="http://schemas.openxmlformats.org/officeDocument/2006/relationships/oleObject" Target="../embeddings/oleObject19.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18.vml"/><Relationship Id="rId5" Type="http://schemas.openxmlformats.org/officeDocument/2006/relationships/image" Target="../media/image25.emf"/><Relationship Id="rId4" Type="http://schemas.openxmlformats.org/officeDocument/2006/relationships/package" Target="../embeddings/Microsoft_Word___20.docx"/></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image" Target="../media/image26.emf"/><Relationship Id="rId4" Type="http://schemas.openxmlformats.org/officeDocument/2006/relationships/package" Target="../embeddings/Microsoft_Word___21.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22.bin"/><Relationship Id="rId7" Type="http://schemas.openxmlformats.org/officeDocument/2006/relationships/package" Target="../embeddings/Microsoft_Word___23.docx"/><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oleObject" Target="../embeddings/oleObject23.bin"/><Relationship Id="rId5" Type="http://schemas.openxmlformats.org/officeDocument/2006/relationships/image" Target="../media/image27.emf"/><Relationship Id="rId4" Type="http://schemas.openxmlformats.org/officeDocument/2006/relationships/package" Target="../embeddings/Microsoft_Word___22.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xml"/><Relationship Id="rId1" Type="http://schemas.openxmlformats.org/officeDocument/2006/relationships/vmlDrawing" Target="../drawings/vmlDrawing21.vml"/><Relationship Id="rId5" Type="http://schemas.openxmlformats.org/officeDocument/2006/relationships/image" Target="../media/image29.emf"/><Relationship Id="rId4" Type="http://schemas.openxmlformats.org/officeDocument/2006/relationships/package" Target="../embeddings/Microsoft_Word___24.docx"/></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4.xml"/><Relationship Id="rId1" Type="http://schemas.openxmlformats.org/officeDocument/2006/relationships/vmlDrawing" Target="../drawings/vmlDrawing22.vml"/><Relationship Id="rId5" Type="http://schemas.openxmlformats.org/officeDocument/2006/relationships/image" Target="../media/image30.emf"/><Relationship Id="rId4" Type="http://schemas.openxmlformats.org/officeDocument/2006/relationships/package" Target="../embeddings/Microsoft_Word___25.docx"/></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image" Target="../media/image31.emf"/><Relationship Id="rId5" Type="http://schemas.openxmlformats.org/officeDocument/2006/relationships/package" Target="../embeddings/Microsoft_Word___26.docx"/><Relationship Id="rId4" Type="http://schemas.openxmlformats.org/officeDocument/2006/relationships/oleObject" Target="../embeddings/oleObject26.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4.xml"/><Relationship Id="rId1" Type="http://schemas.openxmlformats.org/officeDocument/2006/relationships/vmlDrawing" Target="../drawings/vmlDrawing24.vml"/><Relationship Id="rId5" Type="http://schemas.openxmlformats.org/officeDocument/2006/relationships/image" Target="../media/image33.emf"/><Relationship Id="rId4" Type="http://schemas.openxmlformats.org/officeDocument/2006/relationships/package" Target="../embeddings/Microsoft_Word___27.docx"/></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4.xml"/><Relationship Id="rId1" Type="http://schemas.openxmlformats.org/officeDocument/2006/relationships/vmlDrawing" Target="../drawings/vmlDrawing25.vml"/><Relationship Id="rId5" Type="http://schemas.openxmlformats.org/officeDocument/2006/relationships/image" Target="../media/image34.emf"/><Relationship Id="rId4" Type="http://schemas.openxmlformats.org/officeDocument/2006/relationships/package" Target="../embeddings/Microsoft_Word___28.docx"/></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4.xml"/><Relationship Id="rId1" Type="http://schemas.openxmlformats.org/officeDocument/2006/relationships/vmlDrawing" Target="../drawings/vmlDrawing26.vml"/><Relationship Id="rId5" Type="http://schemas.openxmlformats.org/officeDocument/2006/relationships/image" Target="../media/image35.emf"/><Relationship Id="rId4" Type="http://schemas.openxmlformats.org/officeDocument/2006/relationships/package" Target="../embeddings/Microsoft_Word___29.docx"/></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4.xml"/><Relationship Id="rId1" Type="http://schemas.openxmlformats.org/officeDocument/2006/relationships/vmlDrawing" Target="../drawings/vmlDrawing27.vml"/><Relationship Id="rId6" Type="http://schemas.openxmlformats.org/officeDocument/2006/relationships/image" Target="../media/image37.jpeg"/><Relationship Id="rId5" Type="http://schemas.openxmlformats.org/officeDocument/2006/relationships/image" Target="../media/image36.emf"/><Relationship Id="rId4" Type="http://schemas.openxmlformats.org/officeDocument/2006/relationships/package" Target="../embeddings/Microsoft_Word___30.docx"/></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4.xml"/><Relationship Id="rId1" Type="http://schemas.openxmlformats.org/officeDocument/2006/relationships/vmlDrawing" Target="../drawings/vmlDrawing28.vml"/><Relationship Id="rId5" Type="http://schemas.openxmlformats.org/officeDocument/2006/relationships/image" Target="../media/image38.emf"/><Relationship Id="rId4" Type="http://schemas.openxmlformats.org/officeDocument/2006/relationships/package" Target="../embeddings/Microsoft_Word___31.docx"/></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4.xml"/><Relationship Id="rId1" Type="http://schemas.openxmlformats.org/officeDocument/2006/relationships/vmlDrawing" Target="../drawings/vmlDrawing29.vml"/><Relationship Id="rId5" Type="http://schemas.openxmlformats.org/officeDocument/2006/relationships/image" Target="../media/image39.emf"/><Relationship Id="rId4" Type="http://schemas.openxmlformats.org/officeDocument/2006/relationships/package" Target="../embeddings/Microsoft_Word___32.docx"/></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4.xml"/><Relationship Id="rId1" Type="http://schemas.openxmlformats.org/officeDocument/2006/relationships/vmlDrawing" Target="../drawings/vmlDrawing30.vml"/><Relationship Id="rId5" Type="http://schemas.openxmlformats.org/officeDocument/2006/relationships/image" Target="../media/image40.emf"/><Relationship Id="rId4" Type="http://schemas.openxmlformats.org/officeDocument/2006/relationships/package" Target="../embeddings/Microsoft_Word___33.docx"/></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4.xml"/><Relationship Id="rId1" Type="http://schemas.openxmlformats.org/officeDocument/2006/relationships/vmlDrawing" Target="../drawings/vmlDrawing31.vml"/><Relationship Id="rId5" Type="http://schemas.openxmlformats.org/officeDocument/2006/relationships/image" Target="../media/image41.emf"/><Relationship Id="rId4" Type="http://schemas.openxmlformats.org/officeDocument/2006/relationships/package" Target="../embeddings/Microsoft_Word___34.docx"/></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4.xml"/><Relationship Id="rId1" Type="http://schemas.openxmlformats.org/officeDocument/2006/relationships/vmlDrawing" Target="../drawings/vmlDrawing32.vml"/><Relationship Id="rId5" Type="http://schemas.openxmlformats.org/officeDocument/2006/relationships/image" Target="../media/image42.emf"/><Relationship Id="rId4" Type="http://schemas.openxmlformats.org/officeDocument/2006/relationships/package" Target="../embeddings/Microsoft_Word___35.docx"/></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oleObject" Target="../embeddings/oleObject36.bin"/><Relationship Id="rId7" Type="http://schemas.openxmlformats.org/officeDocument/2006/relationships/package" Target="../embeddings/Microsoft_Word___37.docx"/><Relationship Id="rId2" Type="http://schemas.openxmlformats.org/officeDocument/2006/relationships/slideLayout" Target="../slideLayouts/slideLayout4.xml"/><Relationship Id="rId1" Type="http://schemas.openxmlformats.org/officeDocument/2006/relationships/vmlDrawing" Target="../drawings/vmlDrawing33.vml"/><Relationship Id="rId6" Type="http://schemas.openxmlformats.org/officeDocument/2006/relationships/oleObject" Target="../embeddings/oleObject37.bin"/><Relationship Id="rId5" Type="http://schemas.openxmlformats.org/officeDocument/2006/relationships/image" Target="../media/image43.emf"/><Relationship Id="rId4" Type="http://schemas.openxmlformats.org/officeDocument/2006/relationships/package" Target="../embeddings/Microsoft_Word___36.docx"/></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4.xml"/><Relationship Id="rId1" Type="http://schemas.openxmlformats.org/officeDocument/2006/relationships/vmlDrawing" Target="../drawings/vmlDrawing34.vml"/><Relationship Id="rId5" Type="http://schemas.openxmlformats.org/officeDocument/2006/relationships/image" Target="../media/image45.emf"/><Relationship Id="rId4" Type="http://schemas.openxmlformats.org/officeDocument/2006/relationships/package" Target="../embeddings/Microsoft_Word___38.docx"/></Relationships>
</file>

<file path=ppt/slides/_rels/slide47.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oleObject" Target="../embeddings/oleObject39.bin"/><Relationship Id="rId7" Type="http://schemas.openxmlformats.org/officeDocument/2006/relationships/package" Target="../embeddings/Microsoft_Word___40.docx"/><Relationship Id="rId2" Type="http://schemas.openxmlformats.org/officeDocument/2006/relationships/slideLayout" Target="../slideLayouts/slideLayout4.xml"/><Relationship Id="rId1" Type="http://schemas.openxmlformats.org/officeDocument/2006/relationships/vmlDrawing" Target="../drawings/vmlDrawing35.vml"/><Relationship Id="rId6" Type="http://schemas.openxmlformats.org/officeDocument/2006/relationships/oleObject" Target="../embeddings/oleObject40.bin"/><Relationship Id="rId5" Type="http://schemas.openxmlformats.org/officeDocument/2006/relationships/image" Target="../media/image46.emf"/><Relationship Id="rId4" Type="http://schemas.openxmlformats.org/officeDocument/2006/relationships/package" Target="../embeddings/Microsoft_Word___39.docx"/></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4.xml"/><Relationship Id="rId1" Type="http://schemas.openxmlformats.org/officeDocument/2006/relationships/vmlDrawing" Target="../drawings/vmlDrawing36.vml"/><Relationship Id="rId5" Type="http://schemas.openxmlformats.org/officeDocument/2006/relationships/image" Target="../media/image48.emf"/><Relationship Id="rId4" Type="http://schemas.openxmlformats.org/officeDocument/2006/relationships/package" Target="../embeddings/Microsoft_Word___41.docx"/></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oleObject" Target="../embeddings/oleObject42.bin"/><Relationship Id="rId7" Type="http://schemas.openxmlformats.org/officeDocument/2006/relationships/package" Target="../embeddings/Microsoft_Word___43.docx"/><Relationship Id="rId2" Type="http://schemas.openxmlformats.org/officeDocument/2006/relationships/slideLayout" Target="../slideLayouts/slideLayout4.xml"/><Relationship Id="rId1" Type="http://schemas.openxmlformats.org/officeDocument/2006/relationships/vmlDrawing" Target="../drawings/vmlDrawing37.vml"/><Relationship Id="rId6" Type="http://schemas.openxmlformats.org/officeDocument/2006/relationships/oleObject" Target="../embeddings/oleObject43.bin"/><Relationship Id="rId5" Type="http://schemas.openxmlformats.org/officeDocument/2006/relationships/image" Target="../media/image49.emf"/><Relationship Id="rId4" Type="http://schemas.openxmlformats.org/officeDocument/2006/relationships/package" Target="../embeddings/Microsoft_Word___42.docx"/></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4.xml"/><Relationship Id="rId1" Type="http://schemas.openxmlformats.org/officeDocument/2006/relationships/vmlDrawing" Target="../drawings/vmlDrawing38.vml"/><Relationship Id="rId5" Type="http://schemas.openxmlformats.org/officeDocument/2006/relationships/image" Target="../media/image51.emf"/><Relationship Id="rId4" Type="http://schemas.openxmlformats.org/officeDocument/2006/relationships/package" Target="../embeddings/Microsoft_Word___44.docx"/></Relationships>
</file>

<file path=ppt/slides/_rels/slide52.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45.bin"/><Relationship Id="rId7" Type="http://schemas.openxmlformats.org/officeDocument/2006/relationships/package" Target="../embeddings/Microsoft_Word___46.docx"/><Relationship Id="rId2" Type="http://schemas.openxmlformats.org/officeDocument/2006/relationships/slideLayout" Target="../slideLayouts/slideLayout4.xml"/><Relationship Id="rId1" Type="http://schemas.openxmlformats.org/officeDocument/2006/relationships/vmlDrawing" Target="../drawings/vmlDrawing39.vml"/><Relationship Id="rId6" Type="http://schemas.openxmlformats.org/officeDocument/2006/relationships/oleObject" Target="../embeddings/oleObject46.bin"/><Relationship Id="rId5" Type="http://schemas.openxmlformats.org/officeDocument/2006/relationships/image" Target="../media/image52.emf"/><Relationship Id="rId4" Type="http://schemas.openxmlformats.org/officeDocument/2006/relationships/package" Target="../embeddings/Microsoft_Word___45.docx"/></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oleObject" Target="../embeddings/oleObject47.bin"/><Relationship Id="rId7" Type="http://schemas.openxmlformats.org/officeDocument/2006/relationships/package" Target="../embeddings/Microsoft_Word___48.docx"/><Relationship Id="rId2" Type="http://schemas.openxmlformats.org/officeDocument/2006/relationships/slideLayout" Target="../slideLayouts/slideLayout4.xml"/><Relationship Id="rId1" Type="http://schemas.openxmlformats.org/officeDocument/2006/relationships/vmlDrawing" Target="../drawings/vmlDrawing40.vml"/><Relationship Id="rId6" Type="http://schemas.openxmlformats.org/officeDocument/2006/relationships/oleObject" Target="../embeddings/oleObject48.bin"/><Relationship Id="rId5" Type="http://schemas.openxmlformats.org/officeDocument/2006/relationships/image" Target="../media/image54.emf"/><Relationship Id="rId4" Type="http://schemas.openxmlformats.org/officeDocument/2006/relationships/package" Target="../embeddings/Microsoft_Word___47.docx"/></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oleObject" Target="../embeddings/oleObject49.bin"/><Relationship Id="rId7" Type="http://schemas.openxmlformats.org/officeDocument/2006/relationships/package" Target="../embeddings/Microsoft_Word___50.docx"/><Relationship Id="rId2" Type="http://schemas.openxmlformats.org/officeDocument/2006/relationships/slideLayout" Target="../slideLayouts/slideLayout4.xml"/><Relationship Id="rId1" Type="http://schemas.openxmlformats.org/officeDocument/2006/relationships/vmlDrawing" Target="../drawings/vmlDrawing41.vml"/><Relationship Id="rId6" Type="http://schemas.openxmlformats.org/officeDocument/2006/relationships/oleObject" Target="../embeddings/oleObject50.bin"/><Relationship Id="rId5" Type="http://schemas.openxmlformats.org/officeDocument/2006/relationships/image" Target="../media/image56.emf"/><Relationship Id="rId4" Type="http://schemas.openxmlformats.org/officeDocument/2006/relationships/package" Target="../embeddings/Microsoft_Word___49.docx"/></Relationships>
</file>

<file path=ppt/slides/_rels/slide57.xml.rels><?xml version="1.0" encoding="UTF-8" standalone="yes"?>
<Relationships xmlns="http://schemas.openxmlformats.org/package/2006/relationships"><Relationship Id="rId8" Type="http://schemas.openxmlformats.org/officeDocument/2006/relationships/image" Target="../media/image59.emf"/><Relationship Id="rId3" Type="http://schemas.openxmlformats.org/officeDocument/2006/relationships/oleObject" Target="../embeddings/oleObject51.bin"/><Relationship Id="rId7" Type="http://schemas.openxmlformats.org/officeDocument/2006/relationships/package" Target="../embeddings/Microsoft_Word___52.docx"/><Relationship Id="rId2" Type="http://schemas.openxmlformats.org/officeDocument/2006/relationships/slideLayout" Target="../slideLayouts/slideLayout4.xml"/><Relationship Id="rId1" Type="http://schemas.openxmlformats.org/officeDocument/2006/relationships/vmlDrawing" Target="../drawings/vmlDrawing42.vml"/><Relationship Id="rId6" Type="http://schemas.openxmlformats.org/officeDocument/2006/relationships/oleObject" Target="../embeddings/oleObject52.bin"/><Relationship Id="rId5" Type="http://schemas.openxmlformats.org/officeDocument/2006/relationships/image" Target="../media/image58.emf"/><Relationship Id="rId4" Type="http://schemas.openxmlformats.org/officeDocument/2006/relationships/package" Target="../embeddings/Microsoft_Word___51.docx"/></Relationships>
</file>

<file path=ppt/slides/_rels/slide5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package" Target="../embeddings/Microsoft_Word___53.docx"/><Relationship Id="rId7" Type="http://schemas.openxmlformats.org/officeDocument/2006/relationships/image" Target="../media/image62.emf"/><Relationship Id="rId2" Type="http://schemas.openxmlformats.org/officeDocument/2006/relationships/slideLayout" Target="../slideLayouts/slideLayout4.xml"/><Relationship Id="rId1" Type="http://schemas.openxmlformats.org/officeDocument/2006/relationships/vmlDrawing" Target="../drawings/vmlDrawing43.vml"/><Relationship Id="rId6" Type="http://schemas.openxmlformats.org/officeDocument/2006/relationships/package" Target="../embeddings/Microsoft_Word___54.docx"/><Relationship Id="rId5" Type="http://schemas.openxmlformats.org/officeDocument/2006/relationships/oleObject" Target="../embeddings/oleObject53.bin"/><Relationship Id="rId4" Type="http://schemas.openxmlformats.org/officeDocument/2006/relationships/image" Target="../media/image61.emf"/></Relationships>
</file>

<file path=ppt/slides/_rels/slide6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4.xml"/><Relationship Id="rId1" Type="http://schemas.openxmlformats.org/officeDocument/2006/relationships/vmlDrawing" Target="../drawings/vmlDrawing44.vml"/><Relationship Id="rId5" Type="http://schemas.openxmlformats.org/officeDocument/2006/relationships/image" Target="../media/image64.emf"/><Relationship Id="rId4" Type="http://schemas.openxmlformats.org/officeDocument/2006/relationships/package" Target="../embeddings/Microsoft_Word___55.docx"/></Relationships>
</file>

<file path=ppt/slides/_rels/slide62.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oleObject" Target="../embeddings/oleObject55.bin"/><Relationship Id="rId7" Type="http://schemas.openxmlformats.org/officeDocument/2006/relationships/package" Target="../embeddings/Microsoft_Word___57.docx"/><Relationship Id="rId2" Type="http://schemas.openxmlformats.org/officeDocument/2006/relationships/slideLayout" Target="../slideLayouts/slideLayout4.xml"/><Relationship Id="rId1" Type="http://schemas.openxmlformats.org/officeDocument/2006/relationships/vmlDrawing" Target="../drawings/vmlDrawing45.vml"/><Relationship Id="rId6" Type="http://schemas.openxmlformats.org/officeDocument/2006/relationships/oleObject" Target="../embeddings/oleObject56.bin"/><Relationship Id="rId11" Type="http://schemas.openxmlformats.org/officeDocument/2006/relationships/image" Target="../media/image67.emf"/><Relationship Id="rId5" Type="http://schemas.openxmlformats.org/officeDocument/2006/relationships/image" Target="../media/image65.emf"/><Relationship Id="rId10" Type="http://schemas.openxmlformats.org/officeDocument/2006/relationships/package" Target="../embeddings/Microsoft_Word___58.docx"/><Relationship Id="rId4" Type="http://schemas.openxmlformats.org/officeDocument/2006/relationships/package" Target="../embeddings/Microsoft_Word___56.docx"/><Relationship Id="rId9" Type="http://schemas.openxmlformats.org/officeDocument/2006/relationships/oleObject" Target="../embeddings/oleObject57.bin"/></Relationships>
</file>

<file path=ppt/slides/_rels/slide63.x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oleObject" Target="../embeddings/oleObject58.bin"/><Relationship Id="rId7" Type="http://schemas.openxmlformats.org/officeDocument/2006/relationships/package" Target="../embeddings/Microsoft_Word___60.docx"/><Relationship Id="rId2" Type="http://schemas.openxmlformats.org/officeDocument/2006/relationships/slideLayout" Target="../slideLayouts/slideLayout4.xml"/><Relationship Id="rId1" Type="http://schemas.openxmlformats.org/officeDocument/2006/relationships/vmlDrawing" Target="../drawings/vmlDrawing46.vml"/><Relationship Id="rId6" Type="http://schemas.openxmlformats.org/officeDocument/2006/relationships/oleObject" Target="../embeddings/oleObject59.bin"/><Relationship Id="rId11" Type="http://schemas.openxmlformats.org/officeDocument/2006/relationships/image" Target="../media/image70.emf"/><Relationship Id="rId5" Type="http://schemas.openxmlformats.org/officeDocument/2006/relationships/image" Target="../media/image68.emf"/><Relationship Id="rId10" Type="http://schemas.openxmlformats.org/officeDocument/2006/relationships/package" Target="../embeddings/Microsoft_Word___61.docx"/><Relationship Id="rId4" Type="http://schemas.openxmlformats.org/officeDocument/2006/relationships/package" Target="../embeddings/Microsoft_Word___59.docx"/><Relationship Id="rId9" Type="http://schemas.openxmlformats.org/officeDocument/2006/relationships/oleObject" Target="../embeddings/oleObject60.bin"/></Relationships>
</file>

<file path=ppt/slides/_rels/slide64.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4.xml"/><Relationship Id="rId1" Type="http://schemas.openxmlformats.org/officeDocument/2006/relationships/vmlDrawing" Target="../drawings/vmlDrawing47.vml"/><Relationship Id="rId5" Type="http://schemas.openxmlformats.org/officeDocument/2006/relationships/image" Target="../media/image72.emf"/><Relationship Id="rId4" Type="http://schemas.openxmlformats.org/officeDocument/2006/relationships/package" Target="../embeddings/Microsoft_Word___62.docx"/></Relationships>
</file>

<file path=ppt/slides/_rels/slide66.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oleObject" Target="../embeddings/oleObject62.bin"/><Relationship Id="rId7" Type="http://schemas.openxmlformats.org/officeDocument/2006/relationships/package" Target="../embeddings/Microsoft_Word___64.docx"/><Relationship Id="rId2" Type="http://schemas.openxmlformats.org/officeDocument/2006/relationships/slideLayout" Target="../slideLayouts/slideLayout4.xml"/><Relationship Id="rId1" Type="http://schemas.openxmlformats.org/officeDocument/2006/relationships/vmlDrawing" Target="../drawings/vmlDrawing48.vml"/><Relationship Id="rId6" Type="http://schemas.openxmlformats.org/officeDocument/2006/relationships/oleObject" Target="../embeddings/oleObject63.bin"/><Relationship Id="rId5" Type="http://schemas.openxmlformats.org/officeDocument/2006/relationships/image" Target="../media/image73.emf"/><Relationship Id="rId4" Type="http://schemas.openxmlformats.org/officeDocument/2006/relationships/package" Target="../embeddings/Microsoft_Word___63.docx"/></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4.xml"/><Relationship Id="rId1" Type="http://schemas.openxmlformats.org/officeDocument/2006/relationships/vmlDrawing" Target="../drawings/vmlDrawing49.vml"/><Relationship Id="rId6" Type="http://schemas.openxmlformats.org/officeDocument/2006/relationships/image" Target="../media/image76.jpeg"/><Relationship Id="rId5" Type="http://schemas.openxmlformats.org/officeDocument/2006/relationships/image" Target="../media/image75.emf"/><Relationship Id="rId4" Type="http://schemas.openxmlformats.org/officeDocument/2006/relationships/package" Target="../embeddings/Microsoft_Word___65.docx"/></Relationships>
</file>

<file path=ppt/slides/_rels/slide68.xml.rels><?xml version="1.0" encoding="UTF-8" standalone="yes"?>
<Relationships xmlns="http://schemas.openxmlformats.org/package/2006/relationships"><Relationship Id="rId8" Type="http://schemas.openxmlformats.org/officeDocument/2006/relationships/image" Target="../media/image78.emf"/><Relationship Id="rId3" Type="http://schemas.openxmlformats.org/officeDocument/2006/relationships/oleObject" Target="../embeddings/oleObject65.bin"/><Relationship Id="rId7" Type="http://schemas.openxmlformats.org/officeDocument/2006/relationships/package" Target="../embeddings/Microsoft_Word___67.docx"/><Relationship Id="rId2" Type="http://schemas.openxmlformats.org/officeDocument/2006/relationships/slideLayout" Target="../slideLayouts/slideLayout4.xml"/><Relationship Id="rId1" Type="http://schemas.openxmlformats.org/officeDocument/2006/relationships/vmlDrawing" Target="../drawings/vmlDrawing50.vml"/><Relationship Id="rId6" Type="http://schemas.openxmlformats.org/officeDocument/2006/relationships/oleObject" Target="../embeddings/oleObject66.bin"/><Relationship Id="rId5" Type="http://schemas.openxmlformats.org/officeDocument/2006/relationships/image" Target="../media/image77.emf"/><Relationship Id="rId4" Type="http://schemas.openxmlformats.org/officeDocument/2006/relationships/package" Target="../embeddings/Microsoft_Word___66.docx"/></Relationships>
</file>

<file path=ppt/slides/_rels/slide69.xml.rels><?xml version="1.0" encoding="UTF-8" standalone="yes"?>
<Relationships xmlns="http://schemas.openxmlformats.org/package/2006/relationships"><Relationship Id="rId8" Type="http://schemas.openxmlformats.org/officeDocument/2006/relationships/image" Target="../media/image80.emf"/><Relationship Id="rId3" Type="http://schemas.openxmlformats.org/officeDocument/2006/relationships/oleObject" Target="../embeddings/oleObject67.bin"/><Relationship Id="rId7" Type="http://schemas.openxmlformats.org/officeDocument/2006/relationships/package" Target="../embeddings/Microsoft_Word___69.docx"/><Relationship Id="rId2" Type="http://schemas.openxmlformats.org/officeDocument/2006/relationships/slideLayout" Target="../slideLayouts/slideLayout4.xml"/><Relationship Id="rId1" Type="http://schemas.openxmlformats.org/officeDocument/2006/relationships/vmlDrawing" Target="../drawings/vmlDrawing51.vml"/><Relationship Id="rId6" Type="http://schemas.openxmlformats.org/officeDocument/2006/relationships/oleObject" Target="../embeddings/oleObject68.bin"/><Relationship Id="rId11" Type="http://schemas.openxmlformats.org/officeDocument/2006/relationships/image" Target="../media/image81.emf"/><Relationship Id="rId5" Type="http://schemas.openxmlformats.org/officeDocument/2006/relationships/image" Target="../media/image79.emf"/><Relationship Id="rId10" Type="http://schemas.openxmlformats.org/officeDocument/2006/relationships/package" Target="../embeddings/Microsoft_Word___70.docx"/><Relationship Id="rId4" Type="http://schemas.openxmlformats.org/officeDocument/2006/relationships/package" Target="../embeddings/Microsoft_Word___68.docx"/><Relationship Id="rId9" Type="http://schemas.openxmlformats.org/officeDocument/2006/relationships/oleObject" Target="../embeddings/oleObject69.bin"/></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4.xml"/><Relationship Id="rId1" Type="http://schemas.openxmlformats.org/officeDocument/2006/relationships/vmlDrawing" Target="../drawings/vmlDrawing52.vml"/><Relationship Id="rId5" Type="http://schemas.openxmlformats.org/officeDocument/2006/relationships/image" Target="../media/image82.emf"/><Relationship Id="rId4" Type="http://schemas.openxmlformats.org/officeDocument/2006/relationships/package" Target="../embeddings/Microsoft_Word___71.docx"/></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4.xml"/><Relationship Id="rId1" Type="http://schemas.openxmlformats.org/officeDocument/2006/relationships/vmlDrawing" Target="../drawings/vmlDrawing53.vml"/><Relationship Id="rId5" Type="http://schemas.openxmlformats.org/officeDocument/2006/relationships/image" Target="../media/image83.emf"/><Relationship Id="rId4" Type="http://schemas.openxmlformats.org/officeDocument/2006/relationships/package" Target="../embeddings/Microsoft_Word___72.docx"/></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4.xml"/><Relationship Id="rId1" Type="http://schemas.openxmlformats.org/officeDocument/2006/relationships/vmlDrawing" Target="../drawings/vmlDrawing54.vml"/><Relationship Id="rId5" Type="http://schemas.openxmlformats.org/officeDocument/2006/relationships/image" Target="../media/image84.emf"/><Relationship Id="rId4" Type="http://schemas.openxmlformats.org/officeDocument/2006/relationships/package" Target="../embeddings/Microsoft_Word___73.docx"/></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4.xml"/><Relationship Id="rId1" Type="http://schemas.openxmlformats.org/officeDocument/2006/relationships/vmlDrawing" Target="../drawings/vmlDrawing55.vml"/><Relationship Id="rId5" Type="http://schemas.openxmlformats.org/officeDocument/2006/relationships/image" Target="../media/image85.emf"/><Relationship Id="rId4" Type="http://schemas.openxmlformats.org/officeDocument/2006/relationships/package" Target="../embeddings/Microsoft_Word___74.docx"/></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4.xml"/><Relationship Id="rId1" Type="http://schemas.openxmlformats.org/officeDocument/2006/relationships/vmlDrawing" Target="../drawings/vmlDrawing56.vml"/><Relationship Id="rId5" Type="http://schemas.openxmlformats.org/officeDocument/2006/relationships/image" Target="../media/image86.emf"/><Relationship Id="rId4" Type="http://schemas.openxmlformats.org/officeDocument/2006/relationships/package" Target="../embeddings/Microsoft_Word___75.docx"/></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4.xml"/><Relationship Id="rId1" Type="http://schemas.openxmlformats.org/officeDocument/2006/relationships/vmlDrawing" Target="../drawings/vmlDrawing57.vml"/><Relationship Id="rId5" Type="http://schemas.openxmlformats.org/officeDocument/2006/relationships/image" Target="../media/image87.emf"/><Relationship Id="rId4" Type="http://schemas.openxmlformats.org/officeDocument/2006/relationships/package" Target="../embeddings/Microsoft_Word___76.docx"/></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4.xml"/><Relationship Id="rId1" Type="http://schemas.openxmlformats.org/officeDocument/2006/relationships/vmlDrawing" Target="../drawings/vmlDrawing58.vml"/><Relationship Id="rId5" Type="http://schemas.openxmlformats.org/officeDocument/2006/relationships/image" Target="../media/image88.emf"/><Relationship Id="rId4" Type="http://schemas.openxmlformats.org/officeDocument/2006/relationships/package" Target="../embeddings/Microsoft_Word___77.docx"/></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4.xml"/><Relationship Id="rId1" Type="http://schemas.openxmlformats.org/officeDocument/2006/relationships/vmlDrawing" Target="../drawings/vmlDrawing59.vml"/><Relationship Id="rId5" Type="http://schemas.openxmlformats.org/officeDocument/2006/relationships/image" Target="../media/image89.emf"/><Relationship Id="rId4" Type="http://schemas.openxmlformats.org/officeDocument/2006/relationships/package" Target="../embeddings/Microsoft_Word___78.docx"/></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4.xml"/><Relationship Id="rId1" Type="http://schemas.openxmlformats.org/officeDocument/2006/relationships/vmlDrawing" Target="../drawings/vmlDrawing60.vml"/><Relationship Id="rId5" Type="http://schemas.openxmlformats.org/officeDocument/2006/relationships/image" Target="../media/image90.emf"/><Relationship Id="rId4" Type="http://schemas.openxmlformats.org/officeDocument/2006/relationships/package" Target="../embeddings/Microsoft_Word___79.docx"/></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4.xml"/><Relationship Id="rId1" Type="http://schemas.openxmlformats.org/officeDocument/2006/relationships/vmlDrawing" Target="../drawings/vmlDrawing61.vml"/><Relationship Id="rId5" Type="http://schemas.openxmlformats.org/officeDocument/2006/relationships/image" Target="../media/image91.emf"/><Relationship Id="rId4" Type="http://schemas.openxmlformats.org/officeDocument/2006/relationships/package" Target="../embeddings/Microsoft_Word___80.docx"/></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8" Type="http://schemas.openxmlformats.org/officeDocument/2006/relationships/image" Target="../media/image93.emf"/><Relationship Id="rId3" Type="http://schemas.openxmlformats.org/officeDocument/2006/relationships/oleObject" Target="../embeddings/oleObject80.bin"/><Relationship Id="rId7" Type="http://schemas.openxmlformats.org/officeDocument/2006/relationships/package" Target="../embeddings/Microsoft_Word___82.docx"/><Relationship Id="rId2" Type="http://schemas.openxmlformats.org/officeDocument/2006/relationships/slideLayout" Target="../slideLayouts/slideLayout4.xml"/><Relationship Id="rId1" Type="http://schemas.openxmlformats.org/officeDocument/2006/relationships/vmlDrawing" Target="../drawings/vmlDrawing62.vml"/><Relationship Id="rId6" Type="http://schemas.openxmlformats.org/officeDocument/2006/relationships/oleObject" Target="../embeddings/oleObject81.bin"/><Relationship Id="rId5" Type="http://schemas.openxmlformats.org/officeDocument/2006/relationships/image" Target="../media/image92.emf"/><Relationship Id="rId4" Type="http://schemas.openxmlformats.org/officeDocument/2006/relationships/package" Target="../embeddings/Microsoft_Word___81.docx"/></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577796"/>
            <a:ext cx="10807700" cy="1094339"/>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sz="6000" dirty="0">
                <a:solidFill>
                  <a:srgbClr val="002060"/>
                </a:solidFill>
                <a:latin typeface="Arial" panose="020B0604020202020204" pitchFamily="34" charset="0"/>
                <a:cs typeface="Times New Roman" panose="02020603050405020304" pitchFamily="18" charset="0"/>
              </a:rPr>
              <a:t>第</a:t>
            </a:r>
            <a:r>
              <a:rPr lang="en-US" altLang="zh-CN" sz="6000" dirty="0">
                <a:solidFill>
                  <a:srgbClr val="002060"/>
                </a:solidFill>
                <a:ea typeface="宋体" panose="02010600030101010101" pitchFamily="2" charset="-122"/>
                <a:cs typeface="Times New Roman" panose="02020603050405020304" pitchFamily="18" charset="0"/>
              </a:rPr>
              <a:t>5</a:t>
            </a:r>
            <a:r>
              <a:rPr lang="zh-CN" altLang="zh-CN" sz="6000" dirty="0">
                <a:solidFill>
                  <a:srgbClr val="002060"/>
                </a:solidFill>
                <a:latin typeface="Arial" panose="020B0604020202020204" pitchFamily="34" charset="0"/>
                <a:cs typeface="Times New Roman" panose="02020603050405020304" pitchFamily="18" charset="0"/>
              </a:rPr>
              <a:t>课时</a:t>
            </a:r>
            <a:r>
              <a:rPr lang="zh-CN" altLang="zh-CN" sz="6000"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三角函数</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122386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知识梳理</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构建体系</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4" name="图文框 3">
            <a:hlinkClick r:id="rId4" action="ppaction://hlinksldjump">
              <a:snd r:embed="rId3" name="chimes.wav"/>
            </a:hlinkClick>
          </p:cNvPr>
          <p:cNvSpPr/>
          <p:nvPr/>
        </p:nvSpPr>
        <p:spPr>
          <a:xfrm>
            <a:off x="1728589" y="302406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专题归纳</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核心突破</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en-US" sz="6600" dirty="0" smtClean="0">
                <a:solidFill>
                  <a:srgbClr val="0070C0"/>
                </a:solidFill>
                <a:latin typeface="华文新魏" panose="02010800040101010101" pitchFamily="2" charset="-122"/>
                <a:ea typeface="华文新魏" panose="02010800040101010101" pitchFamily="2" charset="-122"/>
              </a:rPr>
              <a:t>知识梳理</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构建体系</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288429" y="677295"/>
            <a:ext cx="249859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知识网络</a:t>
            </a:r>
          </a:p>
        </p:txBody>
      </p:sp>
      <p:pic>
        <p:nvPicPr>
          <p:cNvPr id="5" name="YMG1TRA98.eps" descr="id:2147530064;FounderCES"/>
          <p:cNvPicPr/>
          <p:nvPr/>
        </p:nvPicPr>
        <p:blipFill>
          <a:blip r:embed="rId2"/>
          <a:stretch>
            <a:fillRect/>
          </a:stretch>
        </p:blipFill>
        <p:spPr>
          <a:xfrm>
            <a:off x="3600797" y="690310"/>
            <a:ext cx="3672408" cy="5631513"/>
          </a:xfrm>
          <a:prstGeom prst="rect">
            <a:avLst/>
          </a:prstGeom>
        </p:spPr>
      </p:pic>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288429" y="677295"/>
            <a:ext cx="249859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要点梳理</a:t>
            </a:r>
          </a:p>
        </p:txBody>
      </p:sp>
      <p:sp>
        <p:nvSpPr>
          <p:cNvPr id="8" name="矩形 7"/>
          <p:cNvSpPr>
            <a:spLocks noChangeAspect="1"/>
          </p:cNvSpPr>
          <p:nvPr/>
        </p:nvSpPr>
        <p:spPr>
          <a:xfrm>
            <a:off x="361950" y="1171519"/>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在平面直角坐标系中</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Microsoft Yi Baiti" panose="03000500000000000000" pitchFamily="66" charset="0"/>
              </a:rPr>
              <a:t>α</a:t>
            </a:r>
            <a:r>
              <a:rPr lang="zh-CN" altLang="zh-CN" dirty="0">
                <a:solidFill>
                  <a:srgbClr val="000000"/>
                </a:solidFill>
                <a:ea typeface="宋体" panose="02010600030101010101" pitchFamily="2" charset="-122"/>
                <a:cs typeface="Times New Roman" panose="02020603050405020304" pitchFamily="18" charset="0"/>
              </a:rPr>
              <a:t>是一个任意角</a:t>
            </a:r>
            <a:r>
              <a:rPr lang="en-US" altLang="zh-CN" dirty="0">
                <a:solidFill>
                  <a:srgbClr val="000000"/>
                </a:solidFill>
                <a:ea typeface="宋体" panose="02010600030101010101" pitchFamily="2" charset="-122"/>
              </a:rPr>
              <a:t>,</a:t>
            </a:r>
            <a:r>
              <a:rPr lang="en-US" altLang="zh-CN" i="1" dirty="0">
                <a:solidFill>
                  <a:srgbClr val="000000"/>
                </a:solidFill>
                <a:ea typeface="Microsoft Yi Baiti" panose="03000500000000000000" pitchFamily="66" charset="0"/>
              </a:rPr>
              <a:t>α</a:t>
            </a:r>
            <a:r>
              <a:rPr lang="zh-CN" altLang="zh-CN"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R,</a:t>
            </a:r>
            <a:r>
              <a:rPr lang="zh-CN" altLang="zh-CN" dirty="0">
                <a:solidFill>
                  <a:srgbClr val="000000"/>
                </a:solidFill>
                <a:ea typeface="宋体" panose="02010600030101010101" pitchFamily="2" charset="-122"/>
                <a:cs typeface="Times New Roman" panose="02020603050405020304" pitchFamily="18" charset="0"/>
              </a:rPr>
              <a:t>那么角</a:t>
            </a:r>
            <a:r>
              <a:rPr lang="en-US" altLang="zh-CN" i="1" dirty="0">
                <a:solidFill>
                  <a:srgbClr val="000000"/>
                </a:solidFill>
                <a:ea typeface="Microsoft Yi Baiti" panose="03000500000000000000" pitchFamily="66" charset="0"/>
              </a:rPr>
              <a:t>α</a:t>
            </a:r>
            <a:r>
              <a:rPr lang="zh-CN" altLang="zh-CN" dirty="0">
                <a:solidFill>
                  <a:srgbClr val="000000"/>
                </a:solidFill>
                <a:ea typeface="宋体" panose="02010600030101010101" pitchFamily="2" charset="-122"/>
                <a:cs typeface="Times New Roman" panose="02020603050405020304" pitchFamily="18" charset="0"/>
              </a:rPr>
              <a:t>的三角函数是怎样定义的</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10" name="对象 9"/>
          <p:cNvGraphicFramePr>
            <a:graphicFrameLocks noChangeAspect="1"/>
          </p:cNvGraphicFramePr>
          <p:nvPr>
            <p:extLst>
              <p:ext uri="{D42A27DB-BD31-4B8C-83A1-F6EECF244321}">
                <p14:modId xmlns:p14="http://schemas.microsoft.com/office/powerpoint/2010/main" val="880140848"/>
              </p:ext>
            </p:extLst>
          </p:nvPr>
        </p:nvGraphicFramePr>
        <p:xfrm>
          <a:off x="72405" y="2402023"/>
          <a:ext cx="10941039" cy="4418800"/>
        </p:xfrm>
        <a:graphic>
          <a:graphicData uri="http://schemas.openxmlformats.org/presentationml/2006/ole">
            <mc:AlternateContent xmlns:mc="http://schemas.openxmlformats.org/markup-compatibility/2006">
              <mc:Choice xmlns:v="urn:schemas-microsoft-com:vml" Requires="v">
                <p:oleObj spid="_x0000_s1068" name="文档" r:id="rId4" imgW="3587226" imgH="1448787" progId="Word.Document.12">
                  <p:embed/>
                </p:oleObj>
              </mc:Choice>
              <mc:Fallback>
                <p:oleObj name="文档" r:id="rId4" imgW="3587226" imgH="1448787" progId="Word.Document.12">
                  <p:embed/>
                  <p:pic>
                    <p:nvPicPr>
                      <p:cNvPr id="0" name=""/>
                      <p:cNvPicPr/>
                      <p:nvPr/>
                    </p:nvPicPr>
                    <p:blipFill>
                      <a:blip r:embed="rId5"/>
                      <a:stretch>
                        <a:fillRect/>
                      </a:stretch>
                    </p:blipFill>
                    <p:spPr>
                      <a:xfrm>
                        <a:off x="72405" y="2402023"/>
                        <a:ext cx="10941039" cy="4418800"/>
                      </a:xfrm>
                      <a:prstGeom prst="rect">
                        <a:avLst/>
                      </a:prstGeom>
                    </p:spPr>
                  </p:pic>
                </p:oleObj>
              </mc:Fallback>
            </mc:AlternateContent>
          </a:graphicData>
        </a:graphic>
      </p:graphicFrame>
      <p:sp>
        <p:nvSpPr>
          <p:cNvPr id="11" name="矩形 10"/>
          <p:cNvSpPr/>
          <p:nvPr/>
        </p:nvSpPr>
        <p:spPr>
          <a:xfrm>
            <a:off x="5775632" y="3325994"/>
            <a:ext cx="36254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5770807" y="3790092"/>
            <a:ext cx="362133"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7580901" y="3296498"/>
            <a:ext cx="36254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7576076" y="3760596"/>
            <a:ext cx="36213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3086899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825859"/>
            <a:ext cx="10807700" cy="626710"/>
          </a:xfrm>
          <a:prstGeom prst="rect">
            <a:avLst/>
          </a:prstGeom>
        </p:spPr>
        <p:txBody>
          <a:bodyPr>
            <a:spAutoFit/>
          </a:bodyPr>
          <a:lstStyle/>
          <a:p>
            <a:pPr indent="26797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同角三角函数的基本关系有哪些</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64167685"/>
              </p:ext>
            </p:extLst>
          </p:nvPr>
        </p:nvGraphicFramePr>
        <p:xfrm>
          <a:off x="-93764" y="2545939"/>
          <a:ext cx="10607329" cy="1270212"/>
        </p:xfrm>
        <a:graphic>
          <a:graphicData uri="http://schemas.openxmlformats.org/presentationml/2006/ole">
            <mc:AlternateContent xmlns:mc="http://schemas.openxmlformats.org/markup-compatibility/2006">
              <mc:Choice xmlns:v="urn:schemas-microsoft-com:vml" Requires="v">
                <p:oleObj spid="_x0000_s2081" name="文档" r:id="rId4" imgW="3477813" imgH="416463" progId="Word.Document.12">
                  <p:embed/>
                </p:oleObj>
              </mc:Choice>
              <mc:Fallback>
                <p:oleObj name="文档" r:id="rId4" imgW="3477813" imgH="416463" progId="Word.Document.12">
                  <p:embed/>
                  <p:pic>
                    <p:nvPicPr>
                      <p:cNvPr id="0" name=""/>
                      <p:cNvPicPr/>
                      <p:nvPr/>
                    </p:nvPicPr>
                    <p:blipFill>
                      <a:blip r:embed="rId5"/>
                      <a:stretch>
                        <a:fillRect/>
                      </a:stretch>
                    </p:blipFill>
                    <p:spPr>
                      <a:xfrm>
                        <a:off x="-93764" y="2545939"/>
                        <a:ext cx="10607329" cy="1270212"/>
                      </a:xfrm>
                      <a:prstGeom prst="rect">
                        <a:avLst/>
                      </a:prstGeom>
                    </p:spPr>
                  </p:pic>
                </p:oleObj>
              </mc:Fallback>
            </mc:AlternateContent>
          </a:graphicData>
        </a:graphic>
      </p:graphicFrame>
    </p:spTree>
    <p:extLst>
      <p:ext uri="{BB962C8B-B14F-4D97-AF65-F5344CB8AC3E}">
        <p14:creationId xmlns:p14="http://schemas.microsoft.com/office/powerpoint/2010/main" val="188314317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654294"/>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怎样概括六组诱导公式的形式</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怎样记忆诱导公式</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i="1" dirty="0">
                <a:solidFill>
                  <a:srgbClr val="000000"/>
                </a:solidFill>
                <a:ea typeface="宋体" panose="02010600030101010101" pitchFamily="2" charset="-122"/>
              </a:rPr>
              <a:t>.</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2542920569"/>
              </p:ext>
            </p:extLst>
          </p:nvPr>
        </p:nvGraphicFramePr>
        <p:xfrm>
          <a:off x="1008509" y="1727802"/>
          <a:ext cx="9816939" cy="5040677"/>
        </p:xfrm>
        <a:graphic>
          <a:graphicData uri="http://schemas.openxmlformats.org/presentationml/2006/ole">
            <mc:AlternateContent xmlns:mc="http://schemas.openxmlformats.org/markup-compatibility/2006">
              <mc:Choice xmlns:v="urn:schemas-microsoft-com:vml" Requires="v">
                <p:oleObj spid="_x0000_s65558" name="文档" r:id="rId4" imgW="3894589" imgH="1999744" progId="Word.Document.12">
                  <p:embed/>
                </p:oleObj>
              </mc:Choice>
              <mc:Fallback>
                <p:oleObj name="文档" r:id="rId4" imgW="3894589" imgH="1999744" progId="Word.Document.12">
                  <p:embed/>
                  <p:pic>
                    <p:nvPicPr>
                      <p:cNvPr id="0" name=""/>
                      <p:cNvPicPr/>
                      <p:nvPr/>
                    </p:nvPicPr>
                    <p:blipFill>
                      <a:blip r:embed="rId5"/>
                      <a:stretch>
                        <a:fillRect/>
                      </a:stretch>
                    </p:blipFill>
                    <p:spPr>
                      <a:xfrm>
                        <a:off x="1008509" y="1727802"/>
                        <a:ext cx="9816939" cy="5040677"/>
                      </a:xfrm>
                      <a:prstGeom prst="rect">
                        <a:avLst/>
                      </a:prstGeom>
                    </p:spPr>
                  </p:pic>
                </p:oleObj>
              </mc:Fallback>
            </mc:AlternateContent>
          </a:graphicData>
        </a:graphic>
      </p:graphicFrame>
      <p:sp>
        <p:nvSpPr>
          <p:cNvPr id="6" name="矩形 5"/>
          <p:cNvSpPr/>
          <p:nvPr/>
        </p:nvSpPr>
        <p:spPr>
          <a:xfrm>
            <a:off x="8789526" y="2679908"/>
            <a:ext cx="642268"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790940" y="4193481"/>
            <a:ext cx="642268"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777260" y="5328319"/>
            <a:ext cx="1644701"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179721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6302"/>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你能画出正弦函数、余弦函数和正切函数的图象吗</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能由图象说出它们的性质吗</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i="1" dirty="0">
                <a:solidFill>
                  <a:srgbClr val="000000"/>
                </a:solidFill>
                <a:ea typeface="宋体" panose="02010600030101010101" pitchFamily="2" charset="-122"/>
              </a:rPr>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1654007882"/>
              </p:ext>
            </p:extLst>
          </p:nvPr>
        </p:nvGraphicFramePr>
        <p:xfrm>
          <a:off x="-123955" y="1943943"/>
          <a:ext cx="12004724" cy="5043187"/>
        </p:xfrm>
        <a:graphic>
          <a:graphicData uri="http://schemas.openxmlformats.org/presentationml/2006/ole">
            <mc:AlternateContent xmlns:mc="http://schemas.openxmlformats.org/markup-compatibility/2006">
              <mc:Choice xmlns:v="urn:schemas-microsoft-com:vml" Requires="v">
                <p:oleObj spid="_x0000_s3105" name="文档" r:id="rId4" imgW="3935975" imgH="1653504" progId="Word.Document.12">
                  <p:embed/>
                </p:oleObj>
              </mc:Choice>
              <mc:Fallback>
                <p:oleObj name="文档" r:id="rId4" imgW="3935975" imgH="1653504" progId="Word.Document.12">
                  <p:embed/>
                  <p:pic>
                    <p:nvPicPr>
                      <p:cNvPr id="0" name=""/>
                      <p:cNvPicPr/>
                      <p:nvPr/>
                    </p:nvPicPr>
                    <p:blipFill>
                      <a:blip r:embed="rId5"/>
                      <a:stretch>
                        <a:fillRect/>
                      </a:stretch>
                    </p:blipFill>
                    <p:spPr>
                      <a:xfrm>
                        <a:off x="-123955" y="1943943"/>
                        <a:ext cx="12004724" cy="5043187"/>
                      </a:xfrm>
                      <a:prstGeom prst="rect">
                        <a:avLst/>
                      </a:prstGeom>
                    </p:spPr>
                  </p:pic>
                </p:oleObj>
              </mc:Fallback>
            </mc:AlternateContent>
          </a:graphicData>
        </a:graphic>
      </p:graphicFrame>
    </p:spTree>
    <p:extLst>
      <p:ext uri="{BB962C8B-B14F-4D97-AF65-F5344CB8AC3E}">
        <p14:creationId xmlns:p14="http://schemas.microsoft.com/office/powerpoint/2010/main" val="2672198650"/>
      </p:ext>
    </p:extLst>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742022669"/>
              </p:ext>
            </p:extLst>
          </p:nvPr>
        </p:nvGraphicFramePr>
        <p:xfrm>
          <a:off x="360437" y="1079847"/>
          <a:ext cx="10911395" cy="4955399"/>
        </p:xfrm>
        <a:graphic>
          <a:graphicData uri="http://schemas.openxmlformats.org/presentationml/2006/ole">
            <mc:AlternateContent xmlns:mc="http://schemas.openxmlformats.org/markup-compatibility/2006">
              <mc:Choice xmlns:v="urn:schemas-microsoft-com:vml" Requires="v">
                <p:oleObj spid="_x0000_s4129" name="文档" r:id="rId4" imgW="3928924" imgH="1784318" progId="Word.Document.12">
                  <p:embed/>
                </p:oleObj>
              </mc:Choice>
              <mc:Fallback>
                <p:oleObj name="文档" r:id="rId4" imgW="3928924" imgH="1784318" progId="Word.Document.12">
                  <p:embed/>
                  <p:pic>
                    <p:nvPicPr>
                      <p:cNvPr id="0" name=""/>
                      <p:cNvPicPr/>
                      <p:nvPr/>
                    </p:nvPicPr>
                    <p:blipFill>
                      <a:blip r:embed="rId5"/>
                      <a:stretch>
                        <a:fillRect/>
                      </a:stretch>
                    </p:blipFill>
                    <p:spPr>
                      <a:xfrm>
                        <a:off x="360437" y="1079847"/>
                        <a:ext cx="10911395" cy="4955399"/>
                      </a:xfrm>
                      <a:prstGeom prst="rect">
                        <a:avLst/>
                      </a:prstGeom>
                    </p:spPr>
                  </p:pic>
                </p:oleObj>
              </mc:Fallback>
            </mc:AlternateContent>
          </a:graphicData>
        </a:graphic>
      </p:graphicFrame>
      <p:sp>
        <p:nvSpPr>
          <p:cNvPr id="3" name="矩形 2"/>
          <p:cNvSpPr/>
          <p:nvPr/>
        </p:nvSpPr>
        <p:spPr>
          <a:xfrm>
            <a:off x="1890620" y="1714529"/>
            <a:ext cx="1174476"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1886275" y="2116935"/>
            <a:ext cx="1173148"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5036409" y="1723543"/>
            <a:ext cx="1174476"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5032064" y="2125949"/>
            <a:ext cx="1173148"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1886275" y="3826909"/>
            <a:ext cx="2718086"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881930" y="4229315"/>
            <a:ext cx="2715013"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5056676" y="2699199"/>
            <a:ext cx="185648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5051843" y="3101605"/>
            <a:ext cx="1854391"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1884998" y="4349849"/>
            <a:ext cx="185648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1880165" y="4752255"/>
            <a:ext cx="1854391"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4978986" y="4361175"/>
            <a:ext cx="185648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4974153" y="4763581"/>
            <a:ext cx="1854391"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8336364" y="4339052"/>
            <a:ext cx="185648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8331531" y="4741458"/>
            <a:ext cx="1854391" cy="0"/>
          </a:xfrm>
          <a:prstGeom prst="line">
            <a:avLst/>
          </a:prstGeom>
        </p:spPr>
        <p:style>
          <a:lnRef idx="2">
            <a:schemeClr val="dk1"/>
          </a:lnRef>
          <a:fillRef idx="0">
            <a:schemeClr val="dk1"/>
          </a:fillRef>
          <a:effectRef idx="1">
            <a:schemeClr val="dk1"/>
          </a:effectRef>
          <a:fontRef idx="minor">
            <a:schemeClr val="tx1"/>
          </a:fontRef>
        </p:style>
      </p:cxnSp>
      <p:sp>
        <p:nvSpPr>
          <p:cNvPr id="18" name="矩形 17"/>
          <p:cNvSpPr/>
          <p:nvPr/>
        </p:nvSpPr>
        <p:spPr>
          <a:xfrm>
            <a:off x="7082604" y="4865769"/>
            <a:ext cx="56047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7077771" y="5268175"/>
            <a:ext cx="559840" cy="0"/>
          </a:xfrm>
          <a:prstGeom prst="line">
            <a:avLst/>
          </a:prstGeom>
        </p:spPr>
        <p:style>
          <a:lnRef idx="2">
            <a:schemeClr val="dk1"/>
          </a:lnRef>
          <a:fillRef idx="0">
            <a:schemeClr val="dk1"/>
          </a:fillRef>
          <a:effectRef idx="1">
            <a:schemeClr val="dk1"/>
          </a:effectRef>
          <a:fontRef idx="minor">
            <a:schemeClr val="tx1"/>
          </a:fontRef>
        </p:style>
      </p:cxnSp>
      <p:sp>
        <p:nvSpPr>
          <p:cNvPr id="21" name="矩形 20"/>
          <p:cNvSpPr/>
          <p:nvPr/>
        </p:nvSpPr>
        <p:spPr>
          <a:xfrm>
            <a:off x="10394972" y="4860720"/>
            <a:ext cx="56047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a:off x="10390139" y="5263126"/>
            <a:ext cx="55984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010558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6"/>
                                        </p:tgtEl>
                                      </p:cBhvr>
                                    </p:animEffect>
                                    <p:set>
                                      <p:cBhvr>
                                        <p:cTn id="37" dur="1" fill="hold">
                                          <p:stCondLst>
                                            <p:cond delay="499"/>
                                          </p:stCondLst>
                                        </p:cTn>
                                        <p:tgtEl>
                                          <p:spTgt spid="1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18"/>
                                        </p:tgtEl>
                                      </p:cBhvr>
                                    </p:animEffect>
                                    <p:set>
                                      <p:cBhvr>
                                        <p:cTn id="42" dur="1" fill="hold">
                                          <p:stCondLst>
                                            <p:cond delay="499"/>
                                          </p:stCondLst>
                                        </p:cTn>
                                        <p:tgtEl>
                                          <p:spTgt spid="1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4" presetClass="exit" presetSubtype="10" fill="hold" grpId="0" nodeType="clickEffect">
                                  <p:stCondLst>
                                    <p:cond delay="0"/>
                                  </p:stCondLst>
                                  <p:childTnLst>
                                    <p:animEffect transition="out" filter="randombar(horizontal)">
                                      <p:cBhvr>
                                        <p:cTn id="46" dur="500"/>
                                        <p:tgtEl>
                                          <p:spTgt spid="21"/>
                                        </p:tgtEl>
                                      </p:cBhvr>
                                    </p:animEffect>
                                    <p:set>
                                      <p:cBhvr>
                                        <p:cTn id="47"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2" grpId="0" animBg="1"/>
      <p:bldP spid="14" grpId="0" animBg="1"/>
      <p:bldP spid="16" grpId="0" animBg="1"/>
      <p:bldP spid="18"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446399642"/>
              </p:ext>
            </p:extLst>
          </p:nvPr>
        </p:nvGraphicFramePr>
        <p:xfrm>
          <a:off x="-143619" y="863823"/>
          <a:ext cx="12002534" cy="5235005"/>
        </p:xfrm>
        <a:graphic>
          <a:graphicData uri="http://schemas.openxmlformats.org/presentationml/2006/ole">
            <mc:AlternateContent xmlns:mc="http://schemas.openxmlformats.org/markup-compatibility/2006">
              <mc:Choice xmlns:v="urn:schemas-microsoft-com:vml" Requires="v">
                <p:oleObj spid="_x0000_s5154" name="文档" r:id="rId4" imgW="3935257" imgH="1716395" progId="Word.Document.12">
                  <p:embed/>
                </p:oleObj>
              </mc:Choice>
              <mc:Fallback>
                <p:oleObj name="文档" r:id="rId4" imgW="3935257" imgH="1716395" progId="Word.Document.12">
                  <p:embed/>
                  <p:pic>
                    <p:nvPicPr>
                      <p:cNvPr id="0" name=""/>
                      <p:cNvPicPr/>
                      <p:nvPr/>
                    </p:nvPicPr>
                    <p:blipFill>
                      <a:blip r:embed="rId5"/>
                      <a:stretch>
                        <a:fillRect/>
                      </a:stretch>
                    </p:blipFill>
                    <p:spPr>
                      <a:xfrm>
                        <a:off x="-143619" y="863823"/>
                        <a:ext cx="12002534" cy="5235005"/>
                      </a:xfrm>
                      <a:prstGeom prst="rect">
                        <a:avLst/>
                      </a:prstGeom>
                    </p:spPr>
                  </p:pic>
                </p:oleObj>
              </mc:Fallback>
            </mc:AlternateContent>
          </a:graphicData>
        </a:graphic>
      </p:graphicFrame>
      <p:sp>
        <p:nvSpPr>
          <p:cNvPr id="4" name="矩形 3"/>
          <p:cNvSpPr/>
          <p:nvPr/>
        </p:nvSpPr>
        <p:spPr>
          <a:xfrm>
            <a:off x="2735869" y="1573145"/>
            <a:ext cx="1945048" cy="5672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2731524" y="2152283"/>
            <a:ext cx="1942849"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1408283" y="2218024"/>
            <a:ext cx="2376264" cy="5672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403938" y="2797162"/>
            <a:ext cx="2373577"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5112965" y="3661377"/>
            <a:ext cx="2664296"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5108793" y="4125475"/>
            <a:ext cx="2661280"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5027193" y="4231123"/>
            <a:ext cx="94034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5022695" y="4633529"/>
            <a:ext cx="939281"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8137301" y="2520007"/>
            <a:ext cx="3168352" cy="7112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8132956" y="3243161"/>
            <a:ext cx="3164770" cy="0"/>
          </a:xfrm>
          <a:prstGeom prst="line">
            <a:avLst/>
          </a:prstGeom>
        </p:spPr>
        <p:style>
          <a:lnRef idx="2">
            <a:schemeClr val="dk1"/>
          </a:lnRef>
          <a:fillRef idx="0">
            <a:schemeClr val="dk1"/>
          </a:fillRef>
          <a:effectRef idx="1">
            <a:schemeClr val="dk1"/>
          </a:effectRef>
          <a:fontRef idx="minor">
            <a:schemeClr val="tx1"/>
          </a:fontRef>
        </p:style>
      </p:cxnSp>
      <p:sp>
        <p:nvSpPr>
          <p:cNvPr id="19" name="矩形 18"/>
          <p:cNvSpPr/>
          <p:nvPr/>
        </p:nvSpPr>
        <p:spPr>
          <a:xfrm>
            <a:off x="8004043" y="3330979"/>
            <a:ext cx="94034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7999545" y="3733385"/>
            <a:ext cx="939281"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9489846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4" presetClass="exit" presetSubtype="10" fill="hold" grpId="0" nodeType="clickEffect">
                                  <p:stCondLst>
                                    <p:cond delay="0"/>
                                  </p:stCondLst>
                                  <p:childTnLst>
                                    <p:animEffect transition="out" filter="randombar(horizontal)">
                                      <p:cBhvr>
                                        <p:cTn id="14" dur="500"/>
                                        <p:tgtEl>
                                          <p:spTgt spid="11"/>
                                        </p:tgtEl>
                                      </p:cBhvr>
                                    </p:animEffect>
                                    <p:set>
                                      <p:cBhvr>
                                        <p:cTn id="15" dur="1" fill="hold">
                                          <p:stCondLst>
                                            <p:cond delay="499"/>
                                          </p:stCondLst>
                                        </p:cTn>
                                        <p:tgtEl>
                                          <p:spTgt spid="11"/>
                                        </p:tgtEl>
                                        <p:attrNameLst>
                                          <p:attrName>style.visibility</p:attrName>
                                        </p:attrNameLst>
                                      </p:cBhvr>
                                      <p:to>
                                        <p:strVal val="hidden"/>
                                      </p:to>
                                    </p:set>
                                  </p:childTnLst>
                                </p:cTn>
                              </p:par>
                              <p:par>
                                <p:cTn id="16" presetID="14" presetClass="exit" presetSubtype="10" fill="hold" grpId="0" nodeType="withEffect">
                                  <p:stCondLst>
                                    <p:cond delay="0"/>
                                  </p:stCondLst>
                                  <p:childTnLst>
                                    <p:animEffect transition="out" filter="randombar(horizontal)">
                                      <p:cBhvr>
                                        <p:cTn id="17" dur="500"/>
                                        <p:tgtEl>
                                          <p:spTgt spid="14"/>
                                        </p:tgtEl>
                                      </p:cBhvr>
                                    </p:animEffect>
                                    <p:set>
                                      <p:cBhvr>
                                        <p:cTn id="18" dur="1" fill="hold">
                                          <p:stCondLst>
                                            <p:cond delay="499"/>
                                          </p:stCondLst>
                                        </p:cTn>
                                        <p:tgtEl>
                                          <p:spTgt spid="1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4" presetClass="exit" presetSubtype="10" fill="hold" grpId="0" nodeType="clickEffect">
                                  <p:stCondLst>
                                    <p:cond delay="0"/>
                                  </p:stCondLst>
                                  <p:childTnLst>
                                    <p:animEffect transition="out" filter="randombar(horizontal)">
                                      <p:cBhvr>
                                        <p:cTn id="22" dur="500"/>
                                        <p:tgtEl>
                                          <p:spTgt spid="16"/>
                                        </p:tgtEl>
                                      </p:cBhvr>
                                    </p:animEffect>
                                    <p:set>
                                      <p:cBhvr>
                                        <p:cTn id="23" dur="1" fill="hold">
                                          <p:stCondLst>
                                            <p:cond delay="499"/>
                                          </p:stCondLst>
                                        </p:cTn>
                                        <p:tgtEl>
                                          <p:spTgt spid="16"/>
                                        </p:tgtEl>
                                        <p:attrNameLst>
                                          <p:attrName>style.visibility</p:attrName>
                                        </p:attrNameLst>
                                      </p:cBhvr>
                                      <p:to>
                                        <p:strVal val="hidden"/>
                                      </p:to>
                                    </p:set>
                                  </p:childTnLst>
                                </p:cTn>
                              </p:par>
                              <p:par>
                                <p:cTn id="24" presetID="14" presetClass="exit" presetSubtype="10" fill="hold" grpId="0" nodeType="withEffect">
                                  <p:stCondLst>
                                    <p:cond delay="0"/>
                                  </p:stCondLst>
                                  <p:childTnLst>
                                    <p:animEffect transition="out" filter="randombar(horizontal)">
                                      <p:cBhvr>
                                        <p:cTn id="25" dur="500"/>
                                        <p:tgtEl>
                                          <p:spTgt spid="19"/>
                                        </p:tgtEl>
                                      </p:cBhvr>
                                    </p:animEffect>
                                    <p:set>
                                      <p:cBhvr>
                                        <p:cTn id="26"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1" grpId="0" animBg="1"/>
      <p:bldP spid="14" grpId="0" animBg="1"/>
      <p:bldP spid="16"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41376793"/>
              </p:ext>
            </p:extLst>
          </p:nvPr>
        </p:nvGraphicFramePr>
        <p:xfrm>
          <a:off x="-215627" y="1511895"/>
          <a:ext cx="12004724" cy="3783760"/>
        </p:xfrm>
        <a:graphic>
          <a:graphicData uri="http://schemas.openxmlformats.org/presentationml/2006/ole">
            <mc:AlternateContent xmlns:mc="http://schemas.openxmlformats.org/markup-compatibility/2006">
              <mc:Choice xmlns:v="urn:schemas-microsoft-com:vml" Requires="v">
                <p:oleObj spid="_x0000_s6177" name="文档" r:id="rId4" imgW="3935975" imgH="1240577" progId="Word.Document.12">
                  <p:embed/>
                </p:oleObj>
              </mc:Choice>
              <mc:Fallback>
                <p:oleObj name="文档" r:id="rId4" imgW="3935975" imgH="1240577" progId="Word.Document.12">
                  <p:embed/>
                  <p:pic>
                    <p:nvPicPr>
                      <p:cNvPr id="0" name=""/>
                      <p:cNvPicPr/>
                      <p:nvPr/>
                    </p:nvPicPr>
                    <p:blipFill>
                      <a:blip r:embed="rId5"/>
                      <a:stretch>
                        <a:fillRect/>
                      </a:stretch>
                    </p:blipFill>
                    <p:spPr>
                      <a:xfrm>
                        <a:off x="-215627" y="1511895"/>
                        <a:ext cx="12004724" cy="3783760"/>
                      </a:xfrm>
                      <a:prstGeom prst="rect">
                        <a:avLst/>
                      </a:prstGeom>
                    </p:spPr>
                  </p:pic>
                </p:oleObj>
              </mc:Fallback>
            </mc:AlternateContent>
          </a:graphicData>
        </a:graphic>
      </p:graphicFrame>
    </p:spTree>
    <p:extLst>
      <p:ext uri="{BB962C8B-B14F-4D97-AF65-F5344CB8AC3E}">
        <p14:creationId xmlns:p14="http://schemas.microsoft.com/office/powerpoint/2010/main" val="4206089659"/>
      </p:ext>
    </p:extLst>
  </p:cSld>
  <p:clrMapOvr>
    <a:masterClrMapping/>
  </p:clrMapOvr>
  <p:transition spd="slow">
    <p:wheel spokes="1"/>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43042"/>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你能写出两角和与差的正弦、余弦、正切公式以及辅助角公式吗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06234394"/>
              </p:ext>
            </p:extLst>
          </p:nvPr>
        </p:nvGraphicFramePr>
        <p:xfrm>
          <a:off x="-139700" y="2078018"/>
          <a:ext cx="11876088" cy="4022725"/>
        </p:xfrm>
        <a:graphic>
          <a:graphicData uri="http://schemas.openxmlformats.org/presentationml/2006/ole">
            <mc:AlternateContent xmlns:mc="http://schemas.openxmlformats.org/markup-compatibility/2006">
              <mc:Choice xmlns:v="urn:schemas-microsoft-com:vml" Requires="v">
                <p:oleObj spid="_x0000_s7202" name="文档" r:id="rId4" imgW="3894589" imgH="1321144" progId="Word.Document.12">
                  <p:embed/>
                </p:oleObj>
              </mc:Choice>
              <mc:Fallback>
                <p:oleObj name="文档" r:id="rId4" imgW="3894589" imgH="1321144" progId="Word.Document.12">
                  <p:embed/>
                  <p:pic>
                    <p:nvPicPr>
                      <p:cNvPr id="0" name=""/>
                      <p:cNvPicPr/>
                      <p:nvPr/>
                    </p:nvPicPr>
                    <p:blipFill>
                      <a:blip r:embed="rId5"/>
                      <a:stretch>
                        <a:fillRect/>
                      </a:stretch>
                    </p:blipFill>
                    <p:spPr>
                      <a:xfrm>
                        <a:off x="-139700" y="2078018"/>
                        <a:ext cx="11876088" cy="4022725"/>
                      </a:xfrm>
                      <a:prstGeom prst="rect">
                        <a:avLst/>
                      </a:prstGeom>
                    </p:spPr>
                  </p:pic>
                </p:oleObj>
              </mc:Fallback>
            </mc:AlternateContent>
          </a:graphicData>
        </a:graphic>
      </p:graphicFrame>
      <p:sp>
        <p:nvSpPr>
          <p:cNvPr id="8" name="矩形 7"/>
          <p:cNvSpPr/>
          <p:nvPr/>
        </p:nvSpPr>
        <p:spPr>
          <a:xfrm>
            <a:off x="1771101" y="3481000"/>
            <a:ext cx="1037608"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766511" y="3848201"/>
            <a:ext cx="1036434"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332453" y="3922626"/>
            <a:ext cx="2548263"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327864" y="4289827"/>
            <a:ext cx="2545380"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1703598" y="4342949"/>
            <a:ext cx="1177117"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1699009" y="4674675"/>
            <a:ext cx="1175785"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323943" y="4768764"/>
            <a:ext cx="2548263"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319354" y="5135965"/>
            <a:ext cx="2545380" cy="0"/>
          </a:xfrm>
          <a:prstGeom prst="line">
            <a:avLst/>
          </a:prstGeom>
        </p:spPr>
        <p:style>
          <a:lnRef idx="2">
            <a:schemeClr val="dk1"/>
          </a:lnRef>
          <a:fillRef idx="0">
            <a:schemeClr val="dk1"/>
          </a:fillRef>
          <a:effectRef idx="1">
            <a:schemeClr val="dk1"/>
          </a:effectRef>
          <a:fontRef idx="minor">
            <a:schemeClr val="tx1"/>
          </a:fontRef>
        </p:style>
      </p:cxnSp>
      <p:sp>
        <p:nvSpPr>
          <p:cNvPr id="19" name="矩形 18"/>
          <p:cNvSpPr/>
          <p:nvPr/>
        </p:nvSpPr>
        <p:spPr>
          <a:xfrm>
            <a:off x="3238691" y="3565455"/>
            <a:ext cx="1658250"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3233891" y="3897181"/>
            <a:ext cx="1656375" cy="0"/>
          </a:xfrm>
          <a:prstGeom prst="line">
            <a:avLst/>
          </a:prstGeom>
        </p:spPr>
        <p:style>
          <a:lnRef idx="2">
            <a:schemeClr val="dk1"/>
          </a:lnRef>
          <a:fillRef idx="0">
            <a:schemeClr val="dk1"/>
          </a:fillRef>
          <a:effectRef idx="1">
            <a:schemeClr val="dk1"/>
          </a:effectRef>
          <a:fontRef idx="minor">
            <a:schemeClr val="tx1"/>
          </a:fontRef>
        </p:style>
      </p:cxnSp>
      <p:sp>
        <p:nvSpPr>
          <p:cNvPr id="21" name="矩形 20"/>
          <p:cNvSpPr/>
          <p:nvPr/>
        </p:nvSpPr>
        <p:spPr>
          <a:xfrm>
            <a:off x="3010114" y="3942110"/>
            <a:ext cx="1740498"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a:off x="3005069" y="4309311"/>
            <a:ext cx="1738529" cy="0"/>
          </a:xfrm>
          <a:prstGeom prst="line">
            <a:avLst/>
          </a:prstGeom>
        </p:spPr>
        <p:style>
          <a:lnRef idx="2">
            <a:schemeClr val="dk1"/>
          </a:lnRef>
          <a:fillRef idx="0">
            <a:schemeClr val="dk1"/>
          </a:fillRef>
          <a:effectRef idx="1">
            <a:schemeClr val="dk1"/>
          </a:effectRef>
          <a:fontRef idx="minor">
            <a:schemeClr val="tx1"/>
          </a:fontRef>
        </p:style>
      </p:cxnSp>
      <p:sp>
        <p:nvSpPr>
          <p:cNvPr id="24" name="矩形 23"/>
          <p:cNvSpPr/>
          <p:nvPr/>
        </p:nvSpPr>
        <p:spPr>
          <a:xfrm>
            <a:off x="3232016" y="4730999"/>
            <a:ext cx="1658250"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3227216" y="5062725"/>
            <a:ext cx="1656375" cy="0"/>
          </a:xfrm>
          <a:prstGeom prst="line">
            <a:avLst/>
          </a:prstGeom>
        </p:spPr>
        <p:style>
          <a:lnRef idx="2">
            <a:schemeClr val="dk1"/>
          </a:lnRef>
          <a:fillRef idx="0">
            <a:schemeClr val="dk1"/>
          </a:fillRef>
          <a:effectRef idx="1">
            <a:schemeClr val="dk1"/>
          </a:effectRef>
          <a:fontRef idx="minor">
            <a:schemeClr val="tx1"/>
          </a:fontRef>
        </p:style>
      </p:cxnSp>
      <p:sp>
        <p:nvSpPr>
          <p:cNvPr id="26" name="矩形 25"/>
          <p:cNvSpPr/>
          <p:nvPr/>
        </p:nvSpPr>
        <p:spPr>
          <a:xfrm>
            <a:off x="3000281" y="5109757"/>
            <a:ext cx="1883309"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p:nvCxnSpPr>
        <p:spPr>
          <a:xfrm>
            <a:off x="2995237" y="5476958"/>
            <a:ext cx="1881178" cy="0"/>
          </a:xfrm>
          <a:prstGeom prst="line">
            <a:avLst/>
          </a:prstGeom>
        </p:spPr>
        <p:style>
          <a:lnRef idx="2">
            <a:schemeClr val="dk1"/>
          </a:lnRef>
          <a:fillRef idx="0">
            <a:schemeClr val="dk1"/>
          </a:fillRef>
          <a:effectRef idx="1">
            <a:schemeClr val="dk1"/>
          </a:effectRef>
          <a:fontRef idx="minor">
            <a:schemeClr val="tx1"/>
          </a:fontRef>
        </p:style>
      </p:cxnSp>
      <p:sp>
        <p:nvSpPr>
          <p:cNvPr id="29" name="矩形 28"/>
          <p:cNvSpPr/>
          <p:nvPr/>
        </p:nvSpPr>
        <p:spPr>
          <a:xfrm>
            <a:off x="7911445" y="3481000"/>
            <a:ext cx="2818144" cy="4793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a:off x="7906645" y="3975837"/>
            <a:ext cx="281495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1748529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4" presetClass="exit" presetSubtype="10" fill="hold" grpId="0" nodeType="clickEffect">
                                  <p:stCondLst>
                                    <p:cond delay="0"/>
                                  </p:stCondLst>
                                  <p:childTnLst>
                                    <p:animEffect transition="out" filter="randombar(horizontal)">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par>
                                <p:cTn id="16" presetID="14" presetClass="exit" presetSubtype="10" fill="hold" grpId="0" nodeType="withEffect">
                                  <p:stCondLst>
                                    <p:cond delay="0"/>
                                  </p:stCondLst>
                                  <p:childTnLst>
                                    <p:animEffect transition="out" filter="randombar(horizontal)">
                                      <p:cBhvr>
                                        <p:cTn id="17" dur="500"/>
                                        <p:tgtEl>
                                          <p:spTgt spid="16"/>
                                        </p:tgtEl>
                                      </p:cBhvr>
                                    </p:animEffect>
                                    <p:set>
                                      <p:cBhvr>
                                        <p:cTn id="18" dur="1" fill="hold">
                                          <p:stCondLst>
                                            <p:cond delay="499"/>
                                          </p:stCondLst>
                                        </p:cTn>
                                        <p:tgtEl>
                                          <p:spTgt spid="1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4" presetClass="exit" presetSubtype="10" fill="hold" grpId="0" nodeType="clickEffect">
                                  <p:stCondLst>
                                    <p:cond delay="0"/>
                                  </p:stCondLst>
                                  <p:childTnLst>
                                    <p:animEffect transition="out" filter="randombar(horizontal)">
                                      <p:cBhvr>
                                        <p:cTn id="22" dur="500"/>
                                        <p:tgtEl>
                                          <p:spTgt spid="19"/>
                                        </p:tgtEl>
                                      </p:cBhvr>
                                    </p:animEffect>
                                    <p:set>
                                      <p:cBhvr>
                                        <p:cTn id="23" dur="1" fill="hold">
                                          <p:stCondLst>
                                            <p:cond delay="499"/>
                                          </p:stCondLst>
                                        </p:cTn>
                                        <p:tgtEl>
                                          <p:spTgt spid="19"/>
                                        </p:tgtEl>
                                        <p:attrNameLst>
                                          <p:attrName>style.visibility</p:attrName>
                                        </p:attrNameLst>
                                      </p:cBhvr>
                                      <p:to>
                                        <p:strVal val="hidden"/>
                                      </p:to>
                                    </p:set>
                                  </p:childTnLst>
                                </p:cTn>
                              </p:par>
                              <p:par>
                                <p:cTn id="24" presetID="14" presetClass="exit" presetSubtype="10" fill="hold" grpId="0" nodeType="withEffect">
                                  <p:stCondLst>
                                    <p:cond delay="0"/>
                                  </p:stCondLst>
                                  <p:childTnLst>
                                    <p:animEffect transition="out" filter="randombar(horizontal)">
                                      <p:cBhvr>
                                        <p:cTn id="25" dur="500"/>
                                        <p:tgtEl>
                                          <p:spTgt spid="21"/>
                                        </p:tgtEl>
                                      </p:cBhvr>
                                    </p:animEffect>
                                    <p:set>
                                      <p:cBhvr>
                                        <p:cTn id="26" dur="1" fill="hold">
                                          <p:stCondLst>
                                            <p:cond delay="499"/>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4" presetClass="exit" presetSubtype="10" fill="hold" grpId="0" nodeType="clickEffect">
                                  <p:stCondLst>
                                    <p:cond delay="0"/>
                                  </p:stCondLst>
                                  <p:childTnLst>
                                    <p:animEffect transition="out" filter="randombar(horizontal)">
                                      <p:cBhvr>
                                        <p:cTn id="30" dur="500"/>
                                        <p:tgtEl>
                                          <p:spTgt spid="24"/>
                                        </p:tgtEl>
                                      </p:cBhvr>
                                    </p:animEffect>
                                    <p:set>
                                      <p:cBhvr>
                                        <p:cTn id="31" dur="1" fill="hold">
                                          <p:stCondLst>
                                            <p:cond delay="499"/>
                                          </p:stCondLst>
                                        </p:cTn>
                                        <p:tgtEl>
                                          <p:spTgt spid="24"/>
                                        </p:tgtEl>
                                        <p:attrNameLst>
                                          <p:attrName>style.visibility</p:attrName>
                                        </p:attrNameLst>
                                      </p:cBhvr>
                                      <p:to>
                                        <p:strVal val="hidden"/>
                                      </p:to>
                                    </p:set>
                                  </p:childTnLst>
                                </p:cTn>
                              </p:par>
                              <p:par>
                                <p:cTn id="32" presetID="14" presetClass="exit" presetSubtype="10" fill="hold" grpId="0" nodeType="withEffect">
                                  <p:stCondLst>
                                    <p:cond delay="0"/>
                                  </p:stCondLst>
                                  <p:childTnLst>
                                    <p:animEffect transition="out" filter="randombar(horizontal)">
                                      <p:cBhvr>
                                        <p:cTn id="33" dur="500"/>
                                        <p:tgtEl>
                                          <p:spTgt spid="26"/>
                                        </p:tgtEl>
                                      </p:cBhvr>
                                    </p:animEffect>
                                    <p:set>
                                      <p:cBhvr>
                                        <p:cTn id="34" dur="1" fill="hold">
                                          <p:stCondLst>
                                            <p:cond delay="499"/>
                                          </p:stCondLst>
                                        </p:cTn>
                                        <p:tgtEl>
                                          <p:spTgt spid="2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4" presetClass="exit" presetSubtype="10" fill="hold" grpId="0" nodeType="clickEffect">
                                  <p:stCondLst>
                                    <p:cond delay="0"/>
                                  </p:stCondLst>
                                  <p:childTnLst>
                                    <p:animEffect transition="out" filter="randombar(horizontal)">
                                      <p:cBhvr>
                                        <p:cTn id="38" dur="500"/>
                                        <p:tgtEl>
                                          <p:spTgt spid="29"/>
                                        </p:tgtEl>
                                      </p:cBhvr>
                                    </p:animEffect>
                                    <p:set>
                                      <p:cBhvr>
                                        <p:cTn id="39"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9" grpId="0" animBg="1"/>
      <p:bldP spid="21" grpId="0" animBg="1"/>
      <p:bldP spid="24" grpId="0" animBg="1"/>
      <p:bldP spid="26"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35831"/>
            <a:ext cx="10807700" cy="626710"/>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6</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二倍角公式有哪些</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它们的变形公式有哪些</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i="1"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526975832"/>
              </p:ext>
            </p:extLst>
          </p:nvPr>
        </p:nvGraphicFramePr>
        <p:xfrm>
          <a:off x="308655" y="1633511"/>
          <a:ext cx="10782967" cy="4064680"/>
        </p:xfrm>
        <a:graphic>
          <a:graphicData uri="http://schemas.openxmlformats.org/presentationml/2006/ole">
            <mc:AlternateContent xmlns:mc="http://schemas.openxmlformats.org/markup-compatibility/2006">
              <mc:Choice xmlns:v="urn:schemas-microsoft-com:vml" Requires="v">
                <p:oleObj spid="_x0000_s66583" name="文档" r:id="rId4" imgW="3535399" imgH="1332682" progId="Word.Document.12">
                  <p:embed/>
                </p:oleObj>
              </mc:Choice>
              <mc:Fallback>
                <p:oleObj name="文档" r:id="rId4" imgW="3535399" imgH="1332682" progId="Word.Document.12">
                  <p:embed/>
                  <p:pic>
                    <p:nvPicPr>
                      <p:cNvPr id="0" name=""/>
                      <p:cNvPicPr/>
                      <p:nvPr/>
                    </p:nvPicPr>
                    <p:blipFill>
                      <a:blip r:embed="rId5"/>
                      <a:stretch>
                        <a:fillRect/>
                      </a:stretch>
                    </p:blipFill>
                    <p:spPr>
                      <a:xfrm>
                        <a:off x="308655" y="1633511"/>
                        <a:ext cx="10782967" cy="4064680"/>
                      </a:xfrm>
                      <a:prstGeom prst="rect">
                        <a:avLst/>
                      </a:prstGeom>
                    </p:spPr>
                  </p:pic>
                </p:oleObj>
              </mc:Fallback>
            </mc:AlternateContent>
          </a:graphicData>
        </a:graphic>
      </p:graphicFrame>
      <p:sp>
        <p:nvSpPr>
          <p:cNvPr id="6" name="矩形 5"/>
          <p:cNvSpPr/>
          <p:nvPr/>
        </p:nvSpPr>
        <p:spPr>
          <a:xfrm>
            <a:off x="2093219" y="2941398"/>
            <a:ext cx="2299666"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2088629" y="3301633"/>
            <a:ext cx="2297065"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4932133" y="2941398"/>
            <a:ext cx="1570703"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4927130" y="3301633"/>
            <a:ext cx="1568926"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2088629" y="4167388"/>
            <a:ext cx="1570703" cy="7579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083626" y="4937705"/>
            <a:ext cx="1568926"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8857381" y="4354658"/>
            <a:ext cx="1570703" cy="6890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8852378" y="5070860"/>
            <a:ext cx="156892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1552550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35831"/>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画函数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Microsoft Yi Baiti" panose="03000500000000000000" pitchFamily="66" charset="0"/>
                <a:cs typeface="Times New Roman" panose="02020603050405020304" pitchFamily="18" charset="0"/>
              </a:rPr>
              <a:t>ω</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err="1">
                <a:solidFill>
                  <a:srgbClr val="000000"/>
                </a:solidFill>
                <a:ea typeface="Microsoft Yi Baiti" panose="03000500000000000000" pitchFamily="66" charset="0"/>
                <a:cs typeface="Times New Roman" panose="02020603050405020304" pitchFamily="18" charset="0"/>
              </a:rPr>
              <a:t>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Microsoft Yi Baiti" panose="03000500000000000000" pitchFamily="66" charset="0"/>
                <a:cs typeface="Times New Roman" panose="02020603050405020304" pitchFamily="18" charset="0"/>
              </a:rPr>
              <a:t>ω</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的图象有哪些方法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具体操作过程是什么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pSp>
        <p:nvGrpSpPr>
          <p:cNvPr id="9" name="组合 8"/>
          <p:cNvGrpSpPr/>
          <p:nvPr/>
        </p:nvGrpSpPr>
        <p:grpSpPr>
          <a:xfrm>
            <a:off x="361950" y="2196045"/>
            <a:ext cx="18184265" cy="3008578"/>
            <a:chOff x="361950" y="1919304"/>
            <a:chExt cx="18184265" cy="3008578"/>
          </a:xfrm>
        </p:grpSpPr>
        <p:sp>
          <p:nvSpPr>
            <p:cNvPr id="7" name="矩形 6"/>
            <p:cNvSpPr>
              <a:spLocks noChangeAspect="1"/>
            </p:cNvSpPr>
            <p:nvPr/>
          </p:nvSpPr>
          <p:spPr>
            <a:xfrm>
              <a:off x="361950" y="1937448"/>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五点法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列表</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Microsoft Yi Baiti" panose="03000500000000000000" pitchFamily="66" charset="0"/>
                  <a:cs typeface="Times New Roman" panose="02020603050405020304" pitchFamily="18" charset="0"/>
                </a:rPr>
                <a:t>ω</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err="1">
                  <a:solidFill>
                    <a:srgbClr val="000000"/>
                  </a:solidFill>
                  <a:ea typeface="Microsoft Yi Baiti" panose="03000500000000000000" pitchFamily="66" charset="0"/>
                  <a:cs typeface="Times New Roman" panose="02020603050405020304" pitchFamily="18" charset="0"/>
                </a:rPr>
                <a:t>φ</a:t>
              </a:r>
              <a:r>
                <a:rPr lang="zh-CN" altLang="zh-CN" dirty="0">
                  <a:solidFill>
                    <a:srgbClr val="000000"/>
                  </a:solidFill>
                  <a:ea typeface="楷体" panose="02010609060101010101" pitchFamily="49" charset="-122"/>
                  <a:cs typeface="Times New Roman" panose="02020603050405020304" pitchFamily="18" charset="0"/>
                </a:rPr>
                <a:t>通常</a:t>
              </a:r>
              <a:r>
                <a:rPr lang="zh-CN" altLang="zh-CN" dirty="0" smtClean="0">
                  <a:solidFill>
                    <a:srgbClr val="000000"/>
                  </a:solidFill>
                  <a:ea typeface="楷体" panose="02010609060101010101" pitchFamily="49" charset="-122"/>
                  <a:cs typeface="Times New Roman" panose="02020603050405020304" pitchFamily="18" charset="0"/>
                </a:rPr>
                <a:t>取</a:t>
              </a:r>
              <a:r>
                <a:rPr lang="en-US" altLang="zh-CN" dirty="0" smtClean="0">
                  <a:solidFill>
                    <a:srgbClr val="000000"/>
                  </a:solidFill>
                  <a:ea typeface="楷体" panose="02010609060101010101" pitchFamily="49" charset="-122"/>
                  <a:cs typeface="Times New Roman" panose="02020603050405020304" pitchFamily="18" charset="0"/>
                </a:rPr>
                <a:t>                    </a:t>
              </a:r>
              <a:r>
                <a:rPr lang="zh-CN" altLang="zh-CN" dirty="0">
                  <a:solidFill>
                    <a:srgbClr val="000000"/>
                  </a:solidFill>
                  <a:ea typeface="楷体" panose="02010609060101010101" pitchFamily="49" charset="-122"/>
                  <a:cs typeface="Times New Roman" panose="02020603050405020304" pitchFamily="18" charset="0"/>
                </a:rPr>
                <a:t>这五个值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描点</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连线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变换法</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的图象变换得到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Microsoft Yi Baiti" panose="03000500000000000000" pitchFamily="66" charset="0"/>
                  <a:cs typeface="Times New Roman" panose="02020603050405020304" pitchFamily="18" charset="0"/>
                </a:rPr>
                <a:t>ω</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err="1">
                  <a:solidFill>
                    <a:srgbClr val="000000"/>
                  </a:solidFill>
                  <a:ea typeface="Microsoft Yi Baiti" panose="03000500000000000000" pitchFamily="66" charset="0"/>
                  <a:cs typeface="Times New Roman" panose="02020603050405020304" pitchFamily="18" charset="0"/>
                </a:rPr>
                <a:t>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Microsoft Yi Baiti" panose="03000500000000000000" pitchFamily="66" charset="0"/>
                  <a:cs typeface="Times New Roman" panose="02020603050405020304" pitchFamily="18" charset="0"/>
                </a:rPr>
                <a:t>ω</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的图象的方法如下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816225721"/>
                </p:ext>
              </p:extLst>
            </p:nvPr>
          </p:nvGraphicFramePr>
          <p:xfrm>
            <a:off x="6841157" y="1919304"/>
            <a:ext cx="11705058" cy="725836"/>
          </p:xfrm>
          <a:graphic>
            <a:graphicData uri="http://schemas.openxmlformats.org/presentationml/2006/ole">
              <mc:AlternateContent xmlns:mc="http://schemas.openxmlformats.org/markup-compatibility/2006">
                <mc:Choice xmlns:v="urn:schemas-microsoft-com:vml" Requires="v">
                  <p:oleObj spid="_x0000_s67606" name="文档" r:id="rId4" imgW="3837724" imgH="237979" progId="Word.Document.12">
                    <p:embed/>
                  </p:oleObj>
                </mc:Choice>
                <mc:Fallback>
                  <p:oleObj name="文档" r:id="rId4" imgW="3837724" imgH="237979" progId="Word.Document.12">
                    <p:embed/>
                    <p:pic>
                      <p:nvPicPr>
                        <p:cNvPr id="0" name=""/>
                        <p:cNvPicPr/>
                        <p:nvPr/>
                      </p:nvPicPr>
                      <p:blipFill>
                        <a:blip r:embed="rId5"/>
                        <a:stretch>
                          <a:fillRect/>
                        </a:stretch>
                      </p:blipFill>
                      <p:spPr>
                        <a:xfrm>
                          <a:off x="6841157" y="1919304"/>
                          <a:ext cx="11705058" cy="725836"/>
                        </a:xfrm>
                        <a:prstGeom prst="rect">
                          <a:avLst/>
                        </a:prstGeom>
                      </p:spPr>
                    </p:pic>
                  </p:oleObj>
                </mc:Fallback>
              </mc:AlternateContent>
            </a:graphicData>
          </a:graphic>
        </p:graphicFrame>
      </p:grpSp>
    </p:spTree>
    <p:extLst>
      <p:ext uri="{BB962C8B-B14F-4D97-AF65-F5344CB8AC3E}">
        <p14:creationId xmlns:p14="http://schemas.microsoft.com/office/powerpoint/2010/main" val="248918758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98532"/>
            <a:ext cx="3171061"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先平移后</a:t>
            </a:r>
            <a:r>
              <a:rPr lang="zh-CN" altLang="zh-CN" dirty="0" smtClean="0">
                <a:solidFill>
                  <a:srgbClr val="000000"/>
                </a:solidFill>
                <a:ea typeface="楷体" panose="02010609060101010101" pitchFamily="49" charset="-122"/>
                <a:cs typeface="Times New Roman" panose="02020603050405020304" pitchFamily="18" charset="0"/>
              </a:rPr>
              <a:t>伸缩</a:t>
            </a:r>
            <a:r>
              <a:rPr lang="en-US" altLang="zh-CN" dirty="0" smtClean="0">
                <a:solidFill>
                  <a:srgbClr val="000000"/>
                </a:solidFill>
                <a:ea typeface="楷体" panose="02010609060101010101" pitchFamily="49"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21E16.eps" descr="id:2147530126;FounderCES"/>
          <p:cNvPicPr/>
          <p:nvPr/>
        </p:nvPicPr>
        <p:blipFill>
          <a:blip r:embed="rId2"/>
          <a:stretch>
            <a:fillRect/>
          </a:stretch>
        </p:blipFill>
        <p:spPr>
          <a:xfrm>
            <a:off x="401419" y="1783317"/>
            <a:ext cx="9968130" cy="2968938"/>
          </a:xfrm>
          <a:prstGeom prst="rect">
            <a:avLst/>
          </a:prstGeom>
        </p:spPr>
      </p:pic>
    </p:spTree>
    <p:extLst>
      <p:ext uri="{BB962C8B-B14F-4D97-AF65-F5344CB8AC3E}">
        <p14:creationId xmlns:p14="http://schemas.microsoft.com/office/powerpoint/2010/main" val="1950575733"/>
      </p:ext>
    </p:extLst>
  </p:cSld>
  <p:clrMapOvr>
    <a:masterClrMapping/>
  </p:clrMapOvr>
  <p:transition spd="slow">
    <p:wheel spokes="1"/>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079847"/>
            <a:ext cx="3273653"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先伸缩后</a:t>
            </a:r>
            <a:r>
              <a:rPr lang="zh-CN" altLang="zh-CN" dirty="0" smtClean="0">
                <a:solidFill>
                  <a:srgbClr val="000000"/>
                </a:solidFill>
                <a:ea typeface="楷体" panose="02010609060101010101" pitchFamily="49" charset="-122"/>
                <a:cs typeface="Times New Roman" panose="02020603050405020304" pitchFamily="18" charset="0"/>
              </a:rPr>
              <a:t>平移</a:t>
            </a:r>
            <a:r>
              <a:rPr lang="en-US" altLang="zh-CN" dirty="0" smtClean="0">
                <a:solidFill>
                  <a:srgbClr val="000000"/>
                </a:solidFill>
                <a:ea typeface="楷体" panose="02010609060101010101" pitchFamily="49"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21E17.eps" descr="id:2147530133;FounderCES"/>
          <p:cNvPicPr/>
          <p:nvPr/>
        </p:nvPicPr>
        <p:blipFill>
          <a:blip r:embed="rId2"/>
          <a:stretch>
            <a:fillRect/>
          </a:stretch>
        </p:blipFill>
        <p:spPr>
          <a:xfrm>
            <a:off x="504453" y="1764917"/>
            <a:ext cx="10081120" cy="3022732"/>
          </a:xfrm>
          <a:prstGeom prst="rect">
            <a:avLst/>
          </a:prstGeom>
        </p:spPr>
      </p:pic>
    </p:spTree>
    <p:extLst>
      <p:ext uri="{BB962C8B-B14F-4D97-AF65-F5344CB8AC3E}">
        <p14:creationId xmlns:p14="http://schemas.microsoft.com/office/powerpoint/2010/main" val="2481155080"/>
      </p:ext>
    </p:extLst>
  </p:cSld>
  <p:clrMapOvr>
    <a:masterClrMapping/>
  </p:clrMapOvr>
  <p:transition spd="slow">
    <p:wheel spokes="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63823"/>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Microsoft Yi Baiti" panose="03000500000000000000" pitchFamily="66" charset="0"/>
                <a:cs typeface="Times New Roman" panose="02020603050405020304" pitchFamily="18" charset="0"/>
              </a:rPr>
              <a:t>ω</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err="1">
                <a:solidFill>
                  <a:srgbClr val="000000"/>
                </a:solidFill>
                <a:ea typeface="Microsoft Yi Baiti" panose="03000500000000000000" pitchFamily="66" charset="0"/>
                <a:cs typeface="Times New Roman" panose="02020603050405020304" pitchFamily="18" charset="0"/>
              </a:rPr>
              <a:t>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Microsoft Yi Baiti" panose="03000500000000000000" pitchFamily="66" charset="0"/>
                <a:cs typeface="Times New Roman" panose="02020603050405020304" pitchFamily="18" charset="0"/>
              </a:rPr>
              <a:t>ω</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的性质有哪些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047863077"/>
              </p:ext>
            </p:extLst>
          </p:nvPr>
        </p:nvGraphicFramePr>
        <p:xfrm>
          <a:off x="352118" y="1583903"/>
          <a:ext cx="10782967" cy="4317623"/>
        </p:xfrm>
        <a:graphic>
          <a:graphicData uri="http://schemas.openxmlformats.org/presentationml/2006/ole">
            <mc:AlternateContent xmlns:mc="http://schemas.openxmlformats.org/markup-compatibility/2006">
              <mc:Choice xmlns:v="urn:schemas-microsoft-com:vml" Requires="v">
                <p:oleObj spid="_x0000_s68631" name="文档" r:id="rId4" imgW="3535399" imgH="1415614" progId="Word.Document.12">
                  <p:embed/>
                </p:oleObj>
              </mc:Choice>
              <mc:Fallback>
                <p:oleObj name="文档" r:id="rId4" imgW="3535399" imgH="1415614" progId="Word.Document.12">
                  <p:embed/>
                  <p:pic>
                    <p:nvPicPr>
                      <p:cNvPr id="0" name=""/>
                      <p:cNvPicPr/>
                      <p:nvPr/>
                    </p:nvPicPr>
                    <p:blipFill>
                      <a:blip r:embed="rId5"/>
                      <a:stretch>
                        <a:fillRect/>
                      </a:stretch>
                    </p:blipFill>
                    <p:spPr>
                      <a:xfrm>
                        <a:off x="352118" y="1583903"/>
                        <a:ext cx="10782967" cy="4317623"/>
                      </a:xfrm>
                      <a:prstGeom prst="rect">
                        <a:avLst/>
                      </a:prstGeom>
                    </p:spPr>
                  </p:pic>
                </p:oleObj>
              </mc:Fallback>
            </mc:AlternateContent>
          </a:graphicData>
        </a:graphic>
      </p:graphicFrame>
      <p:sp>
        <p:nvSpPr>
          <p:cNvPr id="8" name="矩形 7"/>
          <p:cNvSpPr/>
          <p:nvPr/>
        </p:nvSpPr>
        <p:spPr>
          <a:xfrm>
            <a:off x="1862773" y="2817871"/>
            <a:ext cx="1296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858183" y="3281969"/>
            <a:ext cx="1294678"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2878015" y="4176808"/>
            <a:ext cx="54969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2873003" y="4640906"/>
            <a:ext cx="549070"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2878014" y="4729081"/>
            <a:ext cx="1082823" cy="5851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2873002" y="5315303"/>
            <a:ext cx="108159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2943725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949290022"/>
              </p:ext>
            </p:extLst>
          </p:nvPr>
        </p:nvGraphicFramePr>
        <p:xfrm>
          <a:off x="396413" y="791815"/>
          <a:ext cx="10800629" cy="5752699"/>
        </p:xfrm>
        <a:graphic>
          <a:graphicData uri="http://schemas.openxmlformats.org/presentationml/2006/ole">
            <mc:AlternateContent xmlns:mc="http://schemas.openxmlformats.org/markup-compatibility/2006">
              <mc:Choice xmlns:v="urn:schemas-microsoft-com:vml" Requires="v">
                <p:oleObj spid="_x0000_s69654" name="文档" r:id="rId4" imgW="3884295" imgH="2141541" progId="Word.Document.12">
                  <p:embed/>
                </p:oleObj>
              </mc:Choice>
              <mc:Fallback>
                <p:oleObj name="文档" r:id="rId4" imgW="3884295" imgH="2141541" progId="Word.Document.12">
                  <p:embed/>
                  <p:pic>
                    <p:nvPicPr>
                      <p:cNvPr id="0" name=""/>
                      <p:cNvPicPr/>
                      <p:nvPr/>
                    </p:nvPicPr>
                    <p:blipFill>
                      <a:blip r:embed="rId5"/>
                      <a:stretch>
                        <a:fillRect/>
                      </a:stretch>
                    </p:blipFill>
                    <p:spPr>
                      <a:xfrm>
                        <a:off x="396413" y="791815"/>
                        <a:ext cx="10800629" cy="5752699"/>
                      </a:xfrm>
                      <a:prstGeom prst="rect">
                        <a:avLst/>
                      </a:prstGeom>
                    </p:spPr>
                  </p:pic>
                </p:oleObj>
              </mc:Fallback>
            </mc:AlternateContent>
          </a:graphicData>
        </a:graphic>
      </p:graphicFrame>
      <p:sp>
        <p:nvSpPr>
          <p:cNvPr id="6" name="矩形 5"/>
          <p:cNvSpPr/>
          <p:nvPr/>
        </p:nvSpPr>
        <p:spPr>
          <a:xfrm>
            <a:off x="5353483" y="3528119"/>
            <a:ext cx="940344" cy="5197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5348985" y="4075010"/>
            <a:ext cx="939281"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2784805" y="4104506"/>
            <a:ext cx="1608080" cy="6768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2780307" y="4788765"/>
            <a:ext cx="1606262"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6070580" y="4842020"/>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6065823" y="5306118"/>
            <a:ext cx="48199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9763742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801647"/>
            <a:ext cx="11687175" cy="5070823"/>
            <a:chOff x="361950" y="791815"/>
            <a:chExt cx="11687175" cy="5070823"/>
          </a:xfrm>
        </p:grpSpPr>
        <p:sp>
          <p:nvSpPr>
            <p:cNvPr id="3" name="矩形 2"/>
            <p:cNvSpPr>
              <a:spLocks noChangeAspect="1"/>
            </p:cNvSpPr>
            <p:nvPr/>
          </p:nvSpPr>
          <p:spPr>
            <a:xfrm>
              <a:off x="361950" y="79181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707972691"/>
                </p:ext>
              </p:extLst>
            </p:nvPr>
          </p:nvGraphicFramePr>
          <p:xfrm>
            <a:off x="430213" y="2603500"/>
            <a:ext cx="11618912" cy="3259138"/>
          </p:xfrm>
          <a:graphic>
            <a:graphicData uri="http://schemas.openxmlformats.org/presentationml/2006/ole">
              <mc:AlternateContent xmlns:mc="http://schemas.openxmlformats.org/markup-compatibility/2006">
                <mc:Choice xmlns:v="urn:schemas-microsoft-com:vml" Requires="v">
                  <p:oleObj spid="_x0000_s11298" name="文档" r:id="rId4" imgW="3837724" imgH="1079198" progId="Word.Document.12">
                    <p:embed/>
                  </p:oleObj>
                </mc:Choice>
                <mc:Fallback>
                  <p:oleObj name="文档" r:id="rId4" imgW="3837724" imgH="1079198" progId="Word.Document.12">
                    <p:embed/>
                    <p:pic>
                      <p:nvPicPr>
                        <p:cNvPr id="0" name=""/>
                        <p:cNvPicPr/>
                        <p:nvPr/>
                      </p:nvPicPr>
                      <p:blipFill>
                        <a:blip r:embed="rId5"/>
                        <a:stretch>
                          <a:fillRect/>
                        </a:stretch>
                      </p:blipFill>
                      <p:spPr>
                        <a:xfrm>
                          <a:off x="430213" y="2603500"/>
                          <a:ext cx="11618912" cy="3259138"/>
                        </a:xfrm>
                        <a:prstGeom prst="rect">
                          <a:avLst/>
                        </a:prstGeom>
                      </p:spPr>
                    </p:pic>
                  </p:oleObj>
                </mc:Fallback>
              </mc:AlternateContent>
            </a:graphicData>
          </a:graphic>
        </p:graphicFrame>
      </p:grpSp>
      <p:sp>
        <p:nvSpPr>
          <p:cNvPr id="5" name="矩形 4"/>
          <p:cNvSpPr/>
          <p:nvPr/>
        </p:nvSpPr>
        <p:spPr>
          <a:xfrm>
            <a:off x="9217421" y="2673855"/>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040957" y="3362996"/>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526363" y="3968993"/>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201197" y="5266143"/>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8321790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863823"/>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两角和与差的正弦、余弦公式中的角</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宋体" panose="02010600030101010101" pitchFamily="2" charset="-122"/>
                <a:cs typeface="Times New Roman" panose="02020603050405020304" pitchFamily="18" charset="0"/>
              </a:rPr>
              <a:t>是任意的</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对任意角</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ea typeface="宋体" panose="02010600030101010101" pitchFamily="2" charset="-122"/>
                <a:cs typeface="Times New Roman" panose="02020603050405020304" pitchFamily="18" charset="0"/>
              </a:rPr>
              <a:t>,sin 2</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2sin </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均不成立</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sin </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的最大值为</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宋体" panose="02010600030101010101" pitchFamily="2" charset="-122"/>
                <a:cs typeface="Times New Roman" panose="02020603050405020304" pitchFamily="18" charset="0"/>
              </a:rPr>
              <a:t>存在角</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使等式</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β</a:t>
            </a:r>
            <a:r>
              <a:rPr lang="zh-CN" altLang="zh-CN" dirty="0">
                <a:solidFill>
                  <a:srgbClr val="000000"/>
                </a:solidFill>
                <a:ea typeface="宋体" panose="02010600030101010101" pitchFamily="2" charset="-122"/>
                <a:cs typeface="Times New Roman" panose="02020603050405020304" pitchFamily="18" charset="0"/>
              </a:rPr>
              <a:t>成立</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10009509" y="1007839"/>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7129189" y="1586638"/>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854556" y="2129028"/>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929389" y="2777100"/>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446655323"/>
              </p:ext>
            </p:extLst>
          </p:nvPr>
        </p:nvGraphicFramePr>
        <p:xfrm>
          <a:off x="452109" y="3278264"/>
          <a:ext cx="10607329" cy="2203903"/>
        </p:xfrm>
        <a:graphic>
          <a:graphicData uri="http://schemas.openxmlformats.org/presentationml/2006/ole">
            <mc:AlternateContent xmlns:mc="http://schemas.openxmlformats.org/markup-compatibility/2006">
              <mc:Choice xmlns:v="urn:schemas-microsoft-com:vml" Requires="v">
                <p:oleObj spid="_x0000_s70678" name="文档" r:id="rId4" imgW="3477813" imgH="722591" progId="Word.Document.12">
                  <p:embed/>
                </p:oleObj>
              </mc:Choice>
              <mc:Fallback>
                <p:oleObj name="文档" r:id="rId4" imgW="3477813" imgH="722591" progId="Word.Document.12">
                  <p:embed/>
                  <p:pic>
                    <p:nvPicPr>
                      <p:cNvPr id="0" name=""/>
                      <p:cNvPicPr/>
                      <p:nvPr/>
                    </p:nvPicPr>
                    <p:blipFill>
                      <a:blip r:embed="rId5"/>
                      <a:stretch>
                        <a:fillRect/>
                      </a:stretch>
                    </p:blipFill>
                    <p:spPr>
                      <a:xfrm>
                        <a:off x="452109" y="3278264"/>
                        <a:ext cx="10607329" cy="2203903"/>
                      </a:xfrm>
                      <a:prstGeom prst="rect">
                        <a:avLst/>
                      </a:prstGeom>
                    </p:spPr>
                  </p:pic>
                </p:oleObj>
              </mc:Fallback>
            </mc:AlternateContent>
          </a:graphicData>
        </a:graphic>
      </p:graphicFrame>
      <p:sp>
        <p:nvSpPr>
          <p:cNvPr id="8" name="矩形 7"/>
          <p:cNvSpPr/>
          <p:nvPr/>
        </p:nvSpPr>
        <p:spPr>
          <a:xfrm>
            <a:off x="6629277" y="4176129"/>
            <a:ext cx="32958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719252" y="4919119"/>
            <a:ext cx="32958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3879514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en-US" sz="6600" dirty="0" smtClean="0">
                <a:solidFill>
                  <a:srgbClr val="0070C0"/>
                </a:solidFill>
                <a:latin typeface="华文新魏" panose="02010800040101010101" pitchFamily="2" charset="-122"/>
                <a:ea typeface="华文新魏" panose="02010800040101010101" pitchFamily="2" charset="-122"/>
              </a:rPr>
              <a:t>专题归纳</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核心突破</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288429" y="677295"/>
            <a:ext cx="249859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专题整合</a:t>
            </a:r>
          </a:p>
        </p:txBody>
      </p:sp>
      <p:sp>
        <p:nvSpPr>
          <p:cNvPr id="2" name="矩形 1"/>
          <p:cNvSpPr>
            <a:spLocks noChangeAspect="1"/>
          </p:cNvSpPr>
          <p:nvPr/>
        </p:nvSpPr>
        <p:spPr>
          <a:xfrm>
            <a:off x="361950" y="1943943"/>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专题一</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三角函数的定义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已知角</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的终边经过点</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求</a:t>
            </a:r>
            <a:r>
              <a:rPr lang="en-US" altLang="zh-CN" dirty="0">
                <a:solidFill>
                  <a:srgbClr val="000000"/>
                </a:solidFill>
                <a:ea typeface="宋体" panose="02010600030101010101" pitchFamily="2" charset="-122"/>
                <a:cs typeface="Times New Roman" panose="02020603050405020304" pitchFamily="18" charset="0"/>
              </a:rPr>
              <a:t>5sin </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3tan </a:t>
            </a:r>
            <a:r>
              <a:rPr lang="en-US" altLang="zh-CN" i="1" dirty="0">
                <a:solidFill>
                  <a:srgbClr val="000000"/>
                </a:solidFill>
                <a:ea typeface="Microsoft Yi Baiti" panose="03000500000000000000" pitchFamily="66" charset="0"/>
                <a:cs typeface="Times New Roman" panose="02020603050405020304" pitchFamily="18" charset="0"/>
              </a:rPr>
              <a:t>α</a:t>
            </a:r>
            <a:r>
              <a:rPr lang="zh-CN" altLang="zh-CN" dirty="0">
                <a:solidFill>
                  <a:srgbClr val="000000"/>
                </a:solidFill>
                <a:ea typeface="宋体" panose="02010600030101010101" pitchFamily="2" charset="-122"/>
                <a:cs typeface="Times New Roman" panose="02020603050405020304" pitchFamily="18" charset="0"/>
              </a:rPr>
              <a:t>的值</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dirty="0">
                <a:solidFill>
                  <a:srgbClr val="000000"/>
                </a:solidFill>
                <a:ea typeface="宋体" panose="02010600030101010101" pitchFamily="2" charset="-122"/>
                <a:cs typeface="Times New Roman" panose="02020603050405020304" pitchFamily="18" charset="0"/>
              </a:rPr>
              <a:t>sin </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求实数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934892842"/>
              </p:ext>
            </p:extLst>
          </p:nvPr>
        </p:nvGraphicFramePr>
        <p:xfrm>
          <a:off x="432445" y="1079847"/>
          <a:ext cx="11671959" cy="4066556"/>
        </p:xfrm>
        <a:graphic>
          <a:graphicData uri="http://schemas.openxmlformats.org/presentationml/2006/ole">
            <mc:AlternateContent xmlns:mc="http://schemas.openxmlformats.org/markup-compatibility/2006">
              <mc:Choice xmlns:v="urn:schemas-microsoft-com:vml" Requires="v">
                <p:oleObj spid="_x0000_s12322" name="文档" r:id="rId4" imgW="3837724" imgH="1337730" progId="Word.Document.12">
                  <p:embed/>
                </p:oleObj>
              </mc:Choice>
              <mc:Fallback>
                <p:oleObj name="文档" r:id="rId4" imgW="3837724" imgH="1337730" progId="Word.Document.12">
                  <p:embed/>
                  <p:pic>
                    <p:nvPicPr>
                      <p:cNvPr id="0" name=""/>
                      <p:cNvPicPr/>
                      <p:nvPr/>
                    </p:nvPicPr>
                    <p:blipFill>
                      <a:blip r:embed="rId5"/>
                      <a:stretch>
                        <a:fillRect/>
                      </a:stretch>
                    </p:blipFill>
                    <p:spPr>
                      <a:xfrm>
                        <a:off x="432445" y="1079847"/>
                        <a:ext cx="11671959" cy="4066556"/>
                      </a:xfrm>
                      <a:prstGeom prst="rect">
                        <a:avLst/>
                      </a:prstGeom>
                    </p:spPr>
                  </p:pic>
                </p:oleObj>
              </mc:Fallback>
            </mc:AlternateContent>
          </a:graphicData>
        </a:graphic>
      </p:graphicFrame>
    </p:spTree>
    <p:extLst>
      <p:ext uri="{BB962C8B-B14F-4D97-AF65-F5344CB8AC3E}">
        <p14:creationId xmlns:p14="http://schemas.microsoft.com/office/powerpoint/2010/main" val="369759819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850462"/>
            <a:ext cx="11725959" cy="4765889"/>
            <a:chOff x="361950" y="850462"/>
            <a:chExt cx="11725959" cy="4765889"/>
          </a:xfrm>
        </p:grpSpPr>
        <p:sp>
          <p:nvSpPr>
            <p:cNvPr id="2" name="矩形 1"/>
            <p:cNvSpPr>
              <a:spLocks noChangeAspect="1"/>
            </p:cNvSpPr>
            <p:nvPr/>
          </p:nvSpPr>
          <p:spPr>
            <a:xfrm>
              <a:off x="361950" y="850462"/>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利用</a:t>
              </a:r>
              <a:r>
                <a:rPr lang="zh-CN" altLang="zh-CN" dirty="0">
                  <a:solidFill>
                    <a:srgbClr val="000000"/>
                  </a:solidFill>
                  <a:ea typeface="仿宋" panose="02010609060101010101" pitchFamily="49" charset="-122"/>
                  <a:cs typeface="Times New Roman" panose="02020603050405020304" pitchFamily="18" charset="0"/>
                </a:rPr>
                <a:t>定义求三角函数值的两种方法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(1)</a:t>
              </a:r>
              <a:r>
                <a:rPr lang="zh-CN" altLang="zh-CN" dirty="0">
                  <a:solidFill>
                    <a:srgbClr val="000000"/>
                  </a:solidFill>
                  <a:ea typeface="仿宋" panose="02010609060101010101" pitchFamily="49" charset="-122"/>
                  <a:cs typeface="Times New Roman" panose="02020603050405020304" pitchFamily="18" charset="0"/>
                </a:rPr>
                <a:t>先由角的终边与单位圆相交求出交点的坐标</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再利用正弦函数、余弦函数、正切函数的定义</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求出相应的三角函数值</a:t>
              </a:r>
              <a:r>
                <a:rPr lang="en-US" altLang="zh-CN" i="1"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68326487"/>
                </p:ext>
              </p:extLst>
            </p:nvPr>
          </p:nvGraphicFramePr>
          <p:xfrm>
            <a:off x="415950" y="3234511"/>
            <a:ext cx="11671959" cy="2381840"/>
          </p:xfrm>
          <a:graphic>
            <a:graphicData uri="http://schemas.openxmlformats.org/presentationml/2006/ole">
              <mc:AlternateContent xmlns:mc="http://schemas.openxmlformats.org/markup-compatibility/2006">
                <mc:Choice xmlns:v="urn:schemas-microsoft-com:vml" Requires="v">
                  <p:oleObj spid="_x0000_s13346" name="文档" r:id="rId4" imgW="3826872" imgH="780931" progId="Word.Document.12">
                    <p:embed/>
                  </p:oleObj>
                </mc:Choice>
                <mc:Fallback>
                  <p:oleObj name="文档" r:id="rId4" imgW="3826872" imgH="780931" progId="Word.Document.12">
                    <p:embed/>
                    <p:pic>
                      <p:nvPicPr>
                        <p:cNvPr id="0" name=""/>
                        <p:cNvPicPr/>
                        <p:nvPr/>
                      </p:nvPicPr>
                      <p:blipFill>
                        <a:blip r:embed="rId5"/>
                        <a:stretch>
                          <a:fillRect/>
                        </a:stretch>
                      </p:blipFill>
                      <p:spPr>
                        <a:xfrm>
                          <a:off x="415950" y="3234511"/>
                          <a:ext cx="11671959" cy="2381840"/>
                        </a:xfrm>
                        <a:prstGeom prst="rect">
                          <a:avLst/>
                        </a:prstGeom>
                      </p:spPr>
                    </p:pic>
                  </p:oleObj>
                </mc:Fallback>
              </mc:AlternateContent>
            </a:graphicData>
          </a:graphic>
        </p:graphicFrame>
      </p:grpSp>
    </p:spTree>
    <p:extLst>
      <p:ext uri="{BB962C8B-B14F-4D97-AF65-F5344CB8AC3E}">
        <p14:creationId xmlns:p14="http://schemas.microsoft.com/office/powerpoint/2010/main" val="112691807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901198217"/>
              </p:ext>
            </p:extLst>
          </p:nvPr>
        </p:nvGraphicFramePr>
        <p:xfrm>
          <a:off x="360437" y="906335"/>
          <a:ext cx="11671959" cy="1256139"/>
        </p:xfrm>
        <a:graphic>
          <a:graphicData uri="http://schemas.openxmlformats.org/presentationml/2006/ole">
            <mc:AlternateContent xmlns:mc="http://schemas.openxmlformats.org/markup-compatibility/2006">
              <mc:Choice xmlns:v="urn:schemas-microsoft-com:vml" Requires="v">
                <p:oleObj spid="_x0000_s14431" name="文档" r:id="rId4" imgW="3826872" imgH="411849" progId="Word.Document.12">
                  <p:embed/>
                </p:oleObj>
              </mc:Choice>
              <mc:Fallback>
                <p:oleObj name="文档" r:id="rId4" imgW="3826872" imgH="411849" progId="Word.Document.12">
                  <p:embed/>
                  <p:pic>
                    <p:nvPicPr>
                      <p:cNvPr id="0" name=""/>
                      <p:cNvPicPr/>
                      <p:nvPr/>
                    </p:nvPicPr>
                    <p:blipFill>
                      <a:blip r:embed="rId5"/>
                      <a:stretch>
                        <a:fillRect/>
                      </a:stretch>
                    </p:blipFill>
                    <p:spPr>
                      <a:xfrm>
                        <a:off x="360437" y="906335"/>
                        <a:ext cx="11671959" cy="1256139"/>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350733496"/>
              </p:ext>
            </p:extLst>
          </p:nvPr>
        </p:nvGraphicFramePr>
        <p:xfrm>
          <a:off x="360437" y="2254823"/>
          <a:ext cx="11671959" cy="2550639"/>
        </p:xfrm>
        <a:graphic>
          <a:graphicData uri="http://schemas.openxmlformats.org/presentationml/2006/ole">
            <mc:AlternateContent xmlns:mc="http://schemas.openxmlformats.org/markup-compatibility/2006">
              <mc:Choice xmlns:v="urn:schemas-microsoft-com:vml" Requires="v">
                <p:oleObj spid="_x0000_s14432" name="文档" r:id="rId7" imgW="3826872" imgH="836275" progId="Word.Document.12">
                  <p:embed/>
                </p:oleObj>
              </mc:Choice>
              <mc:Fallback>
                <p:oleObj name="文档" r:id="rId7" imgW="3826872" imgH="836275" progId="Word.Document.12">
                  <p:embed/>
                  <p:pic>
                    <p:nvPicPr>
                      <p:cNvPr id="0" name=""/>
                      <p:cNvPicPr/>
                      <p:nvPr/>
                    </p:nvPicPr>
                    <p:blipFill>
                      <a:blip r:embed="rId8"/>
                      <a:stretch>
                        <a:fillRect/>
                      </a:stretch>
                    </p:blipFill>
                    <p:spPr>
                      <a:xfrm>
                        <a:off x="360437" y="2254823"/>
                        <a:ext cx="11671959" cy="2550639"/>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04344836"/>
              </p:ext>
            </p:extLst>
          </p:nvPr>
        </p:nvGraphicFramePr>
        <p:xfrm>
          <a:off x="360436" y="4908298"/>
          <a:ext cx="11671959" cy="698221"/>
        </p:xfrm>
        <a:graphic>
          <a:graphicData uri="http://schemas.openxmlformats.org/presentationml/2006/ole">
            <mc:AlternateContent xmlns:mc="http://schemas.openxmlformats.org/markup-compatibility/2006">
              <mc:Choice xmlns:v="urn:schemas-microsoft-com:vml" Requires="v">
                <p:oleObj spid="_x0000_s14433" name="文档" r:id="rId10" imgW="3826872" imgH="228925" progId="Word.Document.12">
                  <p:embed/>
                </p:oleObj>
              </mc:Choice>
              <mc:Fallback>
                <p:oleObj name="文档" r:id="rId10" imgW="3826872" imgH="228925" progId="Word.Document.12">
                  <p:embed/>
                  <p:pic>
                    <p:nvPicPr>
                      <p:cNvPr id="0" name=""/>
                      <p:cNvPicPr/>
                      <p:nvPr/>
                    </p:nvPicPr>
                    <p:blipFill>
                      <a:blip r:embed="rId11"/>
                      <a:stretch>
                        <a:fillRect/>
                      </a:stretch>
                    </p:blipFill>
                    <p:spPr>
                      <a:xfrm>
                        <a:off x="360436" y="4908298"/>
                        <a:ext cx="11671959" cy="698221"/>
                      </a:xfrm>
                      <a:prstGeom prst="rect">
                        <a:avLst/>
                      </a:prstGeom>
                    </p:spPr>
                  </p:pic>
                </p:oleObj>
              </mc:Fallback>
            </mc:AlternateContent>
          </a:graphicData>
        </a:graphic>
      </p:graphicFrame>
    </p:spTree>
    <p:extLst>
      <p:ext uri="{BB962C8B-B14F-4D97-AF65-F5344CB8AC3E}">
        <p14:creationId xmlns:p14="http://schemas.microsoft.com/office/powerpoint/2010/main" val="189439099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32033" y="1845472"/>
            <a:ext cx="11671959" cy="2186703"/>
            <a:chOff x="332033" y="1007839"/>
            <a:chExt cx="11671959" cy="2186703"/>
          </a:xfrm>
        </p:grpSpPr>
        <p:sp>
          <p:nvSpPr>
            <p:cNvPr id="2" name="矩形 1"/>
            <p:cNvSpPr>
              <a:spLocks noChangeAspect="1"/>
            </p:cNvSpPr>
            <p:nvPr/>
          </p:nvSpPr>
          <p:spPr>
            <a:xfrm>
              <a:off x="361950" y="1007839"/>
              <a:ext cx="44037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专题二</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三角函数求</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值</a:t>
              </a:r>
              <a:r>
                <a:rPr lang="en-US"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96568459"/>
                </p:ext>
              </p:extLst>
            </p:nvPr>
          </p:nvGraphicFramePr>
          <p:xfrm>
            <a:off x="332033" y="1702741"/>
            <a:ext cx="11671959" cy="1491801"/>
          </p:xfrm>
          <a:graphic>
            <a:graphicData uri="http://schemas.openxmlformats.org/presentationml/2006/ole">
              <mc:AlternateContent xmlns:mc="http://schemas.openxmlformats.org/markup-compatibility/2006">
                <mc:Choice xmlns:v="urn:schemas-microsoft-com:vml" Requires="v">
                  <p:oleObj spid="_x0000_s15394" name="文档" r:id="rId4" imgW="3826872" imgH="489115" progId="Word.Document.12">
                    <p:embed/>
                  </p:oleObj>
                </mc:Choice>
                <mc:Fallback>
                  <p:oleObj name="文档" r:id="rId4" imgW="3826872" imgH="489115" progId="Word.Document.12">
                    <p:embed/>
                    <p:pic>
                      <p:nvPicPr>
                        <p:cNvPr id="0" name=""/>
                        <p:cNvPicPr/>
                        <p:nvPr/>
                      </p:nvPicPr>
                      <p:blipFill>
                        <a:blip r:embed="rId5"/>
                        <a:stretch>
                          <a:fillRect/>
                        </a:stretch>
                      </p:blipFill>
                      <p:spPr>
                        <a:xfrm>
                          <a:off x="332033" y="1702741"/>
                          <a:ext cx="11671959" cy="1491801"/>
                        </a:xfrm>
                        <a:prstGeom prst="rect">
                          <a:avLst/>
                        </a:prstGeom>
                      </p:spPr>
                    </p:pic>
                  </p:oleObj>
                </mc:Fallback>
              </mc:AlternateContent>
            </a:graphicData>
          </a:graphic>
        </p:graphicFrame>
      </p:grpSp>
    </p:spTree>
    <p:extLst>
      <p:ext uri="{BB962C8B-B14F-4D97-AF65-F5344CB8AC3E}">
        <p14:creationId xmlns:p14="http://schemas.microsoft.com/office/powerpoint/2010/main" val="203841712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636311680"/>
              </p:ext>
            </p:extLst>
          </p:nvPr>
        </p:nvGraphicFramePr>
        <p:xfrm>
          <a:off x="576461" y="653119"/>
          <a:ext cx="11671959" cy="5683312"/>
        </p:xfrm>
        <a:graphic>
          <a:graphicData uri="http://schemas.openxmlformats.org/presentationml/2006/ole">
            <mc:AlternateContent xmlns:mc="http://schemas.openxmlformats.org/markup-compatibility/2006">
              <mc:Choice xmlns:v="urn:schemas-microsoft-com:vml" Requires="v">
                <p:oleObj spid="_x0000_s16417" name="文档" r:id="rId4" imgW="3826872" imgH="1863381" progId="Word.Document.12">
                  <p:embed/>
                </p:oleObj>
              </mc:Choice>
              <mc:Fallback>
                <p:oleObj name="文档" r:id="rId4" imgW="3826872" imgH="1863381" progId="Word.Document.12">
                  <p:embed/>
                  <p:pic>
                    <p:nvPicPr>
                      <p:cNvPr id="0" name=""/>
                      <p:cNvPicPr/>
                      <p:nvPr/>
                    </p:nvPicPr>
                    <p:blipFill>
                      <a:blip r:embed="rId5"/>
                      <a:stretch>
                        <a:fillRect/>
                      </a:stretch>
                    </p:blipFill>
                    <p:spPr>
                      <a:xfrm>
                        <a:off x="576461" y="653119"/>
                        <a:ext cx="11671959" cy="5683312"/>
                      </a:xfrm>
                      <a:prstGeom prst="rect">
                        <a:avLst/>
                      </a:prstGeom>
                    </p:spPr>
                  </p:pic>
                </p:oleObj>
              </mc:Fallback>
            </mc:AlternateContent>
          </a:graphicData>
        </a:graphic>
      </p:graphicFrame>
    </p:spTree>
    <p:extLst>
      <p:ext uri="{BB962C8B-B14F-4D97-AF65-F5344CB8AC3E}">
        <p14:creationId xmlns:p14="http://schemas.microsoft.com/office/powerpoint/2010/main" val="162004127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9488"/>
            <a:ext cx="10807700" cy="5482591"/>
          </a:xfrm>
          <a:prstGeom prst="rect">
            <a:avLst/>
          </a:prstGeom>
          <a:ln>
            <a:solidFill>
              <a:schemeClr val="tx1"/>
            </a:solidFill>
          </a:ln>
        </p:spPr>
        <p:txBody>
          <a:bodyPr>
            <a:spAutoFit/>
          </a:bodyPr>
          <a:lstStyle/>
          <a:p>
            <a:pPr>
              <a:lnSpc>
                <a:spcPct val="11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a:t>
            </a:r>
            <a:r>
              <a:rPr lang="zh-CN" altLang="en-US" dirty="0" smtClean="0">
                <a:solidFill>
                  <a:srgbClr val="000000"/>
                </a:solidFill>
                <a:latin typeface="黑体" panose="02010609060101010101" pitchFamily="49" charset="-122"/>
                <a:cs typeface="Times New Roman" panose="02020603050405020304" pitchFamily="18" charset="0"/>
              </a:rPr>
              <a:t>感悟</a:t>
            </a:r>
            <a:r>
              <a:rPr lang="en-US" altLang="zh-CN" dirty="0" smtClean="0">
                <a:solidFill>
                  <a:srgbClr val="000000"/>
                </a:solidFill>
                <a:latin typeface="黑体" panose="02010609060101010101" pitchFamily="49" charset="-122"/>
                <a:cs typeface="Times New Roman" panose="02020603050405020304" pitchFamily="18" charset="0"/>
              </a:rPr>
              <a:t>  </a:t>
            </a:r>
            <a:r>
              <a:rPr lang="zh-CN" altLang="zh-CN" dirty="0" smtClean="0">
                <a:solidFill>
                  <a:srgbClr val="000000"/>
                </a:solidFill>
                <a:ea typeface="仿宋" panose="02010609060101010101" pitchFamily="49" charset="-122"/>
                <a:cs typeface="Times New Roman" panose="02020603050405020304" pitchFamily="18" charset="0"/>
              </a:rPr>
              <a:t>三角函数</a:t>
            </a:r>
            <a:r>
              <a:rPr lang="zh-CN" altLang="zh-CN" dirty="0">
                <a:solidFill>
                  <a:srgbClr val="000000"/>
                </a:solidFill>
                <a:ea typeface="仿宋" panose="02010609060101010101" pitchFamily="49" charset="-122"/>
                <a:cs typeface="Times New Roman" panose="02020603050405020304" pitchFamily="18" charset="0"/>
              </a:rPr>
              <a:t>求值问题主要有三种类型</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1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给角求值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一般给出的角都是非特殊</a:t>
            </a:r>
            <a:r>
              <a:rPr lang="zh-CN" altLang="zh-CN" dirty="0" smtClean="0">
                <a:solidFill>
                  <a:srgbClr val="000000"/>
                </a:solidFill>
                <a:ea typeface="仿宋" panose="02010609060101010101" pitchFamily="49" charset="-122"/>
                <a:cs typeface="Times New Roman" panose="02020603050405020304" pitchFamily="18" charset="0"/>
              </a:rPr>
              <a:t>角</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应仔细观察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发现这类问题中的角与特殊角的关系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如和或差为特殊角</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还有可能需要运用诱导公式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10000"/>
              </a:lnSpc>
            </a:pPr>
            <a:r>
              <a:rPr lang="en-US" altLang="zh-CN" dirty="0">
                <a:solidFill>
                  <a:srgbClr val="000000"/>
                </a:solidFill>
                <a:ea typeface="宋体" panose="02010600030101010101" pitchFamily="2" charset="-122"/>
              </a:rPr>
              <a:t>(2)“</a:t>
            </a:r>
            <a:r>
              <a:rPr lang="zh-CN" altLang="zh-CN" dirty="0">
                <a:solidFill>
                  <a:srgbClr val="000000"/>
                </a:solidFill>
                <a:ea typeface="仿宋" panose="02010609060101010101" pitchFamily="49" charset="-122"/>
                <a:cs typeface="Times New Roman" panose="02020603050405020304" pitchFamily="18" charset="0"/>
              </a:rPr>
              <a:t>给值求值</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即给出某些角的三角函数式的值</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求另外一些三角函数式的值</a:t>
            </a:r>
            <a:r>
              <a:rPr lang="en-US" altLang="zh-CN" i="1"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解决问题关键在于结合条件和结论中的角</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合理拆或凑角</a:t>
            </a:r>
            <a:r>
              <a:rPr lang="en-US" altLang="zh-CN" i="1"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在这个过程中要注意角的取值范围</a:t>
            </a:r>
            <a:r>
              <a:rPr lang="en-US" altLang="zh-CN" i="1" dirty="0">
                <a:solidFill>
                  <a:srgbClr val="000000"/>
                </a:solidFill>
                <a:ea typeface="宋体" panose="02010600030101010101" pitchFamily="2" charset="-122"/>
              </a:rPr>
              <a:t>.</a:t>
            </a:r>
            <a:endParaRPr lang="zh-CN" altLang="en-US" dirty="0"/>
          </a:p>
          <a:p>
            <a:pPr>
              <a:lnSpc>
                <a:spcPct val="11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给值求角</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本质上还是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给值求值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往往求出的是特殊角的值</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在求出角之前需结合函数的单调性确定角</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必要时讨论角的取值范围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6693607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1280804373"/>
              </p:ext>
            </p:extLst>
          </p:nvPr>
        </p:nvGraphicFramePr>
        <p:xfrm>
          <a:off x="648469" y="728513"/>
          <a:ext cx="10607329" cy="1791494"/>
        </p:xfrm>
        <a:graphic>
          <a:graphicData uri="http://schemas.openxmlformats.org/presentationml/2006/ole">
            <mc:AlternateContent xmlns:mc="http://schemas.openxmlformats.org/markup-compatibility/2006">
              <mc:Choice xmlns:v="urn:schemas-microsoft-com:vml" Requires="v">
                <p:oleObj spid="_x0000_s17483" name="文档" r:id="rId4" imgW="3477813" imgH="587375" progId="Word.Document.12">
                  <p:embed/>
                </p:oleObj>
              </mc:Choice>
              <mc:Fallback>
                <p:oleObj name="文档" r:id="rId4" imgW="3477813" imgH="587375" progId="Word.Document.12">
                  <p:embed/>
                  <p:pic>
                    <p:nvPicPr>
                      <p:cNvPr id="0" name=""/>
                      <p:cNvPicPr/>
                      <p:nvPr/>
                    </p:nvPicPr>
                    <p:blipFill>
                      <a:blip r:embed="rId5"/>
                      <a:stretch>
                        <a:fillRect/>
                      </a:stretch>
                    </p:blipFill>
                    <p:spPr>
                      <a:xfrm>
                        <a:off x="648469" y="728513"/>
                        <a:ext cx="10607329" cy="1791494"/>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006105596"/>
              </p:ext>
            </p:extLst>
          </p:nvPr>
        </p:nvGraphicFramePr>
        <p:xfrm>
          <a:off x="648468" y="2580979"/>
          <a:ext cx="10607329" cy="3725956"/>
        </p:xfrm>
        <a:graphic>
          <a:graphicData uri="http://schemas.openxmlformats.org/presentationml/2006/ole">
            <mc:AlternateContent xmlns:mc="http://schemas.openxmlformats.org/markup-compatibility/2006">
              <mc:Choice xmlns:v="urn:schemas-microsoft-com:vml" Requires="v">
                <p:oleObj spid="_x0000_s17484" name="文档" r:id="rId7" imgW="3477813" imgH="1221625" progId="Word.Document.12">
                  <p:embed/>
                </p:oleObj>
              </mc:Choice>
              <mc:Fallback>
                <p:oleObj name="文档" r:id="rId7" imgW="3477813" imgH="1221625" progId="Word.Document.12">
                  <p:embed/>
                  <p:pic>
                    <p:nvPicPr>
                      <p:cNvPr id="0" name=""/>
                      <p:cNvPicPr/>
                      <p:nvPr/>
                    </p:nvPicPr>
                    <p:blipFill>
                      <a:blip r:embed="rId8"/>
                      <a:stretch>
                        <a:fillRect/>
                      </a:stretch>
                    </p:blipFill>
                    <p:spPr>
                      <a:xfrm>
                        <a:off x="648468" y="2580979"/>
                        <a:ext cx="10607329" cy="3725956"/>
                      </a:xfrm>
                      <a:prstGeom prst="rect">
                        <a:avLst/>
                      </a:prstGeom>
                    </p:spPr>
                  </p:pic>
                </p:oleObj>
              </mc:Fallback>
            </mc:AlternateContent>
          </a:graphicData>
        </a:graphic>
      </p:graphicFrame>
      <p:sp>
        <p:nvSpPr>
          <p:cNvPr id="9" name="矩形 8"/>
          <p:cNvSpPr>
            <a:spLocks noChangeAspect="1"/>
          </p:cNvSpPr>
          <p:nvPr/>
        </p:nvSpPr>
        <p:spPr>
          <a:xfrm>
            <a:off x="8497341" y="5623671"/>
            <a:ext cx="1521570"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3820396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36324497"/>
              </p:ext>
            </p:extLst>
          </p:nvPr>
        </p:nvGraphicFramePr>
        <p:xfrm>
          <a:off x="504453" y="1799927"/>
          <a:ext cx="11671959" cy="2252498"/>
        </p:xfrm>
        <a:graphic>
          <a:graphicData uri="http://schemas.openxmlformats.org/presentationml/2006/ole">
            <mc:AlternateContent xmlns:mc="http://schemas.openxmlformats.org/markup-compatibility/2006">
              <mc:Choice xmlns:v="urn:schemas-microsoft-com:vml" Requires="v">
                <p:oleObj spid="_x0000_s18464" name="文档" r:id="rId4" imgW="3826872" imgH="738524" progId="Word.Document.12">
                  <p:embed/>
                </p:oleObj>
              </mc:Choice>
              <mc:Fallback>
                <p:oleObj name="文档" r:id="rId4" imgW="3826872" imgH="738524" progId="Word.Document.12">
                  <p:embed/>
                  <p:pic>
                    <p:nvPicPr>
                      <p:cNvPr id="0" name=""/>
                      <p:cNvPicPr/>
                      <p:nvPr/>
                    </p:nvPicPr>
                    <p:blipFill>
                      <a:blip r:embed="rId5"/>
                      <a:stretch>
                        <a:fillRect/>
                      </a:stretch>
                    </p:blipFill>
                    <p:spPr>
                      <a:xfrm>
                        <a:off x="504453" y="1799927"/>
                        <a:ext cx="11671959" cy="2252498"/>
                      </a:xfrm>
                      <a:prstGeom prst="rect">
                        <a:avLst/>
                      </a:prstGeom>
                    </p:spPr>
                  </p:pic>
                </p:oleObj>
              </mc:Fallback>
            </mc:AlternateContent>
          </a:graphicData>
        </a:graphic>
      </p:graphicFrame>
    </p:spTree>
    <p:extLst>
      <p:ext uri="{BB962C8B-B14F-4D97-AF65-F5344CB8AC3E}">
        <p14:creationId xmlns:p14="http://schemas.microsoft.com/office/powerpoint/2010/main" val="89709851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203203443"/>
              </p:ext>
            </p:extLst>
          </p:nvPr>
        </p:nvGraphicFramePr>
        <p:xfrm>
          <a:off x="288429" y="575791"/>
          <a:ext cx="11671959" cy="5789635"/>
        </p:xfrm>
        <a:graphic>
          <a:graphicData uri="http://schemas.openxmlformats.org/presentationml/2006/ole">
            <mc:AlternateContent xmlns:mc="http://schemas.openxmlformats.org/markup-compatibility/2006">
              <mc:Choice xmlns:v="urn:schemas-microsoft-com:vml" Requires="v">
                <p:oleObj spid="_x0000_s19488" name="文档" r:id="rId4" imgW="3826872" imgH="1898241" progId="Word.Document.12">
                  <p:embed/>
                </p:oleObj>
              </mc:Choice>
              <mc:Fallback>
                <p:oleObj name="文档" r:id="rId4" imgW="3826872" imgH="1898241" progId="Word.Document.12">
                  <p:embed/>
                  <p:pic>
                    <p:nvPicPr>
                      <p:cNvPr id="0" name=""/>
                      <p:cNvPicPr/>
                      <p:nvPr/>
                    </p:nvPicPr>
                    <p:blipFill>
                      <a:blip r:embed="rId5"/>
                      <a:stretch>
                        <a:fillRect/>
                      </a:stretch>
                    </p:blipFill>
                    <p:spPr>
                      <a:xfrm>
                        <a:off x="288429" y="575791"/>
                        <a:ext cx="11671959" cy="5789635"/>
                      </a:xfrm>
                      <a:prstGeom prst="rect">
                        <a:avLst/>
                      </a:prstGeom>
                    </p:spPr>
                  </p:pic>
                </p:oleObj>
              </mc:Fallback>
            </mc:AlternateContent>
          </a:graphicData>
        </a:graphic>
      </p:graphicFrame>
    </p:spTree>
    <p:extLst>
      <p:ext uri="{BB962C8B-B14F-4D97-AF65-F5344CB8AC3E}">
        <p14:creationId xmlns:p14="http://schemas.microsoft.com/office/powerpoint/2010/main" val="318201627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58348" y="835787"/>
            <a:ext cx="11671959" cy="5249502"/>
            <a:chOff x="358348" y="647799"/>
            <a:chExt cx="11671959" cy="5249502"/>
          </a:xfrm>
        </p:grpSpPr>
        <p:sp>
          <p:nvSpPr>
            <p:cNvPr id="2" name="矩形 1"/>
            <p:cNvSpPr>
              <a:spLocks noChangeAspect="1"/>
            </p:cNvSpPr>
            <p:nvPr/>
          </p:nvSpPr>
          <p:spPr>
            <a:xfrm>
              <a:off x="361950" y="647799"/>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专题三</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与三角函数有关的函数的图象与性质</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pic>
          <p:nvPicPr>
            <p:cNvPr id="4" name="YMG1TRA80.eps" descr="id:2147510827;FounderCES"/>
            <p:cNvPicPr/>
            <p:nvPr/>
          </p:nvPicPr>
          <p:blipFill>
            <a:blip r:embed="rId3"/>
            <a:stretch>
              <a:fillRect/>
            </a:stretch>
          </p:blipFill>
          <p:spPr>
            <a:xfrm>
              <a:off x="6409109" y="2288733"/>
              <a:ext cx="4104456" cy="2933926"/>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3731858541"/>
                </p:ext>
              </p:extLst>
            </p:nvPr>
          </p:nvGraphicFramePr>
          <p:xfrm>
            <a:off x="358348" y="1335876"/>
            <a:ext cx="11671959" cy="1256139"/>
          </p:xfrm>
          <a:graphic>
            <a:graphicData uri="http://schemas.openxmlformats.org/presentationml/2006/ole">
              <mc:AlternateContent xmlns:mc="http://schemas.openxmlformats.org/markup-compatibility/2006">
                <mc:Choice xmlns:v="urn:schemas-microsoft-com:vml" Requires="v">
                  <p:oleObj spid="_x0000_s20513" name="文档" r:id="rId5" imgW="3826872" imgH="411849" progId="Word.Document.12">
                    <p:embed/>
                  </p:oleObj>
                </mc:Choice>
                <mc:Fallback>
                  <p:oleObj name="文档" r:id="rId5" imgW="3826872" imgH="411849" progId="Word.Document.12">
                    <p:embed/>
                    <p:pic>
                      <p:nvPicPr>
                        <p:cNvPr id="0" name=""/>
                        <p:cNvPicPr/>
                        <p:nvPr/>
                      </p:nvPicPr>
                      <p:blipFill>
                        <a:blip r:embed="rId6"/>
                        <a:stretch>
                          <a:fillRect/>
                        </a:stretch>
                      </p:blipFill>
                      <p:spPr>
                        <a:xfrm>
                          <a:off x="358348" y="1335876"/>
                          <a:ext cx="11671959" cy="1256139"/>
                        </a:xfrm>
                        <a:prstGeom prst="rect">
                          <a:avLst/>
                        </a:prstGeom>
                      </p:spPr>
                    </p:pic>
                  </p:oleObj>
                </mc:Fallback>
              </mc:AlternateContent>
            </a:graphicData>
          </a:graphic>
        </p:graphicFrame>
        <p:sp>
          <p:nvSpPr>
            <p:cNvPr id="7" name="矩形 6"/>
            <p:cNvSpPr>
              <a:spLocks noChangeAspect="1"/>
            </p:cNvSpPr>
            <p:nvPr/>
          </p:nvSpPr>
          <p:spPr>
            <a:xfrm>
              <a:off x="361950" y="4032175"/>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zh-CN" altLang="zh-CN" dirty="0" smtClean="0">
                  <a:solidFill>
                    <a:srgbClr val="000000"/>
                  </a:solidFill>
                  <a:ea typeface="宋体" panose="02010600030101010101" pitchFamily="2" charset="-122"/>
                  <a:cs typeface="Times New Roman" panose="02020603050405020304" pitchFamily="18" charset="0"/>
                </a:rPr>
                <a:t>函数的</a:t>
              </a:r>
              <a:r>
                <a:rPr lang="zh-CN" altLang="zh-CN" dirty="0">
                  <a:solidFill>
                    <a:srgbClr val="000000"/>
                  </a:solidFill>
                  <a:ea typeface="宋体" panose="02010600030101010101" pitchFamily="2" charset="-122"/>
                  <a:cs typeface="Times New Roman" panose="02020603050405020304" pitchFamily="18" charset="0"/>
                </a:rPr>
                <a:t>解析式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求</a:t>
              </a:r>
              <a:r>
                <a:rPr lang="zh-CN" altLang="zh-CN" dirty="0" smtClean="0">
                  <a:solidFill>
                    <a:srgbClr val="000000"/>
                  </a:solidFill>
                  <a:ea typeface="宋体" panose="02010600030101010101" pitchFamily="2" charset="-122"/>
                  <a:cs typeface="Times New Roman" panose="02020603050405020304" pitchFamily="18" charset="0"/>
                </a:rPr>
                <a:t>函数的</a:t>
              </a:r>
              <a:r>
                <a:rPr lang="zh-CN" altLang="zh-CN" dirty="0">
                  <a:solidFill>
                    <a:srgbClr val="000000"/>
                  </a:solidFill>
                  <a:ea typeface="宋体" panose="02010600030101010101" pitchFamily="2" charset="-122"/>
                  <a:cs typeface="Times New Roman" panose="02020603050405020304" pitchFamily="18" charset="0"/>
                </a:rPr>
                <a:t>图象的对称中心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(3)</a:t>
              </a:r>
              <a:r>
                <a:rPr lang="zh-CN" altLang="zh-CN" dirty="0">
                  <a:solidFill>
                    <a:srgbClr val="000000"/>
                  </a:solidFill>
                  <a:ea typeface="宋体" panose="02010600030101010101" pitchFamily="2" charset="-122"/>
                  <a:cs typeface="Times New Roman" panose="02020603050405020304" pitchFamily="18" charset="0"/>
                </a:rPr>
                <a:t>如何通过</a:t>
              </a:r>
              <a:r>
                <a:rPr lang="en-US" altLang="zh-CN" i="1" dirty="0">
                  <a:solidFill>
                    <a:srgbClr val="000000"/>
                  </a:solidFill>
                  <a:ea typeface="宋体" panose="02010600030101010101" pitchFamily="2" charset="-122"/>
                </a:rPr>
                <a:t>y=</a:t>
              </a:r>
              <a:r>
                <a:rPr lang="en-US" altLang="zh-CN" dirty="0">
                  <a:solidFill>
                    <a:srgbClr val="000000"/>
                  </a:solidFill>
                  <a:ea typeface="宋体" panose="02010600030101010101" pitchFamily="2" charset="-122"/>
                </a:rPr>
                <a:t>sin </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的图象变换得到该函数的图象</a:t>
              </a:r>
              <a:r>
                <a:rPr lang="en-US" altLang="zh-CN"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41450217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3705080885"/>
              </p:ext>
            </p:extLst>
          </p:nvPr>
        </p:nvGraphicFramePr>
        <p:xfrm>
          <a:off x="497790" y="546295"/>
          <a:ext cx="11671959" cy="5859785"/>
        </p:xfrm>
        <a:graphic>
          <a:graphicData uri="http://schemas.openxmlformats.org/presentationml/2006/ole">
            <mc:AlternateContent xmlns:mc="http://schemas.openxmlformats.org/markup-compatibility/2006">
              <mc:Choice xmlns:v="urn:schemas-microsoft-com:vml" Requires="v">
                <p:oleObj spid="_x0000_s21536" name="文档" r:id="rId4" imgW="3826872" imgH="1921241" progId="Word.Document.12">
                  <p:embed/>
                </p:oleObj>
              </mc:Choice>
              <mc:Fallback>
                <p:oleObj name="文档" r:id="rId4" imgW="3826872" imgH="1921241" progId="Word.Document.12">
                  <p:embed/>
                  <p:pic>
                    <p:nvPicPr>
                      <p:cNvPr id="0" name=""/>
                      <p:cNvPicPr/>
                      <p:nvPr/>
                    </p:nvPicPr>
                    <p:blipFill>
                      <a:blip r:embed="rId5"/>
                      <a:stretch>
                        <a:fillRect/>
                      </a:stretch>
                    </p:blipFill>
                    <p:spPr>
                      <a:xfrm>
                        <a:off x="497790" y="546295"/>
                        <a:ext cx="11671959" cy="5859785"/>
                      </a:xfrm>
                      <a:prstGeom prst="rect">
                        <a:avLst/>
                      </a:prstGeom>
                    </p:spPr>
                  </p:pic>
                </p:oleObj>
              </mc:Fallback>
            </mc:AlternateContent>
          </a:graphicData>
        </a:graphic>
      </p:graphicFrame>
    </p:spTree>
    <p:extLst>
      <p:ext uri="{BB962C8B-B14F-4D97-AF65-F5344CB8AC3E}">
        <p14:creationId xmlns:p14="http://schemas.microsoft.com/office/powerpoint/2010/main" val="399827110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711153664"/>
              </p:ext>
            </p:extLst>
          </p:nvPr>
        </p:nvGraphicFramePr>
        <p:xfrm>
          <a:off x="360437" y="2023772"/>
          <a:ext cx="11671959" cy="2080411"/>
        </p:xfrm>
        <a:graphic>
          <a:graphicData uri="http://schemas.openxmlformats.org/presentationml/2006/ole">
            <mc:AlternateContent xmlns:mc="http://schemas.openxmlformats.org/markup-compatibility/2006">
              <mc:Choice xmlns:v="urn:schemas-microsoft-com:vml" Requires="v">
                <p:oleObj spid="_x0000_s22560" name="文档" r:id="rId4" imgW="3826872" imgH="682102" progId="Word.Document.12">
                  <p:embed/>
                </p:oleObj>
              </mc:Choice>
              <mc:Fallback>
                <p:oleObj name="文档" r:id="rId4" imgW="3826872" imgH="682102" progId="Word.Document.12">
                  <p:embed/>
                  <p:pic>
                    <p:nvPicPr>
                      <p:cNvPr id="0" name=""/>
                      <p:cNvPicPr/>
                      <p:nvPr/>
                    </p:nvPicPr>
                    <p:blipFill>
                      <a:blip r:embed="rId5"/>
                      <a:stretch>
                        <a:fillRect/>
                      </a:stretch>
                    </p:blipFill>
                    <p:spPr>
                      <a:xfrm>
                        <a:off x="360437" y="2023772"/>
                        <a:ext cx="11671959" cy="2080411"/>
                      </a:xfrm>
                      <a:prstGeom prst="rect">
                        <a:avLst/>
                      </a:prstGeom>
                    </p:spPr>
                  </p:pic>
                </p:oleObj>
              </mc:Fallback>
            </mc:AlternateContent>
          </a:graphicData>
        </a:graphic>
      </p:graphicFrame>
    </p:spTree>
    <p:extLst>
      <p:ext uri="{BB962C8B-B14F-4D97-AF65-F5344CB8AC3E}">
        <p14:creationId xmlns:p14="http://schemas.microsoft.com/office/powerpoint/2010/main" val="79258806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791430031"/>
              </p:ext>
            </p:extLst>
          </p:nvPr>
        </p:nvGraphicFramePr>
        <p:xfrm>
          <a:off x="164077" y="1007839"/>
          <a:ext cx="11671959" cy="4342776"/>
        </p:xfrm>
        <a:graphic>
          <a:graphicData uri="http://schemas.openxmlformats.org/presentationml/2006/ole">
            <mc:AlternateContent xmlns:mc="http://schemas.openxmlformats.org/markup-compatibility/2006">
              <mc:Choice xmlns:v="urn:schemas-microsoft-com:vml" Requires="v">
                <p:oleObj spid="_x0000_s23584" name="文档" r:id="rId4" imgW="3826872" imgH="1423861" progId="Word.Document.12">
                  <p:embed/>
                </p:oleObj>
              </mc:Choice>
              <mc:Fallback>
                <p:oleObj name="文档" r:id="rId4" imgW="3826872" imgH="1423861" progId="Word.Document.12">
                  <p:embed/>
                  <p:pic>
                    <p:nvPicPr>
                      <p:cNvPr id="0" name=""/>
                      <p:cNvPicPr/>
                      <p:nvPr/>
                    </p:nvPicPr>
                    <p:blipFill>
                      <a:blip r:embed="rId5"/>
                      <a:stretch>
                        <a:fillRect/>
                      </a:stretch>
                    </p:blipFill>
                    <p:spPr>
                      <a:xfrm>
                        <a:off x="164077" y="1007839"/>
                        <a:ext cx="11671959" cy="4342776"/>
                      </a:xfrm>
                      <a:prstGeom prst="rect">
                        <a:avLst/>
                      </a:prstGeom>
                    </p:spPr>
                  </p:pic>
                </p:oleObj>
              </mc:Fallback>
            </mc:AlternateContent>
          </a:graphicData>
        </a:graphic>
      </p:graphicFrame>
    </p:spTree>
    <p:extLst>
      <p:ext uri="{BB962C8B-B14F-4D97-AF65-F5344CB8AC3E}">
        <p14:creationId xmlns:p14="http://schemas.microsoft.com/office/powerpoint/2010/main" val="75517578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417235"/>
            <a:ext cx="10807700" cy="3046988"/>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函数的图象是研究函数性质的基础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又是函数性质的具体体现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对于与三角函数有关的函数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平时主要考查函数图象的变换和函数解析式的确定以及通过对图象的描绘、观察来讨论函数的有关性质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449118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608250467"/>
              </p:ext>
            </p:extLst>
          </p:nvPr>
        </p:nvGraphicFramePr>
        <p:xfrm>
          <a:off x="432445" y="754707"/>
          <a:ext cx="11671959" cy="1778983"/>
        </p:xfrm>
        <a:graphic>
          <a:graphicData uri="http://schemas.openxmlformats.org/presentationml/2006/ole">
            <mc:AlternateContent xmlns:mc="http://schemas.openxmlformats.org/markup-compatibility/2006">
              <mc:Choice xmlns:v="urn:schemas-microsoft-com:vml" Requires="v">
                <p:oleObj spid="_x0000_s24608" name="文档" r:id="rId4" imgW="3826872" imgH="583273" progId="Word.Document.12">
                  <p:embed/>
                </p:oleObj>
              </mc:Choice>
              <mc:Fallback>
                <p:oleObj name="文档" r:id="rId4" imgW="3826872" imgH="583273" progId="Word.Document.12">
                  <p:embed/>
                  <p:pic>
                    <p:nvPicPr>
                      <p:cNvPr id="0" name=""/>
                      <p:cNvPicPr/>
                      <p:nvPr/>
                    </p:nvPicPr>
                    <p:blipFill>
                      <a:blip r:embed="rId5"/>
                      <a:stretch>
                        <a:fillRect/>
                      </a:stretch>
                    </p:blipFill>
                    <p:spPr>
                      <a:xfrm>
                        <a:off x="432445" y="754707"/>
                        <a:ext cx="11671959" cy="1778983"/>
                      </a:xfrm>
                      <a:prstGeom prst="rect">
                        <a:avLst/>
                      </a:prstGeom>
                    </p:spPr>
                  </p:pic>
                </p:oleObj>
              </mc:Fallback>
            </mc:AlternateContent>
          </a:graphicData>
        </a:graphic>
      </p:graphicFrame>
      <p:pic>
        <p:nvPicPr>
          <p:cNvPr id="4" name="YMG1TRA81.eps" descr="id:2147510841;FounderCES"/>
          <p:cNvPicPr/>
          <p:nvPr/>
        </p:nvPicPr>
        <p:blipFill>
          <a:blip r:embed="rId6"/>
          <a:stretch>
            <a:fillRect/>
          </a:stretch>
        </p:blipFill>
        <p:spPr>
          <a:xfrm>
            <a:off x="3528789" y="2626915"/>
            <a:ext cx="4680520" cy="3205460"/>
          </a:xfrm>
          <a:prstGeom prst="rect">
            <a:avLst/>
          </a:prstGeom>
        </p:spPr>
      </p:pic>
    </p:spTree>
    <p:extLst>
      <p:ext uri="{BB962C8B-B14F-4D97-AF65-F5344CB8AC3E}">
        <p14:creationId xmlns:p14="http://schemas.microsoft.com/office/powerpoint/2010/main" val="320228459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135847249"/>
              </p:ext>
            </p:extLst>
          </p:nvPr>
        </p:nvGraphicFramePr>
        <p:xfrm>
          <a:off x="327757" y="873655"/>
          <a:ext cx="11671959" cy="5024552"/>
        </p:xfrm>
        <a:graphic>
          <a:graphicData uri="http://schemas.openxmlformats.org/presentationml/2006/ole">
            <mc:AlternateContent xmlns:mc="http://schemas.openxmlformats.org/markup-compatibility/2006">
              <mc:Choice xmlns:v="urn:schemas-microsoft-com:vml" Requires="v">
                <p:oleObj spid="_x0000_s25632" name="文档" r:id="rId4" imgW="3826872" imgH="1647394" progId="Word.Document.12">
                  <p:embed/>
                </p:oleObj>
              </mc:Choice>
              <mc:Fallback>
                <p:oleObj name="文档" r:id="rId4" imgW="3826872" imgH="1647394" progId="Word.Document.12">
                  <p:embed/>
                  <p:pic>
                    <p:nvPicPr>
                      <p:cNvPr id="0" name=""/>
                      <p:cNvPicPr/>
                      <p:nvPr/>
                    </p:nvPicPr>
                    <p:blipFill>
                      <a:blip r:embed="rId5"/>
                      <a:stretch>
                        <a:fillRect/>
                      </a:stretch>
                    </p:blipFill>
                    <p:spPr>
                      <a:xfrm>
                        <a:off x="327757" y="873655"/>
                        <a:ext cx="11671959" cy="5024552"/>
                      </a:xfrm>
                      <a:prstGeom prst="rect">
                        <a:avLst/>
                      </a:prstGeom>
                    </p:spPr>
                  </p:pic>
                </p:oleObj>
              </mc:Fallback>
            </mc:AlternateContent>
          </a:graphicData>
        </a:graphic>
      </p:graphicFrame>
    </p:spTree>
    <p:extLst>
      <p:ext uri="{BB962C8B-B14F-4D97-AF65-F5344CB8AC3E}">
        <p14:creationId xmlns:p14="http://schemas.microsoft.com/office/powerpoint/2010/main" val="190514995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81048911"/>
              </p:ext>
            </p:extLst>
          </p:nvPr>
        </p:nvGraphicFramePr>
        <p:xfrm>
          <a:off x="355600" y="763588"/>
          <a:ext cx="11660188" cy="4765675"/>
        </p:xfrm>
        <a:graphic>
          <a:graphicData uri="http://schemas.openxmlformats.org/presentationml/2006/ole">
            <mc:AlternateContent xmlns:mc="http://schemas.openxmlformats.org/markup-compatibility/2006">
              <mc:Choice xmlns:v="urn:schemas-microsoft-com:vml" Requires="v">
                <p:oleObj spid="_x0000_s26657" name="文档" r:id="rId4" imgW="3837724" imgH="1574267" progId="Word.Document.12">
                  <p:embed/>
                </p:oleObj>
              </mc:Choice>
              <mc:Fallback>
                <p:oleObj name="文档" r:id="rId4" imgW="3837724" imgH="1574267" progId="Word.Document.12">
                  <p:embed/>
                  <p:pic>
                    <p:nvPicPr>
                      <p:cNvPr id="0" name=""/>
                      <p:cNvPicPr/>
                      <p:nvPr/>
                    </p:nvPicPr>
                    <p:blipFill>
                      <a:blip r:embed="rId5"/>
                      <a:stretch>
                        <a:fillRect/>
                      </a:stretch>
                    </p:blipFill>
                    <p:spPr>
                      <a:xfrm>
                        <a:off x="355600" y="763588"/>
                        <a:ext cx="11660188" cy="4765675"/>
                      </a:xfrm>
                      <a:prstGeom prst="rect">
                        <a:avLst/>
                      </a:prstGeom>
                    </p:spPr>
                  </p:pic>
                </p:oleObj>
              </mc:Fallback>
            </mc:AlternateContent>
          </a:graphicData>
        </a:graphic>
      </p:graphicFrame>
      <p:sp>
        <p:nvSpPr>
          <p:cNvPr id="4" name="矩形 3"/>
          <p:cNvSpPr>
            <a:spLocks noChangeAspect="1"/>
          </p:cNvSpPr>
          <p:nvPr/>
        </p:nvSpPr>
        <p:spPr>
          <a:xfrm>
            <a:off x="360437" y="5518983"/>
            <a:ext cx="152137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6457743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430055"/>
            <a:ext cx="11671959" cy="3178184"/>
            <a:chOff x="361950" y="719807"/>
            <a:chExt cx="11671959" cy="3178184"/>
          </a:xfrm>
        </p:grpSpPr>
        <p:sp>
          <p:nvSpPr>
            <p:cNvPr id="3" name="矩形 2"/>
            <p:cNvSpPr>
              <a:spLocks noChangeAspect="1"/>
            </p:cNvSpPr>
            <p:nvPr/>
          </p:nvSpPr>
          <p:spPr>
            <a:xfrm>
              <a:off x="361950" y="719807"/>
              <a:ext cx="10807700" cy="62786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专题四</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三角函数的最值或值域</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1244185"/>
                </p:ext>
              </p:extLst>
            </p:nvPr>
          </p:nvGraphicFramePr>
          <p:xfrm>
            <a:off x="361950" y="1390098"/>
            <a:ext cx="11671959" cy="2507893"/>
          </p:xfrm>
          <a:graphic>
            <a:graphicData uri="http://schemas.openxmlformats.org/presentationml/2006/ole">
              <mc:AlternateContent xmlns:mc="http://schemas.openxmlformats.org/markup-compatibility/2006">
                <mc:Choice xmlns:v="urn:schemas-microsoft-com:vml" Requires="v">
                  <p:oleObj spid="_x0000_s27691" name="文档" r:id="rId4" imgW="3826872" imgH="822260" progId="Word.Document.12">
                    <p:embed/>
                  </p:oleObj>
                </mc:Choice>
                <mc:Fallback>
                  <p:oleObj name="文档" r:id="rId4" imgW="3826872" imgH="822260" progId="Word.Document.12">
                    <p:embed/>
                    <p:pic>
                      <p:nvPicPr>
                        <p:cNvPr id="0" name=""/>
                        <p:cNvPicPr/>
                        <p:nvPr/>
                      </p:nvPicPr>
                      <p:blipFill>
                        <a:blip r:embed="rId5"/>
                        <a:stretch>
                          <a:fillRect/>
                        </a:stretch>
                      </p:blipFill>
                      <p:spPr>
                        <a:xfrm>
                          <a:off x="361950" y="1390098"/>
                          <a:ext cx="11671959" cy="2507893"/>
                        </a:xfrm>
                        <a:prstGeom prst="rect">
                          <a:avLst/>
                        </a:prstGeom>
                      </p:spPr>
                    </p:pic>
                  </p:oleObj>
                </mc:Fallback>
              </mc:AlternateContent>
            </a:graphicData>
          </a:graphic>
        </p:graphicFrame>
      </p:grpSp>
    </p:spTree>
    <p:extLst>
      <p:ext uri="{BB962C8B-B14F-4D97-AF65-F5344CB8AC3E}">
        <p14:creationId xmlns:p14="http://schemas.microsoft.com/office/powerpoint/2010/main" val="234046934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530075057"/>
              </p:ext>
            </p:extLst>
          </p:nvPr>
        </p:nvGraphicFramePr>
        <p:xfrm>
          <a:off x="360437" y="1151855"/>
          <a:ext cx="11671959" cy="4057787"/>
        </p:xfrm>
        <a:graphic>
          <a:graphicData uri="http://schemas.openxmlformats.org/presentationml/2006/ole">
            <mc:AlternateContent xmlns:mc="http://schemas.openxmlformats.org/markup-compatibility/2006">
              <mc:Choice xmlns:v="urn:schemas-microsoft-com:vml" Requires="v">
                <p:oleObj spid="_x0000_s28703" name="文档" r:id="rId4" imgW="3826872" imgH="1330422" progId="Word.Document.12">
                  <p:embed/>
                </p:oleObj>
              </mc:Choice>
              <mc:Fallback>
                <p:oleObj name="文档" r:id="rId4" imgW="3826872" imgH="1330422" progId="Word.Document.12">
                  <p:embed/>
                  <p:pic>
                    <p:nvPicPr>
                      <p:cNvPr id="0" name=""/>
                      <p:cNvPicPr/>
                      <p:nvPr/>
                    </p:nvPicPr>
                    <p:blipFill>
                      <a:blip r:embed="rId5"/>
                      <a:stretch>
                        <a:fillRect/>
                      </a:stretch>
                    </p:blipFill>
                    <p:spPr>
                      <a:xfrm>
                        <a:off x="360437" y="1151855"/>
                        <a:ext cx="11671959" cy="4057787"/>
                      </a:xfrm>
                      <a:prstGeom prst="rect">
                        <a:avLst/>
                      </a:prstGeom>
                    </p:spPr>
                  </p:pic>
                </p:oleObj>
              </mc:Fallback>
            </mc:AlternateContent>
          </a:graphicData>
        </a:graphic>
      </p:graphicFrame>
    </p:spTree>
    <p:extLst>
      <p:ext uri="{BB962C8B-B14F-4D97-AF65-F5344CB8AC3E}">
        <p14:creationId xmlns:p14="http://schemas.microsoft.com/office/powerpoint/2010/main" val="16132978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439783513"/>
              </p:ext>
            </p:extLst>
          </p:nvPr>
        </p:nvGraphicFramePr>
        <p:xfrm>
          <a:off x="360437" y="1079847"/>
          <a:ext cx="11671959" cy="3966809"/>
        </p:xfrm>
        <a:graphic>
          <a:graphicData uri="http://schemas.openxmlformats.org/presentationml/2006/ole">
            <mc:AlternateContent xmlns:mc="http://schemas.openxmlformats.org/markup-compatibility/2006">
              <mc:Choice xmlns:v="urn:schemas-microsoft-com:vml" Requires="v">
                <p:oleObj spid="_x0000_s29727" name="文档" r:id="rId4" imgW="3826872" imgH="1300593" progId="Word.Document.12">
                  <p:embed/>
                </p:oleObj>
              </mc:Choice>
              <mc:Fallback>
                <p:oleObj name="文档" r:id="rId4" imgW="3826872" imgH="1300593" progId="Word.Document.12">
                  <p:embed/>
                  <p:pic>
                    <p:nvPicPr>
                      <p:cNvPr id="0" name=""/>
                      <p:cNvPicPr/>
                      <p:nvPr/>
                    </p:nvPicPr>
                    <p:blipFill>
                      <a:blip r:embed="rId5"/>
                      <a:stretch>
                        <a:fillRect/>
                      </a:stretch>
                    </p:blipFill>
                    <p:spPr>
                      <a:xfrm>
                        <a:off x="360437" y="1079847"/>
                        <a:ext cx="11671959" cy="3966809"/>
                      </a:xfrm>
                      <a:prstGeom prst="rect">
                        <a:avLst/>
                      </a:prstGeom>
                    </p:spPr>
                  </p:pic>
                </p:oleObj>
              </mc:Fallback>
            </mc:AlternateContent>
          </a:graphicData>
        </a:graphic>
      </p:graphicFrame>
    </p:spTree>
    <p:extLst>
      <p:ext uri="{BB962C8B-B14F-4D97-AF65-F5344CB8AC3E}">
        <p14:creationId xmlns:p14="http://schemas.microsoft.com/office/powerpoint/2010/main" val="33435480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345227"/>
            <a:ext cx="10807700" cy="3046988"/>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求与三角函数有关的函数的值域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最值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问题可分为以下几类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Microsoft Yi Baiti" panose="03000500000000000000" pitchFamily="66" charset="0"/>
                <a:cs typeface="Times New Roman" panose="02020603050405020304" pitchFamily="18" charset="0"/>
              </a:rPr>
              <a:t>ω</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err="1">
                <a:solidFill>
                  <a:srgbClr val="000000"/>
                </a:solidFill>
                <a:ea typeface="Microsoft Yi Baiti" panose="03000500000000000000" pitchFamily="66" charset="0"/>
                <a:cs typeface="Times New Roman" panose="02020603050405020304" pitchFamily="18" charset="0"/>
              </a:rPr>
              <a:t>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ea typeface="仿宋" panose="02010609060101010101" pitchFamily="49" charset="-122"/>
                <a:cs typeface="Times New Roman" panose="02020603050405020304" pitchFamily="18" charset="0"/>
              </a:rPr>
              <a:t>类型的</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仿宋" panose="02010609060101010101" pitchFamily="49" charset="-122"/>
                <a:cs typeface="Times New Roman" panose="02020603050405020304" pitchFamily="18" charset="0"/>
              </a:rPr>
              <a:t>利用</a:t>
            </a:r>
            <a:r>
              <a:rPr lang="zh-CN" altLang="zh-CN" dirty="0">
                <a:solidFill>
                  <a:srgbClr val="000000"/>
                </a:solidFill>
                <a:ea typeface="仿宋" panose="02010609060101010101" pitchFamily="49" charset="-122"/>
                <a:cs typeface="Times New Roman" panose="02020603050405020304" pitchFamily="18" charset="0"/>
              </a:rPr>
              <a:t>其图象与性质数形结合求解</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可化为以三角函数为元的二次函数类型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应先确定三角函数的取值范围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再用二次函数求解</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利用几何意义</a:t>
            </a:r>
            <a:r>
              <a:rPr lang="zh-CN" altLang="zh-CN" dirty="0" smtClean="0">
                <a:solidFill>
                  <a:srgbClr val="000000"/>
                </a:solidFill>
                <a:ea typeface="仿宋" panose="02010609060101010101" pitchFamily="49" charset="-122"/>
                <a:cs typeface="Times New Roman" panose="02020603050405020304" pitchFamily="18" charset="0"/>
              </a:rPr>
              <a:t>求解</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97988914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668218899"/>
              </p:ext>
            </p:extLst>
          </p:nvPr>
        </p:nvGraphicFramePr>
        <p:xfrm>
          <a:off x="288429" y="710857"/>
          <a:ext cx="11671959" cy="1223254"/>
        </p:xfrm>
        <a:graphic>
          <a:graphicData uri="http://schemas.openxmlformats.org/presentationml/2006/ole">
            <mc:AlternateContent xmlns:mc="http://schemas.openxmlformats.org/markup-compatibility/2006">
              <mc:Choice xmlns:v="urn:schemas-microsoft-com:vml" Requires="v">
                <p:oleObj spid="_x0000_s30780" name="文档" r:id="rId4" imgW="3826872" imgH="401067" progId="Word.Document.12">
                  <p:embed/>
                </p:oleObj>
              </mc:Choice>
              <mc:Fallback>
                <p:oleObj name="文档" r:id="rId4" imgW="3826872" imgH="401067" progId="Word.Document.12">
                  <p:embed/>
                  <p:pic>
                    <p:nvPicPr>
                      <p:cNvPr id="0" name=""/>
                      <p:cNvPicPr/>
                      <p:nvPr/>
                    </p:nvPicPr>
                    <p:blipFill>
                      <a:blip r:embed="rId5"/>
                      <a:stretch>
                        <a:fillRect/>
                      </a:stretch>
                    </p:blipFill>
                    <p:spPr>
                      <a:xfrm>
                        <a:off x="288429" y="710857"/>
                        <a:ext cx="11671959" cy="122325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146416597"/>
              </p:ext>
            </p:extLst>
          </p:nvPr>
        </p:nvGraphicFramePr>
        <p:xfrm>
          <a:off x="360437" y="1953775"/>
          <a:ext cx="11671959" cy="4415119"/>
        </p:xfrm>
        <a:graphic>
          <a:graphicData uri="http://schemas.openxmlformats.org/presentationml/2006/ole">
            <mc:AlternateContent xmlns:mc="http://schemas.openxmlformats.org/markup-compatibility/2006">
              <mc:Choice xmlns:v="urn:schemas-microsoft-com:vml" Requires="v">
                <p:oleObj spid="_x0000_s30781" name="文档" r:id="rId7" imgW="3826872" imgH="1447580" progId="Word.Document.12">
                  <p:embed/>
                </p:oleObj>
              </mc:Choice>
              <mc:Fallback>
                <p:oleObj name="文档" r:id="rId7" imgW="3826872" imgH="1447580" progId="Word.Document.12">
                  <p:embed/>
                  <p:pic>
                    <p:nvPicPr>
                      <p:cNvPr id="0" name=""/>
                      <p:cNvPicPr/>
                      <p:nvPr/>
                    </p:nvPicPr>
                    <p:blipFill>
                      <a:blip r:embed="rId8"/>
                      <a:stretch>
                        <a:fillRect/>
                      </a:stretch>
                    </p:blipFill>
                    <p:spPr>
                      <a:xfrm>
                        <a:off x="360437" y="1953775"/>
                        <a:ext cx="11671959" cy="4415119"/>
                      </a:xfrm>
                      <a:prstGeom prst="rect">
                        <a:avLst/>
                      </a:prstGeom>
                    </p:spPr>
                  </p:pic>
                </p:oleObj>
              </mc:Fallback>
            </mc:AlternateContent>
          </a:graphicData>
        </a:graphic>
      </p:graphicFrame>
    </p:spTree>
    <p:extLst>
      <p:ext uri="{BB962C8B-B14F-4D97-AF65-F5344CB8AC3E}">
        <p14:creationId xmlns:p14="http://schemas.microsoft.com/office/powerpoint/2010/main" val="143245808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940446117"/>
              </p:ext>
            </p:extLst>
          </p:nvPr>
        </p:nvGraphicFramePr>
        <p:xfrm>
          <a:off x="504453" y="1079847"/>
          <a:ext cx="11671959" cy="4198087"/>
        </p:xfrm>
        <a:graphic>
          <a:graphicData uri="http://schemas.openxmlformats.org/presentationml/2006/ole">
            <mc:AlternateContent xmlns:mc="http://schemas.openxmlformats.org/markup-compatibility/2006">
              <mc:Choice xmlns:v="urn:schemas-microsoft-com:vml" Requires="v">
                <p:oleObj spid="_x0000_s31775" name="文档" r:id="rId4" imgW="3826872" imgH="1376422" progId="Word.Document.12">
                  <p:embed/>
                </p:oleObj>
              </mc:Choice>
              <mc:Fallback>
                <p:oleObj name="文档" r:id="rId4" imgW="3826872" imgH="1376422" progId="Word.Document.12">
                  <p:embed/>
                  <p:pic>
                    <p:nvPicPr>
                      <p:cNvPr id="0" name=""/>
                      <p:cNvPicPr/>
                      <p:nvPr/>
                    </p:nvPicPr>
                    <p:blipFill>
                      <a:blip r:embed="rId5"/>
                      <a:stretch>
                        <a:fillRect/>
                      </a:stretch>
                    </p:blipFill>
                    <p:spPr>
                      <a:xfrm>
                        <a:off x="504453" y="1079847"/>
                        <a:ext cx="11671959" cy="4198087"/>
                      </a:xfrm>
                      <a:prstGeom prst="rect">
                        <a:avLst/>
                      </a:prstGeom>
                    </p:spPr>
                  </p:pic>
                </p:oleObj>
              </mc:Fallback>
            </mc:AlternateContent>
          </a:graphicData>
        </a:graphic>
      </p:graphicFrame>
    </p:spTree>
    <p:extLst>
      <p:ext uri="{BB962C8B-B14F-4D97-AF65-F5344CB8AC3E}">
        <p14:creationId xmlns:p14="http://schemas.microsoft.com/office/powerpoint/2010/main" val="393407914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75791"/>
            <a:ext cx="10807700" cy="62786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专题五</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三角函数式的化简与</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证明</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64210102"/>
              </p:ext>
            </p:extLst>
          </p:nvPr>
        </p:nvGraphicFramePr>
        <p:xfrm>
          <a:off x="216421" y="1184535"/>
          <a:ext cx="11671959" cy="697123"/>
        </p:xfrm>
        <a:graphic>
          <a:graphicData uri="http://schemas.openxmlformats.org/presentationml/2006/ole">
            <mc:AlternateContent xmlns:mc="http://schemas.openxmlformats.org/markup-compatibility/2006">
              <mc:Choice xmlns:v="urn:schemas-microsoft-com:vml" Requires="v">
                <p:oleObj spid="_x0000_s32819" name="文档" r:id="rId4" imgW="3826872" imgH="228565" progId="Word.Document.12">
                  <p:embed/>
                </p:oleObj>
              </mc:Choice>
              <mc:Fallback>
                <p:oleObj name="文档" r:id="rId4" imgW="3826872" imgH="228565" progId="Word.Document.12">
                  <p:embed/>
                  <p:pic>
                    <p:nvPicPr>
                      <p:cNvPr id="0" name=""/>
                      <p:cNvPicPr/>
                      <p:nvPr/>
                    </p:nvPicPr>
                    <p:blipFill>
                      <a:blip r:embed="rId5"/>
                      <a:stretch>
                        <a:fillRect/>
                      </a:stretch>
                    </p:blipFill>
                    <p:spPr>
                      <a:xfrm>
                        <a:off x="216421" y="1184535"/>
                        <a:ext cx="11671959" cy="69712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432938180"/>
              </p:ext>
            </p:extLst>
          </p:nvPr>
        </p:nvGraphicFramePr>
        <p:xfrm>
          <a:off x="360437" y="1920617"/>
          <a:ext cx="10610872" cy="4436242"/>
        </p:xfrm>
        <a:graphic>
          <a:graphicData uri="http://schemas.openxmlformats.org/presentationml/2006/ole">
            <mc:AlternateContent xmlns:mc="http://schemas.openxmlformats.org/markup-compatibility/2006">
              <mc:Choice xmlns:v="urn:schemas-microsoft-com:vml" Requires="v">
                <p:oleObj spid="_x0000_s32820" name="文档" r:id="rId7" imgW="3826872" imgH="1599956" progId="Word.Document.12">
                  <p:embed/>
                </p:oleObj>
              </mc:Choice>
              <mc:Fallback>
                <p:oleObj name="文档" r:id="rId7" imgW="3826872" imgH="1599956" progId="Word.Document.12">
                  <p:embed/>
                  <p:pic>
                    <p:nvPicPr>
                      <p:cNvPr id="0" name=""/>
                      <p:cNvPicPr/>
                      <p:nvPr/>
                    </p:nvPicPr>
                    <p:blipFill>
                      <a:blip r:embed="rId8"/>
                      <a:stretch>
                        <a:fillRect/>
                      </a:stretch>
                    </p:blipFill>
                    <p:spPr>
                      <a:xfrm>
                        <a:off x="360437" y="1920617"/>
                        <a:ext cx="10610872" cy="4436242"/>
                      </a:xfrm>
                      <a:prstGeom prst="rect">
                        <a:avLst/>
                      </a:prstGeom>
                    </p:spPr>
                  </p:pic>
                </p:oleObj>
              </mc:Fallback>
            </mc:AlternateContent>
          </a:graphicData>
        </a:graphic>
      </p:graphicFrame>
    </p:spTree>
    <p:extLst>
      <p:ext uri="{BB962C8B-B14F-4D97-AF65-F5344CB8AC3E}">
        <p14:creationId xmlns:p14="http://schemas.microsoft.com/office/powerpoint/2010/main" val="305006330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39185371"/>
              </p:ext>
            </p:extLst>
          </p:nvPr>
        </p:nvGraphicFramePr>
        <p:xfrm>
          <a:off x="432445" y="1079847"/>
          <a:ext cx="10607329" cy="3798540"/>
        </p:xfrm>
        <a:graphic>
          <a:graphicData uri="http://schemas.openxmlformats.org/presentationml/2006/ole">
            <mc:AlternateContent xmlns:mc="http://schemas.openxmlformats.org/markup-compatibility/2006">
              <mc:Choice xmlns:v="urn:schemas-microsoft-com:vml" Requires="v">
                <p:oleObj spid="_x0000_s34848" name="文档" r:id="rId4" imgW="3477813" imgH="1245423" progId="Word.Document.12">
                  <p:embed/>
                </p:oleObj>
              </mc:Choice>
              <mc:Fallback>
                <p:oleObj name="文档" r:id="rId4" imgW="3477813" imgH="1245423" progId="Word.Document.12">
                  <p:embed/>
                  <p:pic>
                    <p:nvPicPr>
                      <p:cNvPr id="0" name=""/>
                      <p:cNvPicPr/>
                      <p:nvPr/>
                    </p:nvPicPr>
                    <p:blipFill>
                      <a:blip r:embed="rId5"/>
                      <a:stretch>
                        <a:fillRect/>
                      </a:stretch>
                    </p:blipFill>
                    <p:spPr>
                      <a:xfrm>
                        <a:off x="432445" y="1079847"/>
                        <a:ext cx="10607329" cy="3798540"/>
                      </a:xfrm>
                      <a:prstGeom prst="rect">
                        <a:avLst/>
                      </a:prstGeom>
                    </p:spPr>
                  </p:pic>
                </p:oleObj>
              </mc:Fallback>
            </mc:AlternateContent>
          </a:graphicData>
        </a:graphic>
      </p:graphicFrame>
    </p:spTree>
    <p:extLst>
      <p:ext uri="{BB962C8B-B14F-4D97-AF65-F5344CB8AC3E}">
        <p14:creationId xmlns:p14="http://schemas.microsoft.com/office/powerpoint/2010/main" val="211692767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89679"/>
            <a:ext cx="10807700" cy="4228850"/>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三角函数式的化简常用策略有切化弦、异名化同名、降幂公式、</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的代换等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化简的结果应做到项数尽可能少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次数尽可能低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函数名尽量统一</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三角函数式的证明常用方法有从左向右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或从右向左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一般由繁向简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从两边向中间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左右归一法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作差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证明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左边</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右边</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左右分子、分母交叉相乘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证明差值为</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72556475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063719089"/>
              </p:ext>
            </p:extLst>
          </p:nvPr>
        </p:nvGraphicFramePr>
        <p:xfrm>
          <a:off x="288429" y="791815"/>
          <a:ext cx="11671959" cy="700411"/>
        </p:xfrm>
        <a:graphic>
          <a:graphicData uri="http://schemas.openxmlformats.org/presentationml/2006/ole">
            <mc:AlternateContent xmlns:mc="http://schemas.openxmlformats.org/markup-compatibility/2006">
              <mc:Choice xmlns:v="urn:schemas-microsoft-com:vml" Requires="v">
                <p:oleObj spid="_x0000_s35900" name="文档" r:id="rId4" imgW="3826872" imgH="229643" progId="Word.Document.12">
                  <p:embed/>
                </p:oleObj>
              </mc:Choice>
              <mc:Fallback>
                <p:oleObj name="文档" r:id="rId4" imgW="3826872" imgH="229643" progId="Word.Document.12">
                  <p:embed/>
                  <p:pic>
                    <p:nvPicPr>
                      <p:cNvPr id="0" name=""/>
                      <p:cNvPicPr/>
                      <p:nvPr/>
                    </p:nvPicPr>
                    <p:blipFill>
                      <a:blip r:embed="rId5"/>
                      <a:stretch>
                        <a:fillRect/>
                      </a:stretch>
                    </p:blipFill>
                    <p:spPr>
                      <a:xfrm>
                        <a:off x="288429" y="791815"/>
                        <a:ext cx="11671959" cy="700411"/>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71505023"/>
              </p:ext>
            </p:extLst>
          </p:nvPr>
        </p:nvGraphicFramePr>
        <p:xfrm>
          <a:off x="360437" y="1619703"/>
          <a:ext cx="11671959" cy="4284680"/>
        </p:xfrm>
        <a:graphic>
          <a:graphicData uri="http://schemas.openxmlformats.org/presentationml/2006/ole">
            <mc:AlternateContent xmlns:mc="http://schemas.openxmlformats.org/markup-compatibility/2006">
              <mc:Choice xmlns:v="urn:schemas-microsoft-com:vml" Requires="v">
                <p:oleObj spid="_x0000_s35901" name="文档" r:id="rId7" imgW="3826872" imgH="1404813" progId="Word.Document.12">
                  <p:embed/>
                </p:oleObj>
              </mc:Choice>
              <mc:Fallback>
                <p:oleObj name="文档" r:id="rId7" imgW="3826872" imgH="1404813" progId="Word.Document.12">
                  <p:embed/>
                  <p:pic>
                    <p:nvPicPr>
                      <p:cNvPr id="0" name=""/>
                      <p:cNvPicPr/>
                      <p:nvPr/>
                    </p:nvPicPr>
                    <p:blipFill>
                      <a:blip r:embed="rId8"/>
                      <a:stretch>
                        <a:fillRect/>
                      </a:stretch>
                    </p:blipFill>
                    <p:spPr>
                      <a:xfrm>
                        <a:off x="360437" y="1619703"/>
                        <a:ext cx="11671959" cy="4284680"/>
                      </a:xfrm>
                      <a:prstGeom prst="rect">
                        <a:avLst/>
                      </a:prstGeom>
                    </p:spPr>
                  </p:pic>
                </p:oleObj>
              </mc:Fallback>
            </mc:AlternateContent>
          </a:graphicData>
        </a:graphic>
      </p:graphicFrame>
    </p:spTree>
    <p:extLst>
      <p:ext uri="{BB962C8B-B14F-4D97-AF65-F5344CB8AC3E}">
        <p14:creationId xmlns:p14="http://schemas.microsoft.com/office/powerpoint/2010/main" val="1774935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878061"/>
            <a:ext cx="10807700" cy="4934650"/>
            <a:chOff x="361950" y="681701"/>
            <a:chExt cx="10807700" cy="4934650"/>
          </a:xfrm>
        </p:grpSpPr>
        <p:sp>
          <p:nvSpPr>
            <p:cNvPr id="2" name="矩形 1"/>
            <p:cNvSpPr>
              <a:spLocks noChangeAspect="1"/>
            </p:cNvSpPr>
            <p:nvPr/>
          </p:nvSpPr>
          <p:spPr>
            <a:xfrm>
              <a:off x="361950" y="681701"/>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专题六</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三角函数模型在实际问题中的应用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6</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已知某帆船中心比赛场馆区的海面上每天海浪高度</a:t>
              </a:r>
              <a:r>
                <a:rPr lang="en-US" altLang="zh-CN" i="1" dirty="0">
                  <a:solidFill>
                    <a:srgbClr val="000000"/>
                  </a:solidFill>
                  <a:ea typeface="宋体" panose="02010600030101010101" pitchFamily="2" charset="-122"/>
                </a:rPr>
                <a:t>y</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:m)</a:t>
              </a:r>
              <a:r>
                <a:rPr lang="zh-CN" altLang="zh-CN" dirty="0">
                  <a:solidFill>
                    <a:srgbClr val="000000"/>
                  </a:solidFill>
                  <a:ea typeface="宋体" panose="02010600030101010101" pitchFamily="2" charset="-122"/>
                  <a:cs typeface="Times New Roman" panose="02020603050405020304" pitchFamily="18" charset="0"/>
                </a:rPr>
                <a:t>可看作是时间</a:t>
              </a:r>
              <a:r>
                <a:rPr lang="en-US" altLang="zh-CN" i="1" dirty="0">
                  <a:solidFill>
                    <a:srgbClr val="000000"/>
                  </a:solidFill>
                  <a:ea typeface="宋体" panose="02010600030101010101" pitchFamily="2" charset="-122"/>
                </a:rPr>
                <a:t>t</a:t>
              </a:r>
              <a:r>
                <a:rPr lang="en-US" altLang="zh-CN" dirty="0">
                  <a:solidFill>
                    <a:srgbClr val="000000"/>
                  </a:solidFill>
                  <a:ea typeface="宋体" panose="02010600030101010101" pitchFamily="2" charset="-122"/>
                </a:rPr>
                <a:t>(0</a:t>
              </a:r>
              <a:r>
                <a:rPr lang="en-US" altLang="zh-CN" dirty="0">
                  <a:solidFill>
                    <a:srgbClr val="000000"/>
                  </a:solidFill>
                  <a:latin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rPr>
                <a:t>t</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24,</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:h)</a:t>
              </a:r>
              <a:r>
                <a:rPr lang="zh-CN" altLang="zh-CN" dirty="0">
                  <a:solidFill>
                    <a:srgbClr val="000000"/>
                  </a:solidFill>
                  <a:ea typeface="宋体" panose="02010600030101010101" pitchFamily="2" charset="-122"/>
                  <a:cs typeface="Times New Roman" panose="02020603050405020304" pitchFamily="18" charset="0"/>
                </a:rPr>
                <a:t>的函数</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记作</a:t>
              </a:r>
              <a:r>
                <a:rPr lang="en-US" altLang="zh-CN" i="1" dirty="0">
                  <a:solidFill>
                    <a:srgbClr val="000000"/>
                  </a:solidFill>
                  <a:ea typeface="宋体" panose="02010600030101010101" pitchFamily="2" charset="-122"/>
                </a:rPr>
                <a:t>y=f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t</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经长期观测</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y=f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t</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的曲线可近似地看成是函数</a:t>
              </a:r>
              <a:r>
                <a:rPr lang="en-US" altLang="zh-CN" i="1" dirty="0">
                  <a:solidFill>
                    <a:srgbClr val="000000"/>
                  </a:solidFill>
                  <a:ea typeface="宋体" panose="02010600030101010101" pitchFamily="2" charset="-122"/>
                </a:rPr>
                <a:t>y=</a:t>
              </a:r>
              <a:r>
                <a:rPr lang="en-US" altLang="zh-CN" i="1" dirty="0" err="1">
                  <a:solidFill>
                    <a:srgbClr val="000000"/>
                  </a:solidFill>
                  <a:ea typeface="宋体" panose="02010600030101010101" pitchFamily="2" charset="-122"/>
                </a:rPr>
                <a:t>A</a:t>
              </a:r>
              <a:r>
                <a:rPr lang="en-US" altLang="zh-CN" dirty="0" err="1">
                  <a:solidFill>
                    <a:srgbClr val="000000"/>
                  </a:solidFill>
                  <a:ea typeface="宋体" panose="02010600030101010101" pitchFamily="2" charset="-122"/>
                </a:rPr>
                <a:t>cos</a:t>
              </a:r>
              <a:r>
                <a:rPr lang="en-US" altLang="zh-CN" dirty="0">
                  <a:solidFill>
                    <a:srgbClr val="000000"/>
                  </a:solidFill>
                  <a:ea typeface="宋体" panose="02010600030101010101" pitchFamily="2" charset="-122"/>
                </a:rPr>
                <a:t> </a:t>
              </a:r>
              <a:r>
                <a:rPr lang="en-US" altLang="zh-CN" i="1" dirty="0" err="1">
                  <a:solidFill>
                    <a:srgbClr val="000000"/>
                  </a:solidFill>
                  <a:ea typeface="Microsoft Yi Baiti" panose="03000500000000000000" pitchFamily="66" charset="0"/>
                </a:rPr>
                <a:t>ω</a:t>
              </a:r>
              <a:r>
                <a:rPr lang="en-US" altLang="zh-CN" i="1" dirty="0" err="1">
                  <a:solidFill>
                    <a:srgbClr val="000000"/>
                  </a:solidFill>
                  <a:ea typeface="宋体" panose="02010600030101010101" pitchFamily="2" charset="-122"/>
                </a:rPr>
                <a:t>t+b</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下表是某日各时的浪高数据</a:t>
              </a:r>
              <a:r>
                <a:rPr lang="en-US" altLang="zh-CN" dirty="0">
                  <a:solidFill>
                    <a:srgbClr val="000000"/>
                  </a:solidFill>
                  <a:ea typeface="宋体" panose="02010600030101010101" pitchFamily="2" charset="-122"/>
                </a:rPr>
                <a:t>:</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2174259469"/>
                </p:ext>
              </p:extLst>
            </p:nvPr>
          </p:nvGraphicFramePr>
          <p:xfrm>
            <a:off x="401550" y="3722079"/>
            <a:ext cx="10768100" cy="1894272"/>
          </p:xfrm>
          <a:graphic>
            <a:graphicData uri="http://schemas.openxmlformats.org/presentationml/2006/ole">
              <mc:AlternateContent xmlns:mc="http://schemas.openxmlformats.org/markup-compatibility/2006">
                <mc:Choice xmlns:v="urn:schemas-microsoft-com:vml" Requires="v">
                  <p:oleObj spid="_x0000_s36894" name="文档" r:id="rId4" imgW="3883577" imgH="683180" progId="Word.Document.12">
                    <p:embed/>
                  </p:oleObj>
                </mc:Choice>
                <mc:Fallback>
                  <p:oleObj name="文档" r:id="rId4" imgW="3883577" imgH="683180" progId="Word.Document.12">
                    <p:embed/>
                    <p:pic>
                      <p:nvPicPr>
                        <p:cNvPr id="0" name=""/>
                        <p:cNvPicPr/>
                        <p:nvPr/>
                      </p:nvPicPr>
                      <p:blipFill>
                        <a:blip r:embed="rId5"/>
                        <a:stretch>
                          <a:fillRect/>
                        </a:stretch>
                      </p:blipFill>
                      <p:spPr>
                        <a:xfrm>
                          <a:off x="401550" y="3722079"/>
                          <a:ext cx="10768100" cy="1894272"/>
                        </a:xfrm>
                        <a:prstGeom prst="rect">
                          <a:avLst/>
                        </a:prstGeom>
                      </p:spPr>
                    </p:pic>
                  </p:oleObj>
                </mc:Fallback>
              </mc:AlternateContent>
            </a:graphicData>
          </a:graphic>
        </p:graphicFrame>
        <p:sp>
          <p:nvSpPr>
            <p:cNvPr id="6" name="矩形 5"/>
            <p:cNvSpPr>
              <a:spLocks noChangeAspect="1"/>
            </p:cNvSpPr>
            <p:nvPr/>
          </p:nvSpPr>
          <p:spPr>
            <a:xfrm>
              <a:off x="361950" y="4968279"/>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则最能近似地表示表中数据之间对应关系的函数是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0404598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542124180"/>
              </p:ext>
            </p:extLst>
          </p:nvPr>
        </p:nvGraphicFramePr>
        <p:xfrm>
          <a:off x="504825" y="884325"/>
          <a:ext cx="11661775" cy="4044950"/>
        </p:xfrm>
        <a:graphic>
          <a:graphicData uri="http://schemas.openxmlformats.org/presentationml/2006/ole">
            <mc:AlternateContent xmlns:mc="http://schemas.openxmlformats.org/markup-compatibility/2006">
              <mc:Choice xmlns:v="urn:schemas-microsoft-com:vml" Requires="v">
                <p:oleObj spid="_x0000_s37948" name="文档" r:id="rId4" imgW="3837724" imgH="1335567" progId="Word.Document.12">
                  <p:embed/>
                </p:oleObj>
              </mc:Choice>
              <mc:Fallback>
                <p:oleObj name="文档" r:id="rId4" imgW="3837724" imgH="1335567" progId="Word.Document.12">
                  <p:embed/>
                  <p:pic>
                    <p:nvPicPr>
                      <p:cNvPr id="0" name=""/>
                      <p:cNvPicPr/>
                      <p:nvPr/>
                    </p:nvPicPr>
                    <p:blipFill>
                      <a:blip r:embed="rId5"/>
                      <a:stretch>
                        <a:fillRect/>
                      </a:stretch>
                    </p:blipFill>
                    <p:spPr>
                      <a:xfrm>
                        <a:off x="504825" y="884325"/>
                        <a:ext cx="11661775" cy="40449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78492649"/>
              </p:ext>
            </p:extLst>
          </p:nvPr>
        </p:nvGraphicFramePr>
        <p:xfrm>
          <a:off x="525451" y="5028371"/>
          <a:ext cx="11671959" cy="699316"/>
        </p:xfrm>
        <a:graphic>
          <a:graphicData uri="http://schemas.openxmlformats.org/presentationml/2006/ole">
            <mc:AlternateContent xmlns:mc="http://schemas.openxmlformats.org/markup-compatibility/2006">
              <mc:Choice xmlns:v="urn:schemas-microsoft-com:vml" Requires="v">
                <p:oleObj spid="_x0000_s37949" name="文档" r:id="rId7" imgW="3826872" imgH="229284" progId="Word.Document.12">
                  <p:embed/>
                </p:oleObj>
              </mc:Choice>
              <mc:Fallback>
                <p:oleObj name="文档" r:id="rId7" imgW="3826872" imgH="229284" progId="Word.Document.12">
                  <p:embed/>
                  <p:pic>
                    <p:nvPicPr>
                      <p:cNvPr id="0" name=""/>
                      <p:cNvPicPr/>
                      <p:nvPr/>
                    </p:nvPicPr>
                    <p:blipFill>
                      <a:blip r:embed="rId8"/>
                      <a:stretch>
                        <a:fillRect/>
                      </a:stretch>
                    </p:blipFill>
                    <p:spPr>
                      <a:xfrm>
                        <a:off x="525451" y="5028371"/>
                        <a:ext cx="11671959" cy="699316"/>
                      </a:xfrm>
                      <a:prstGeom prst="rect">
                        <a:avLst/>
                      </a:prstGeom>
                    </p:spPr>
                  </p:pic>
                </p:oleObj>
              </mc:Fallback>
            </mc:AlternateContent>
          </a:graphicData>
        </a:graphic>
      </p:graphicFrame>
    </p:spTree>
    <p:extLst>
      <p:ext uri="{BB962C8B-B14F-4D97-AF65-F5344CB8AC3E}">
        <p14:creationId xmlns:p14="http://schemas.microsoft.com/office/powerpoint/2010/main" val="35177460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51855"/>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三角函数</a:t>
            </a:r>
            <a:r>
              <a:rPr lang="zh-CN" altLang="zh-CN" dirty="0">
                <a:solidFill>
                  <a:srgbClr val="000000"/>
                </a:solidFill>
                <a:ea typeface="仿宋" panose="02010609060101010101" pitchFamily="49" charset="-122"/>
                <a:cs typeface="Times New Roman" panose="02020603050405020304" pitchFamily="18" charset="0"/>
              </a:rPr>
              <a:t>模型构建的步骤</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收集数据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观察数据</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smtClean="0">
                <a:solidFill>
                  <a:srgbClr val="000000"/>
                </a:solidFill>
                <a:ea typeface="仿宋" panose="02010609060101010101" pitchFamily="49" charset="-122"/>
                <a:cs typeface="Times New Roman" panose="02020603050405020304" pitchFamily="18" charset="0"/>
              </a:rPr>
              <a:t>判断</a:t>
            </a:r>
            <a:r>
              <a:rPr lang="zh-CN" altLang="zh-CN" dirty="0" smtClean="0">
                <a:solidFill>
                  <a:srgbClr val="000000"/>
                </a:solidFill>
                <a:ea typeface="仿宋" panose="02010609060101010101" pitchFamily="49" charset="-122"/>
                <a:cs typeface="Times New Roman" panose="02020603050405020304" pitchFamily="18" charset="0"/>
              </a:rPr>
              <a:t>是否</a:t>
            </a:r>
            <a:r>
              <a:rPr lang="zh-CN" altLang="zh-CN" dirty="0">
                <a:solidFill>
                  <a:srgbClr val="000000"/>
                </a:solidFill>
                <a:ea typeface="仿宋" panose="02010609060101010101" pitchFamily="49" charset="-122"/>
                <a:cs typeface="Times New Roman" panose="02020603050405020304" pitchFamily="18" charset="0"/>
              </a:rPr>
              <a:t>具有周期性的重复现象</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制作散点图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选择函数模型进行拟合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利用三角函数模型解决实际问题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仿宋" panose="02010609060101010101" pitchFamily="49" charset="-122"/>
                <a:cs typeface="Times New Roman" panose="02020603050405020304" pitchFamily="18" charset="0"/>
              </a:rPr>
              <a:t>根据问题的实际意义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对答案的合理性进行检验</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712964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12645"/>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某时钟的秒针端点</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到中心点</a:t>
            </a:r>
            <a:r>
              <a:rPr lang="en-US" altLang="zh-CN" i="1" dirty="0">
                <a:solidFill>
                  <a:srgbClr val="000000"/>
                </a:solidFill>
                <a:ea typeface="宋体" panose="02010600030101010101" pitchFamily="2" charset="-122"/>
                <a:cs typeface="Times New Roman" panose="02020603050405020304" pitchFamily="18" charset="0"/>
              </a:rPr>
              <a:t>O</a:t>
            </a:r>
            <a:r>
              <a:rPr lang="zh-CN" altLang="zh-CN" dirty="0">
                <a:solidFill>
                  <a:srgbClr val="000000"/>
                </a:solidFill>
                <a:ea typeface="宋体" panose="02010600030101010101" pitchFamily="2" charset="-122"/>
                <a:cs typeface="Times New Roman" panose="02020603050405020304" pitchFamily="18" charset="0"/>
              </a:rPr>
              <a:t>的距离为</a:t>
            </a:r>
            <a:r>
              <a:rPr lang="en-US" altLang="zh-CN" dirty="0">
                <a:solidFill>
                  <a:srgbClr val="000000"/>
                </a:solidFill>
                <a:ea typeface="宋体" panose="02010600030101010101" pitchFamily="2" charset="-122"/>
                <a:cs typeface="Times New Roman" panose="02020603050405020304" pitchFamily="18" charset="0"/>
              </a:rPr>
              <a:t>5 cm,</a:t>
            </a:r>
            <a:r>
              <a:rPr lang="zh-CN" altLang="zh-CN" dirty="0">
                <a:solidFill>
                  <a:srgbClr val="000000"/>
                </a:solidFill>
                <a:ea typeface="宋体" panose="02010600030101010101" pitchFamily="2" charset="-122"/>
                <a:cs typeface="Times New Roman" panose="02020603050405020304" pitchFamily="18" charset="0"/>
              </a:rPr>
              <a:t>秒针均匀地绕点</a:t>
            </a:r>
            <a:r>
              <a:rPr lang="en-US" altLang="zh-CN" i="1" dirty="0">
                <a:solidFill>
                  <a:srgbClr val="000000"/>
                </a:solidFill>
                <a:ea typeface="宋体" panose="02010600030101010101" pitchFamily="2" charset="-122"/>
                <a:cs typeface="Times New Roman" panose="02020603050405020304" pitchFamily="18" charset="0"/>
              </a:rPr>
              <a:t>O</a:t>
            </a:r>
            <a:r>
              <a:rPr lang="zh-CN" altLang="zh-CN" dirty="0">
                <a:solidFill>
                  <a:srgbClr val="000000"/>
                </a:solidFill>
                <a:ea typeface="宋体" panose="02010600030101010101" pitchFamily="2" charset="-122"/>
                <a:cs typeface="Times New Roman" panose="02020603050405020304" pitchFamily="18" charset="0"/>
              </a:rPr>
              <a:t>旋转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当时间</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点</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与钟面上标</a:t>
            </a:r>
            <a:r>
              <a:rPr lang="en-US" altLang="zh-CN" dirty="0">
                <a:solidFill>
                  <a:srgbClr val="000000"/>
                </a:solidFill>
                <a:ea typeface="宋体" panose="02010600030101010101" pitchFamily="2" charset="-122"/>
                <a:cs typeface="Times New Roman" panose="02020603050405020304" pitchFamily="18" charset="0"/>
              </a:rPr>
              <a:t>12</a:t>
            </a:r>
            <a:r>
              <a:rPr lang="zh-CN" altLang="zh-CN" dirty="0">
                <a:solidFill>
                  <a:srgbClr val="000000"/>
                </a:solidFill>
                <a:ea typeface="宋体" panose="02010600030101010101" pitchFamily="2" charset="-122"/>
                <a:cs typeface="Times New Roman" panose="02020603050405020304" pitchFamily="18" charset="0"/>
              </a:rPr>
              <a:t>的点</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重合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两点的距离</a:t>
            </a:r>
            <a:r>
              <a:rPr lang="en-US" altLang="zh-CN" i="1" dirty="0">
                <a:solidFill>
                  <a:srgbClr val="000000"/>
                </a:solidFill>
                <a:ea typeface="宋体" panose="02010600030101010101" pitchFamily="2" charset="-122"/>
                <a:cs typeface="Times New Roman" panose="02020603050405020304" pitchFamily="18" charset="0"/>
              </a:rPr>
              <a:t>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:cm)</a:t>
            </a:r>
            <a:r>
              <a:rPr lang="zh-CN" altLang="zh-CN" dirty="0">
                <a:solidFill>
                  <a:srgbClr val="000000"/>
                </a:solidFill>
                <a:ea typeface="宋体" panose="02010600030101010101" pitchFamily="2" charset="-122"/>
                <a:cs typeface="Times New Roman" panose="02020603050405020304" pitchFamily="18" charset="0"/>
              </a:rPr>
              <a:t>表示成</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:s)</a:t>
            </a:r>
            <a:r>
              <a:rPr lang="zh-CN" altLang="zh-CN" dirty="0">
                <a:solidFill>
                  <a:srgbClr val="000000"/>
                </a:solidFill>
                <a:ea typeface="宋体" panose="02010600030101010101" pitchFamily="2" charset="-122"/>
                <a:cs typeface="Times New Roman" panose="02020603050405020304" pitchFamily="18" charset="0"/>
              </a:rPr>
              <a:t>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d=</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[0,60]</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5696402"/>
              </p:ext>
            </p:extLst>
          </p:nvPr>
        </p:nvGraphicFramePr>
        <p:xfrm>
          <a:off x="432445" y="3227388"/>
          <a:ext cx="11661775" cy="1720850"/>
        </p:xfrm>
        <a:graphic>
          <a:graphicData uri="http://schemas.openxmlformats.org/presentationml/2006/ole">
            <mc:AlternateContent xmlns:mc="http://schemas.openxmlformats.org/markup-compatibility/2006">
              <mc:Choice xmlns:v="urn:schemas-microsoft-com:vml" Requires="v">
                <p:oleObj spid="_x0000_s38972" name="文档" r:id="rId4" imgW="3837724" imgH="570068" progId="Word.Document.12">
                  <p:embed/>
                </p:oleObj>
              </mc:Choice>
              <mc:Fallback>
                <p:oleObj name="文档" r:id="rId4" imgW="3837724" imgH="570068" progId="Word.Document.12">
                  <p:embed/>
                  <p:pic>
                    <p:nvPicPr>
                      <p:cNvPr id="0" name=""/>
                      <p:cNvPicPr/>
                      <p:nvPr/>
                    </p:nvPicPr>
                    <p:blipFill>
                      <a:blip r:embed="rId5"/>
                      <a:stretch>
                        <a:fillRect/>
                      </a:stretch>
                    </p:blipFill>
                    <p:spPr>
                      <a:xfrm>
                        <a:off x="432445" y="3227388"/>
                        <a:ext cx="11661775" cy="172085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19243814"/>
              </p:ext>
            </p:extLst>
          </p:nvPr>
        </p:nvGraphicFramePr>
        <p:xfrm>
          <a:off x="514285" y="5061117"/>
          <a:ext cx="11671959" cy="679586"/>
        </p:xfrm>
        <a:graphic>
          <a:graphicData uri="http://schemas.openxmlformats.org/presentationml/2006/ole">
            <mc:AlternateContent xmlns:mc="http://schemas.openxmlformats.org/markup-compatibility/2006">
              <mc:Choice xmlns:v="urn:schemas-microsoft-com:vml" Requires="v">
                <p:oleObj spid="_x0000_s38973" name="文档" r:id="rId7" imgW="3826872" imgH="222815" progId="Word.Document.12">
                  <p:embed/>
                </p:oleObj>
              </mc:Choice>
              <mc:Fallback>
                <p:oleObj name="文档" r:id="rId7" imgW="3826872" imgH="222815" progId="Word.Document.12">
                  <p:embed/>
                  <p:pic>
                    <p:nvPicPr>
                      <p:cNvPr id="0" name=""/>
                      <p:cNvPicPr/>
                      <p:nvPr/>
                    </p:nvPicPr>
                    <p:blipFill>
                      <a:blip r:embed="rId8"/>
                      <a:stretch>
                        <a:fillRect/>
                      </a:stretch>
                    </p:blipFill>
                    <p:spPr>
                      <a:xfrm>
                        <a:off x="514285" y="5061117"/>
                        <a:ext cx="11671959" cy="679586"/>
                      </a:xfrm>
                      <a:prstGeom prst="rect">
                        <a:avLst/>
                      </a:prstGeom>
                    </p:spPr>
                  </p:pic>
                </p:oleObj>
              </mc:Fallback>
            </mc:AlternateContent>
          </a:graphicData>
        </a:graphic>
      </p:graphicFrame>
    </p:spTree>
    <p:extLst>
      <p:ext uri="{BB962C8B-B14F-4D97-AF65-F5344CB8AC3E}">
        <p14:creationId xmlns:p14="http://schemas.microsoft.com/office/powerpoint/2010/main" val="388894792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288429" y="677295"/>
            <a:ext cx="249859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高考体验</a:t>
            </a:r>
          </a:p>
        </p:txBody>
      </p:sp>
      <p:sp>
        <p:nvSpPr>
          <p:cNvPr id="9" name="矩形 8"/>
          <p:cNvSpPr>
            <a:spLocks noChangeAspect="1"/>
          </p:cNvSpPr>
          <p:nvPr/>
        </p:nvSpPr>
        <p:spPr>
          <a:xfrm>
            <a:off x="361950" y="1583903"/>
            <a:ext cx="10807700" cy="358136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微软雅黑" panose="020B0503020204020204" pitchFamily="34" charset="-122"/>
                <a:cs typeface="Times New Roman" panose="02020603050405020304" pitchFamily="18" charset="0"/>
              </a:rPr>
              <a:t>考点一</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zh-CN" altLang="zh-CN" dirty="0">
                <a:solidFill>
                  <a:srgbClr val="000000"/>
                </a:solidFill>
                <a:latin typeface="+mn-lt"/>
                <a:ea typeface="微软雅黑" panose="020B0503020204020204" pitchFamily="34" charset="-122"/>
                <a:cs typeface="Times New Roman" panose="02020603050405020304" pitchFamily="18" charset="0"/>
              </a:rPr>
              <a:t>任意角及其三角函数</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(2020·</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Ⅱ</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zh-CN" altLang="zh-CN" dirty="0">
                <a:solidFill>
                  <a:srgbClr val="000000"/>
                </a:solidFill>
                <a:latin typeface="+mn-lt"/>
                <a:ea typeface="宋体" panose="02010600030101010101" pitchFamily="2" charset="-122"/>
                <a:cs typeface="Times New Roman" panose="02020603050405020304" pitchFamily="18" charset="0"/>
              </a:rPr>
              <a:t>为第四象限角</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err="1">
                <a:solidFill>
                  <a:srgbClr val="000000"/>
                </a:solidFill>
                <a:latin typeface="+mn-lt"/>
                <a:ea typeface="宋体" panose="02010600030101010101" pitchFamily="2" charset="-122"/>
                <a:cs typeface="Times New Roman" panose="02020603050405020304" pitchFamily="18" charset="0"/>
              </a:rPr>
              <a:t>A.cos</a:t>
            </a:r>
            <a:r>
              <a:rPr lang="en-US" altLang="zh-CN" dirty="0">
                <a:solidFill>
                  <a:srgbClr val="000000"/>
                </a:solidFill>
                <a:latin typeface="+mn-lt"/>
                <a:ea typeface="宋体" panose="02010600030101010101" pitchFamily="2" charset="-122"/>
                <a:cs typeface="Times New Roman" panose="02020603050405020304" pitchFamily="18" charset="0"/>
              </a:rPr>
              <a:t> 2</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0	</a:t>
            </a:r>
            <a:r>
              <a:rPr lang="en-US" altLang="zh-CN" dirty="0" err="1">
                <a:solidFill>
                  <a:srgbClr val="000000"/>
                </a:solidFill>
                <a:latin typeface="+mn-lt"/>
                <a:ea typeface="宋体" panose="02010600030101010101" pitchFamily="2" charset="-122"/>
                <a:cs typeface="Times New Roman" panose="02020603050405020304" pitchFamily="18" charset="0"/>
              </a:rPr>
              <a:t>B.cos</a:t>
            </a:r>
            <a:r>
              <a:rPr lang="en-US" altLang="zh-CN" dirty="0">
                <a:solidFill>
                  <a:srgbClr val="000000"/>
                </a:solidFill>
                <a:latin typeface="+mn-lt"/>
                <a:ea typeface="宋体" panose="02010600030101010101" pitchFamily="2" charset="-122"/>
                <a:cs typeface="Times New Roman" panose="02020603050405020304" pitchFamily="18" charset="0"/>
              </a:rPr>
              <a:t> 2</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&lt;</a:t>
            </a:r>
            <a:r>
              <a:rPr lang="en-US" altLang="zh-CN" dirty="0">
                <a:solidFill>
                  <a:srgbClr val="000000"/>
                </a:solidFill>
                <a:latin typeface="+mn-lt"/>
                <a:ea typeface="宋体" panose="02010600030101010101" pitchFamily="2" charset="-122"/>
                <a:cs typeface="Times New Roman" panose="02020603050405020304" pitchFamily="18" charset="0"/>
              </a:rPr>
              <a:t>0	</a:t>
            </a:r>
            <a:r>
              <a:rPr lang="en-US" altLang="zh-CN" dirty="0" err="1">
                <a:solidFill>
                  <a:srgbClr val="000000"/>
                </a:solidFill>
                <a:latin typeface="+mn-lt"/>
                <a:ea typeface="宋体" panose="02010600030101010101" pitchFamily="2" charset="-122"/>
                <a:cs typeface="Times New Roman" panose="02020603050405020304" pitchFamily="18" charset="0"/>
              </a:rPr>
              <a:t>C.sin</a:t>
            </a:r>
            <a:r>
              <a:rPr lang="en-US" altLang="zh-CN" dirty="0">
                <a:solidFill>
                  <a:srgbClr val="000000"/>
                </a:solidFill>
                <a:latin typeface="+mn-lt"/>
                <a:ea typeface="宋体" panose="02010600030101010101" pitchFamily="2" charset="-122"/>
                <a:cs typeface="Times New Roman" panose="02020603050405020304" pitchFamily="18" charset="0"/>
              </a:rPr>
              <a:t> 2</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0	</a:t>
            </a:r>
            <a:r>
              <a:rPr lang="en-US" altLang="zh-CN" dirty="0" err="1">
                <a:solidFill>
                  <a:srgbClr val="000000"/>
                </a:solidFill>
                <a:latin typeface="+mn-lt"/>
                <a:ea typeface="宋体" panose="02010600030101010101" pitchFamily="2" charset="-122"/>
                <a:cs typeface="Times New Roman" panose="02020603050405020304" pitchFamily="18" charset="0"/>
              </a:rPr>
              <a:t>D.sin</a:t>
            </a:r>
            <a:r>
              <a:rPr lang="en-US" altLang="zh-CN" dirty="0">
                <a:solidFill>
                  <a:srgbClr val="000000"/>
                </a:solidFill>
                <a:latin typeface="+mn-lt"/>
                <a:ea typeface="宋体" panose="02010600030101010101" pitchFamily="2" charset="-122"/>
                <a:cs typeface="Times New Roman" panose="02020603050405020304" pitchFamily="18" charset="0"/>
              </a:rPr>
              <a:t> 2</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&lt;</a:t>
            </a:r>
            <a:r>
              <a:rPr lang="en-US" altLang="zh-CN" dirty="0">
                <a:solidFill>
                  <a:srgbClr val="000000"/>
                </a:solidFill>
                <a:latin typeface="+mn-lt"/>
                <a:ea typeface="宋体" panose="02010600030101010101" pitchFamily="2" charset="-122"/>
                <a:cs typeface="Times New Roman" panose="02020603050405020304" pitchFamily="18" charset="0"/>
              </a:rPr>
              <a:t>0</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zh-CN" altLang="zh-CN" dirty="0">
                <a:solidFill>
                  <a:srgbClr val="000000"/>
                </a:solidFill>
                <a:latin typeface="+mn-lt"/>
                <a:ea typeface="楷体" panose="02010609060101010101" pitchFamily="49" charset="-122"/>
                <a:cs typeface="Times New Roman" panose="02020603050405020304" pitchFamily="18" charset="0"/>
              </a:rPr>
              <a:t>为第四象限角</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sin</a:t>
            </a:r>
            <a:r>
              <a:rPr lang="en-US" altLang="zh-CN" dirty="0">
                <a:solidFill>
                  <a:srgbClr val="000000"/>
                </a:solidFill>
                <a:latin typeface="+mn-lt"/>
                <a:ea typeface="楷体" panose="02010609060101010101" pitchFamily="49" charset="-122"/>
                <a:cs typeface="Times New Roman" panose="02020603050405020304" pitchFamily="18" charset="0"/>
              </a:rPr>
              <a:t> </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&lt;</a:t>
            </a:r>
            <a:r>
              <a:rPr lang="en-US" altLang="zh-CN" dirty="0">
                <a:solidFill>
                  <a:srgbClr val="000000"/>
                </a:solidFill>
                <a:latin typeface="+mn-lt"/>
                <a:ea typeface="宋体" panose="02010600030101010101" pitchFamily="2" charset="-122"/>
                <a:cs typeface="Times New Roman" panose="02020603050405020304" pitchFamily="18" charset="0"/>
              </a:rPr>
              <a:t>0,cos</a:t>
            </a:r>
            <a:r>
              <a:rPr lang="en-US" altLang="zh-CN" dirty="0">
                <a:solidFill>
                  <a:srgbClr val="000000"/>
                </a:solidFill>
                <a:latin typeface="+mn-lt"/>
                <a:ea typeface="楷体" panose="02010609060101010101" pitchFamily="49" charset="-122"/>
                <a:cs typeface="Times New Roman" panose="02020603050405020304" pitchFamily="18" charset="0"/>
              </a:rPr>
              <a:t> </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0,</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sin</a:t>
            </a:r>
            <a:r>
              <a:rPr lang="en-US" altLang="zh-CN" dirty="0">
                <a:solidFill>
                  <a:srgbClr val="000000"/>
                </a:solidFill>
                <a:latin typeface="+mn-lt"/>
                <a:ea typeface="楷体" panose="02010609060101010101" pitchFamily="49"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2sin</a:t>
            </a:r>
            <a:r>
              <a:rPr lang="en-US" altLang="zh-CN" dirty="0">
                <a:solidFill>
                  <a:srgbClr val="000000"/>
                </a:solidFill>
                <a:latin typeface="+mn-lt"/>
                <a:ea typeface="楷体" panose="02010609060101010101" pitchFamily="49" charset="-122"/>
                <a:cs typeface="Times New Roman" panose="02020603050405020304" pitchFamily="18" charset="0"/>
              </a:rPr>
              <a:t> </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dirty="0">
                <a:solidFill>
                  <a:srgbClr val="000000"/>
                </a:solidFill>
                <a:latin typeface="+mn-lt"/>
                <a:ea typeface="宋体" panose="02010600030101010101" pitchFamily="2" charset="-122"/>
                <a:cs typeface="Times New Roman" panose="02020603050405020304" pitchFamily="18" charset="0"/>
              </a:rPr>
              <a:t>cos</a:t>
            </a:r>
            <a:r>
              <a:rPr lang="en-US" altLang="zh-CN" dirty="0">
                <a:solidFill>
                  <a:srgbClr val="000000"/>
                </a:solidFill>
                <a:latin typeface="+mn-lt"/>
                <a:ea typeface="楷体" panose="02010609060101010101" pitchFamily="49" charset="-122"/>
                <a:cs typeface="Times New Roman" panose="02020603050405020304" pitchFamily="18" charset="0"/>
              </a:rPr>
              <a:t> </a:t>
            </a:r>
            <a:r>
              <a:rPr lang="en-US" altLang="zh-CN" i="1" dirty="0">
                <a:solidFill>
                  <a:srgbClr val="000000"/>
                </a:solidFill>
                <a:latin typeface="+mn-lt"/>
                <a:ea typeface="Microsoft Yi Baiti" panose="03000500000000000000" pitchFamily="66" charset="0"/>
                <a:cs typeface="Times New Roman" panose="02020603050405020304" pitchFamily="18" charset="0"/>
              </a:rPr>
              <a:t>α</a:t>
            </a:r>
            <a:r>
              <a:rPr lang="en-US" altLang="zh-CN" i="1" dirty="0">
                <a:solidFill>
                  <a:srgbClr val="000000"/>
                </a:solidFill>
                <a:latin typeface="+mn-lt"/>
                <a:ea typeface="宋体" panose="02010600030101010101" pitchFamily="2" charset="-122"/>
                <a:cs typeface="Times New Roman" panose="02020603050405020304" pitchFamily="18" charset="0"/>
              </a:rPr>
              <a:t>&lt;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故选</a:t>
            </a:r>
            <a:r>
              <a:rPr lang="en-US" altLang="zh-CN" dirty="0">
                <a:solidFill>
                  <a:srgbClr val="000000"/>
                </a:solidFill>
                <a:latin typeface="+mn-lt"/>
                <a:ea typeface="宋体" panose="02010600030101010101" pitchFamily="2" charset="-122"/>
                <a:cs typeface="Times New Roman" panose="02020603050405020304" pitchFamily="18" charset="0"/>
              </a:rPr>
              <a:t>D</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D</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17096787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randombar(horizontal)">
                                      <p:cBhvr>
                                        <p:cTn id="7" dur="500"/>
                                        <p:tgtEl>
                                          <p:spTgt spid="9">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0" dur="500"/>
                                        <p:tgtEl>
                                          <p:spTgt spid="9">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animEffect transition="in" filter="randombar(horizontal)">
                                      <p:cBhvr>
                                        <p:cTn id="15"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73655"/>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考点二</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同角三角函数关系与诱导</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公式</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16529070"/>
              </p:ext>
            </p:extLst>
          </p:nvPr>
        </p:nvGraphicFramePr>
        <p:xfrm>
          <a:off x="460364" y="1546576"/>
          <a:ext cx="10610872" cy="1457823"/>
        </p:xfrm>
        <a:graphic>
          <a:graphicData uri="http://schemas.openxmlformats.org/presentationml/2006/ole">
            <mc:AlternateContent xmlns:mc="http://schemas.openxmlformats.org/markup-compatibility/2006">
              <mc:Choice xmlns:v="urn:schemas-microsoft-com:vml" Requires="v">
                <p:oleObj spid="_x0000_s71718" name="文档" r:id="rId4" imgW="3826872" imgH="525772" progId="Word.Document.12">
                  <p:embed/>
                </p:oleObj>
              </mc:Choice>
              <mc:Fallback>
                <p:oleObj name="文档" r:id="rId4" imgW="3826872" imgH="525772" progId="Word.Document.12">
                  <p:embed/>
                  <p:pic>
                    <p:nvPicPr>
                      <p:cNvPr id="0" name=""/>
                      <p:cNvPicPr/>
                      <p:nvPr/>
                    </p:nvPicPr>
                    <p:blipFill>
                      <a:blip r:embed="rId5"/>
                      <a:stretch>
                        <a:fillRect/>
                      </a:stretch>
                    </p:blipFill>
                    <p:spPr>
                      <a:xfrm>
                        <a:off x="460364" y="1546576"/>
                        <a:ext cx="10610872" cy="145782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991981420"/>
              </p:ext>
            </p:extLst>
          </p:nvPr>
        </p:nvGraphicFramePr>
        <p:xfrm>
          <a:off x="361950" y="3098844"/>
          <a:ext cx="10610872" cy="2075627"/>
        </p:xfrm>
        <a:graphic>
          <a:graphicData uri="http://schemas.openxmlformats.org/presentationml/2006/ole">
            <mc:AlternateContent xmlns:mc="http://schemas.openxmlformats.org/markup-compatibility/2006">
              <mc:Choice xmlns:v="urn:schemas-microsoft-com:vml" Requires="v">
                <p:oleObj spid="_x0000_s71719" name="文档" r:id="rId7" imgW="3826872" imgH="748587" progId="Word.Document.12">
                  <p:embed/>
                </p:oleObj>
              </mc:Choice>
              <mc:Fallback>
                <p:oleObj name="文档" r:id="rId7" imgW="3826872" imgH="748587" progId="Word.Document.12">
                  <p:embed/>
                  <p:pic>
                    <p:nvPicPr>
                      <p:cNvPr id="0" name=""/>
                      <p:cNvPicPr/>
                      <p:nvPr/>
                    </p:nvPicPr>
                    <p:blipFill>
                      <a:blip r:embed="rId8"/>
                      <a:stretch>
                        <a:fillRect/>
                      </a:stretch>
                    </p:blipFill>
                    <p:spPr>
                      <a:xfrm>
                        <a:off x="361950" y="3098844"/>
                        <a:ext cx="10610872" cy="2075627"/>
                      </a:xfrm>
                      <a:prstGeom prst="rect">
                        <a:avLst/>
                      </a:prstGeom>
                    </p:spPr>
                  </p:pic>
                </p:oleObj>
              </mc:Fallback>
            </mc:AlternateContent>
          </a:graphicData>
        </a:graphic>
      </p:graphicFrame>
      <p:sp>
        <p:nvSpPr>
          <p:cNvPr id="6" name="矩形 5"/>
          <p:cNvSpPr>
            <a:spLocks noChangeAspect="1"/>
          </p:cNvSpPr>
          <p:nvPr/>
        </p:nvSpPr>
        <p:spPr>
          <a:xfrm>
            <a:off x="361950" y="5236647"/>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62390876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811754760"/>
              </p:ext>
            </p:extLst>
          </p:nvPr>
        </p:nvGraphicFramePr>
        <p:xfrm>
          <a:off x="432445" y="1438997"/>
          <a:ext cx="11671959" cy="1523588"/>
        </p:xfrm>
        <a:graphic>
          <a:graphicData uri="http://schemas.openxmlformats.org/presentationml/2006/ole">
            <mc:AlternateContent xmlns:mc="http://schemas.openxmlformats.org/markup-compatibility/2006">
              <mc:Choice xmlns:v="urn:schemas-microsoft-com:vml" Requires="v">
                <p:oleObj spid="_x0000_s99332" name="文档" r:id="rId4" imgW="3826872" imgH="499537" progId="Word.Document.12">
                  <p:embed/>
                </p:oleObj>
              </mc:Choice>
              <mc:Fallback>
                <p:oleObj name="文档" r:id="rId4" imgW="3826872" imgH="499537" progId="Word.Document.12">
                  <p:embed/>
                  <p:pic>
                    <p:nvPicPr>
                      <p:cNvPr id="0" name=""/>
                      <p:cNvPicPr/>
                      <p:nvPr/>
                    </p:nvPicPr>
                    <p:blipFill>
                      <a:blip r:embed="rId5"/>
                      <a:stretch>
                        <a:fillRect/>
                      </a:stretch>
                    </p:blipFill>
                    <p:spPr>
                      <a:xfrm>
                        <a:off x="432445" y="1438997"/>
                        <a:ext cx="11671959" cy="152358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31987622"/>
              </p:ext>
            </p:extLst>
          </p:nvPr>
        </p:nvGraphicFramePr>
        <p:xfrm>
          <a:off x="432445" y="3096769"/>
          <a:ext cx="11671959" cy="791390"/>
        </p:xfrm>
        <a:graphic>
          <a:graphicData uri="http://schemas.openxmlformats.org/presentationml/2006/ole">
            <mc:AlternateContent xmlns:mc="http://schemas.openxmlformats.org/markup-compatibility/2006">
              <mc:Choice xmlns:v="urn:schemas-microsoft-com:vml" Requires="v">
                <p:oleObj spid="_x0000_s99333" name="文档" r:id="rId7" imgW="3826872" imgH="259472" progId="Word.Document.12">
                  <p:embed/>
                </p:oleObj>
              </mc:Choice>
              <mc:Fallback>
                <p:oleObj name="文档" r:id="rId7" imgW="3826872" imgH="259472" progId="Word.Document.12">
                  <p:embed/>
                  <p:pic>
                    <p:nvPicPr>
                      <p:cNvPr id="0" name=""/>
                      <p:cNvPicPr/>
                      <p:nvPr/>
                    </p:nvPicPr>
                    <p:blipFill>
                      <a:blip r:embed="rId8"/>
                      <a:stretch>
                        <a:fillRect/>
                      </a:stretch>
                    </p:blipFill>
                    <p:spPr>
                      <a:xfrm>
                        <a:off x="432445" y="3096769"/>
                        <a:ext cx="11671959" cy="791390"/>
                      </a:xfrm>
                      <a:prstGeom prst="rect">
                        <a:avLst/>
                      </a:prstGeom>
                    </p:spPr>
                  </p:pic>
                </p:oleObj>
              </mc:Fallback>
            </mc:AlternateContent>
          </a:graphicData>
        </a:graphic>
      </p:graphicFrame>
      <p:sp>
        <p:nvSpPr>
          <p:cNvPr id="8" name="矩形 7"/>
          <p:cNvSpPr>
            <a:spLocks noChangeAspect="1"/>
          </p:cNvSpPr>
          <p:nvPr/>
        </p:nvSpPr>
        <p:spPr>
          <a:xfrm>
            <a:off x="361950" y="3888159"/>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6882397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47799"/>
            <a:ext cx="5634876"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考点三</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简单的三角恒等</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变换</a:t>
            </a:r>
            <a:r>
              <a:rPr lang="en-US"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矩形 10"/>
              <p:cNvSpPr>
                <a:spLocks noChangeAspect="1"/>
              </p:cNvSpPr>
              <p:nvPr/>
            </p:nvSpPr>
            <p:spPr>
              <a:xfrm>
                <a:off x="361950" y="1279512"/>
                <a:ext cx="10807700" cy="507658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(2024·</a:t>
                </a:r>
                <a:r>
                  <a:rPr lang="zh-CN" altLang="zh-CN" dirty="0">
                    <a:solidFill>
                      <a:srgbClr val="000000"/>
                    </a:solidFill>
                    <a:effectLst/>
                    <a:latin typeface="+mn-lt"/>
                    <a:ea typeface="楷体" panose="02010609060101010101" pitchFamily="49" charset="-122"/>
                    <a:cs typeface="Times New Roman" panose="02020603050405020304" pitchFamily="18" charset="0"/>
                  </a:rPr>
                  <a:t>全国</a:t>
                </a:r>
                <a:r>
                  <a:rPr lang="zh-CN" altLang="zh-CN" i="1" dirty="0">
                    <a:solidFill>
                      <a:srgbClr val="000000"/>
                    </a:solidFill>
                    <a:effectLst/>
                    <a:latin typeface="+mn-lt"/>
                    <a:ea typeface="宋体" panose="02010600030101010101" pitchFamily="2" charset="-122"/>
                    <a:cs typeface="宋体" panose="02010600030101010101" pitchFamily="2" charset="-122"/>
                  </a:rPr>
                  <a:t>Ⅱ</a:t>
                </a:r>
                <a:r>
                  <a:rPr lang="zh-CN" altLang="zh-CN" dirty="0">
                    <a:solidFill>
                      <a:srgbClr val="000000"/>
                    </a:solidFill>
                    <a:effectLst/>
                    <a:latin typeface="+mn-lt"/>
                    <a:ea typeface="楷体" panose="02010609060101010101" pitchFamily="49" charset="-122"/>
                    <a:cs typeface="Times New Roman" panose="02020603050405020304" pitchFamily="18" charset="0"/>
                  </a:rPr>
                  <a:t>高考</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已知</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mn-lt"/>
                            <a:ea typeface="宋体" panose="02010600030101010101" pitchFamily="2" charset="-122"/>
                            <a:cs typeface="Times New Roman" panose="02020603050405020304" pitchFamily="18" charset="0"/>
                          </a:rPr>
                          <m:t>cos</m:t>
                        </m:r>
                        <m:r>
                          <a:rPr lang="en-US" altLang="zh-CN" i="1">
                            <a:solidFill>
                              <a:srgbClr val="000000"/>
                            </a:solidFill>
                            <a:effectLst/>
                            <a:latin typeface="+mn-lt"/>
                            <a:ea typeface="宋体" panose="02010600030101010101" pitchFamily="2" charset="-122"/>
                            <a:cs typeface="Times New Roman" panose="02020603050405020304" pitchFamily="18" charset="0"/>
                          </a:rPr>
                          <m:t>𝛼</m:t>
                        </m:r>
                      </m:num>
                      <m:den>
                        <m:r>
                          <m:rPr>
                            <m:sty m:val="p"/>
                          </m:rPr>
                          <a:rPr lang="en-US" altLang="zh-CN">
                            <a:solidFill>
                              <a:srgbClr val="000000"/>
                            </a:solidFill>
                            <a:effectLst/>
                            <a:latin typeface="+mn-lt"/>
                            <a:ea typeface="宋体" panose="02010600030101010101" pitchFamily="2" charset="-122"/>
                            <a:cs typeface="Times New Roman" panose="02020603050405020304" pitchFamily="18" charset="0"/>
                          </a:rPr>
                          <m:t>cos</m:t>
                        </m:r>
                        <m:r>
                          <a:rPr lang="en-US" altLang="zh-CN" i="1">
                            <a:solidFill>
                              <a:srgbClr val="000000"/>
                            </a:solidFill>
                            <a:effectLst/>
                            <a:latin typeface="+mn-lt"/>
                            <a:ea typeface="宋体" panose="02010600030101010101" pitchFamily="2" charset="-122"/>
                            <a:cs typeface="Times New Roman" panose="02020603050405020304" pitchFamily="18" charset="0"/>
                          </a:rPr>
                          <m:t>𝛼</m:t>
                        </m:r>
                        <m:r>
                          <m:rPr>
                            <m:nor/>
                          </m:rPr>
                          <a:rPr lang="en-US" altLang="zh-CN" i="1">
                            <a:solidFill>
                              <a:srgbClr val="000000"/>
                            </a:solidFill>
                            <a:effectLst/>
                            <a:latin typeface="+mn-lt"/>
                            <a:ea typeface="宋体" panose="02010600030101010101" pitchFamily="2" charset="-122"/>
                            <a:cs typeface="Times New Roman" panose="02020603050405020304" pitchFamily="18" charset="0"/>
                          </a:rPr>
                          <m:t>−</m:t>
                        </m:r>
                        <m:r>
                          <m:rPr>
                            <m:sty m:val="p"/>
                          </m:rPr>
                          <a:rPr lang="en-US" altLang="zh-CN">
                            <a:solidFill>
                              <a:srgbClr val="000000"/>
                            </a:solidFill>
                            <a:effectLst/>
                            <a:latin typeface="+mn-lt"/>
                            <a:ea typeface="宋体" panose="02010600030101010101" pitchFamily="2" charset="-122"/>
                            <a:cs typeface="Times New Roman" panose="02020603050405020304" pitchFamily="18" charset="0"/>
                          </a:rPr>
                          <m:t>sin</m:t>
                        </m:r>
                        <m:r>
                          <a:rPr lang="en-US" altLang="zh-CN" i="1">
                            <a:solidFill>
                              <a:srgbClr val="000000"/>
                            </a:solidFill>
                            <a:effectLst/>
                            <a:latin typeface="+mn-lt"/>
                            <a:ea typeface="宋体" panose="02010600030101010101" pitchFamily="2" charset="-122"/>
                            <a:cs typeface="Times New Roman" panose="02020603050405020304" pitchFamily="18" charset="0"/>
                          </a:rPr>
                          <m:t>𝛼</m:t>
                        </m:r>
                      </m:den>
                    </m:f>
                    <m:r>
                      <a:rPr lang="en-US" altLang="zh-CN" i="1">
                        <a:solidFill>
                          <a:srgbClr val="000000"/>
                        </a:solidFill>
                        <a:effectLst/>
                        <a:latin typeface="+mn-lt"/>
                        <a:ea typeface="宋体" panose="02010600030101010101" pitchFamily="2" charset="-122"/>
                        <a:cs typeface="Times New Roman" panose="02020603050405020304" pitchFamily="18" charset="0"/>
                      </a:rPr>
                      <m:t>=</m:t>
                    </m:r>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则</a:t>
                </a:r>
                <a:r>
                  <a:rPr lang="en-US" altLang="zh-CN" dirty="0">
                    <a:solidFill>
                      <a:srgbClr val="000000"/>
                    </a:solidFill>
                    <a:effectLst/>
                    <a:latin typeface="+mn-lt"/>
                    <a:ea typeface="宋体" panose="02010600030101010101" pitchFamily="2" charset="-122"/>
                    <a:cs typeface="Times New Roman" panose="02020603050405020304" pitchFamily="18" charset="0"/>
                  </a:rPr>
                  <a:t>tan(</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α</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mn-lt"/>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mn-lt"/>
                            <a:ea typeface="宋体" panose="02010600030101010101" pitchFamily="2" charset="-122"/>
                            <a:cs typeface="Times New Roman" panose="02020603050405020304" pitchFamily="18" charset="0"/>
                          </a:rPr>
                          <m:t>4</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i="1" dirty="0">
                    <a:solidFill>
                      <a:srgbClr val="000000"/>
                    </a:solidFill>
                    <a:effectLst/>
                    <a:latin typeface="+mn-lt"/>
                    <a:ea typeface="宋体" panose="02010600030101010101" pitchFamily="2" charset="-122"/>
                    <a:cs typeface="Times New Roman" panose="02020603050405020304" pitchFamily="18" charset="0"/>
                  </a:rPr>
                  <a:t>　　</a:t>
                </a:r>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latin typeface="+mn-lt"/>
                    <a:ea typeface="宋体" panose="02010600030101010101" pitchFamily="2" charset="-122"/>
                    <a:cs typeface="Times New Roman" panose="02020603050405020304" pitchFamily="18" charset="0"/>
                  </a:rPr>
                  <a:t>A.2</a:t>
                </a:r>
                <a14:m>
                  <m:oMath xmlns:m="http://schemas.openxmlformats.org/officeDocument/2006/math">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	B.2</a:t>
                </a:r>
                <a14:m>
                  <m:oMath xmlns:m="http://schemas.openxmlformats.org/officeDocument/2006/math">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smtClean="0">
                    <a:solidFill>
                      <a:srgbClr val="000000"/>
                    </a:solidFill>
                    <a:effectLst/>
                    <a:latin typeface="+mn-lt"/>
                    <a:ea typeface="宋体" panose="02010600030101010101" pitchFamily="2" charset="-122"/>
                    <a:cs typeface="Times New Roman" panose="02020603050405020304" pitchFamily="18" charset="0"/>
                  </a:rPr>
                  <a:t>1</a:t>
                </a:r>
                <a:r>
                  <a:rPr lang="en-US" altLang="zh-CN" dirty="0" smtClean="0">
                    <a:solidFill>
                      <a:srgbClr val="000000"/>
                    </a:solidFill>
                    <a:latin typeface="+mn-lt"/>
                    <a:ea typeface="NEU-BZ-S92" panose="02020503000000020003" pitchFamily="18" charset="-122"/>
                    <a:cs typeface="Times New Roman" panose="02020603050405020304" pitchFamily="18" charset="0"/>
                  </a:rPr>
                  <a:t>	</a:t>
                </a:r>
                <a:r>
                  <a:rPr lang="en-US" altLang="zh-CN" dirty="0" smtClean="0">
                    <a:solidFill>
                      <a:srgbClr val="000000"/>
                    </a:solidFill>
                    <a:effectLst/>
                    <a:latin typeface="+mn-lt"/>
                    <a:ea typeface="宋体" panose="02010600030101010101" pitchFamily="2" charset="-122"/>
                    <a:cs typeface="Times New Roman" panose="02020603050405020304" pitchFamily="18" charset="0"/>
                  </a:rPr>
                  <a:t>C</a:t>
                </a:r>
                <a:r>
                  <a:rPr lang="en-US" altLang="zh-CN"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	D.1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oMath>
                </a14:m>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由</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mn-lt"/>
                            <a:ea typeface="宋体" panose="02010600030101010101" pitchFamily="2" charset="-122"/>
                            <a:cs typeface="Times New Roman" panose="02020603050405020304" pitchFamily="18" charset="0"/>
                          </a:rPr>
                          <m:t>cos</m:t>
                        </m:r>
                        <m:r>
                          <a:rPr lang="en-US" altLang="zh-CN" i="1">
                            <a:solidFill>
                              <a:srgbClr val="000000"/>
                            </a:solidFill>
                            <a:effectLst/>
                            <a:latin typeface="+mn-lt"/>
                            <a:ea typeface="宋体" panose="02010600030101010101" pitchFamily="2" charset="-122"/>
                            <a:cs typeface="Times New Roman" panose="02020603050405020304" pitchFamily="18" charset="0"/>
                          </a:rPr>
                          <m:t>𝛼</m:t>
                        </m:r>
                      </m:num>
                      <m:den>
                        <m:r>
                          <m:rPr>
                            <m:sty m:val="p"/>
                          </m:rPr>
                          <a:rPr lang="en-US" altLang="zh-CN">
                            <a:solidFill>
                              <a:srgbClr val="000000"/>
                            </a:solidFill>
                            <a:effectLst/>
                            <a:latin typeface="+mn-lt"/>
                            <a:ea typeface="宋体" panose="02010600030101010101" pitchFamily="2" charset="-122"/>
                            <a:cs typeface="Times New Roman" panose="02020603050405020304" pitchFamily="18" charset="0"/>
                          </a:rPr>
                          <m:t>cos</m:t>
                        </m:r>
                        <m:r>
                          <a:rPr lang="en-US" altLang="zh-CN" i="1">
                            <a:solidFill>
                              <a:srgbClr val="000000"/>
                            </a:solidFill>
                            <a:effectLst/>
                            <a:latin typeface="+mn-lt"/>
                            <a:ea typeface="宋体" panose="02010600030101010101" pitchFamily="2" charset="-122"/>
                            <a:cs typeface="Times New Roman" panose="02020603050405020304" pitchFamily="18" charset="0"/>
                          </a:rPr>
                          <m:t>𝛼</m:t>
                        </m:r>
                        <m:r>
                          <m:rPr>
                            <m:nor/>
                          </m:rPr>
                          <a:rPr lang="en-US" altLang="zh-CN" i="1">
                            <a:solidFill>
                              <a:srgbClr val="000000"/>
                            </a:solidFill>
                            <a:effectLst/>
                            <a:latin typeface="+mn-lt"/>
                            <a:ea typeface="宋体" panose="02010600030101010101" pitchFamily="2" charset="-122"/>
                            <a:cs typeface="Times New Roman" panose="02020603050405020304" pitchFamily="18" charset="0"/>
                          </a:rPr>
                          <m:t>−</m:t>
                        </m:r>
                        <m:r>
                          <m:rPr>
                            <m:sty m:val="p"/>
                          </m:rPr>
                          <a:rPr lang="en-US" altLang="zh-CN">
                            <a:solidFill>
                              <a:srgbClr val="000000"/>
                            </a:solidFill>
                            <a:effectLst/>
                            <a:latin typeface="+mn-lt"/>
                            <a:ea typeface="宋体" panose="02010600030101010101" pitchFamily="2" charset="-122"/>
                            <a:cs typeface="Times New Roman" panose="02020603050405020304" pitchFamily="18" charset="0"/>
                          </a:rPr>
                          <m:t>sin</m:t>
                        </m:r>
                        <m:r>
                          <a:rPr lang="en-US" altLang="zh-CN" i="1">
                            <a:solidFill>
                              <a:srgbClr val="000000"/>
                            </a:solidFill>
                            <a:effectLst/>
                            <a:latin typeface="+mn-lt"/>
                            <a:ea typeface="宋体" panose="02010600030101010101" pitchFamily="2" charset="-122"/>
                            <a:cs typeface="Times New Roman" panose="02020603050405020304" pitchFamily="18" charset="0"/>
                          </a:rPr>
                          <m:t>𝛼</m:t>
                        </m:r>
                      </m:den>
                    </m:f>
                    <m:r>
                      <a:rPr lang="en-US" altLang="zh-CN" i="1">
                        <a:solidFill>
                          <a:srgbClr val="000000"/>
                        </a:solidFill>
                        <a:effectLst/>
                        <a:latin typeface="+mn-lt"/>
                        <a:ea typeface="宋体" panose="02010600030101010101" pitchFamily="2" charset="-122"/>
                        <a:cs typeface="Times New Roman" panose="02020603050405020304" pitchFamily="18" charset="0"/>
                      </a:rPr>
                      <m:t>=</m:t>
                    </m:r>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1</m:t>
                        </m:r>
                        <m:r>
                          <m:rPr>
                            <m:nor/>
                          </m:rPr>
                          <a:rPr lang="en-US" altLang="zh-CN" i="1">
                            <a:solidFill>
                              <a:srgbClr val="000000"/>
                            </a:solidFill>
                            <a:effectLst/>
                            <a:latin typeface="+mn-lt"/>
                            <a:ea typeface="宋体" panose="02010600030101010101" pitchFamily="2" charset="-122"/>
                            <a:cs typeface="Times New Roman" panose="02020603050405020304" pitchFamily="18" charset="0"/>
                          </a:rPr>
                          <m:t>−</m:t>
                        </m:r>
                        <m:r>
                          <m:rPr>
                            <m:sty m:val="p"/>
                          </m:rPr>
                          <a:rPr lang="en-US" altLang="zh-CN">
                            <a:solidFill>
                              <a:srgbClr val="000000"/>
                            </a:solidFill>
                            <a:effectLst/>
                            <a:latin typeface="+mn-lt"/>
                            <a:ea typeface="宋体" panose="02010600030101010101" pitchFamily="2" charset="-122"/>
                            <a:cs typeface="Times New Roman" panose="02020603050405020304" pitchFamily="18" charset="0"/>
                          </a:rPr>
                          <m:t>tan</m:t>
                        </m:r>
                        <m:r>
                          <a:rPr lang="en-US" altLang="zh-CN" i="1">
                            <a:solidFill>
                              <a:srgbClr val="000000"/>
                            </a:solidFill>
                            <a:effectLst/>
                            <a:latin typeface="+mn-lt"/>
                            <a:ea typeface="宋体" panose="02010600030101010101" pitchFamily="2" charset="-122"/>
                            <a:cs typeface="Times New Roman" panose="02020603050405020304" pitchFamily="18" charset="0"/>
                          </a:rPr>
                          <m:t>𝛼</m:t>
                        </m:r>
                      </m:den>
                    </m:f>
                    <m:r>
                      <a:rPr lang="en-US" altLang="zh-CN" i="1">
                        <a:solidFill>
                          <a:srgbClr val="000000"/>
                        </a:solidFill>
                        <a:effectLst/>
                        <a:latin typeface="+mn-lt"/>
                        <a:ea typeface="宋体" panose="02010600030101010101" pitchFamily="2" charset="-122"/>
                        <a:cs typeface="Times New Roman" panose="02020603050405020304" pitchFamily="18" charset="0"/>
                      </a:rPr>
                      <m:t>=</m:t>
                    </m:r>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则</a:t>
                </a:r>
                <a:r>
                  <a:rPr lang="en-US" altLang="zh-CN" dirty="0">
                    <a:solidFill>
                      <a:srgbClr val="000000"/>
                    </a:solidFill>
                    <a:effectLst/>
                    <a:latin typeface="+mn-lt"/>
                    <a:ea typeface="宋体" panose="02010600030101010101" pitchFamily="2" charset="-122"/>
                    <a:cs typeface="Times New Roman" panose="02020603050405020304" pitchFamily="18" charset="0"/>
                  </a:rPr>
                  <a:t>tan</a:t>
                </a:r>
                <a:r>
                  <a:rPr lang="en-US" altLang="zh-CN" dirty="0">
                    <a:solidFill>
                      <a:srgbClr val="000000"/>
                    </a:solidFill>
                    <a:effectLst/>
                    <a:latin typeface="+mn-lt"/>
                    <a:ea typeface="楷体" panose="02010609060101010101" pitchFamily="49" charset="-122"/>
                    <a:cs typeface="Times New Roman" panose="02020603050405020304" pitchFamily="18" charset="0"/>
                  </a:rPr>
                  <a:t> </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α</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num>
                      <m:den>
                        <m:r>
                          <a:rPr lang="en-US" altLang="zh-CN">
                            <a:solidFill>
                              <a:srgbClr val="000000"/>
                            </a:solidFill>
                            <a:effectLst/>
                            <a:latin typeface="+mn-lt"/>
                            <a:ea typeface="宋体" panose="02010600030101010101" pitchFamily="2" charset="-122"/>
                            <a:cs typeface="Times New Roman" panose="02020603050405020304" pitchFamily="18" charset="0"/>
                          </a:rPr>
                          <m:t>3</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所以</a:t>
                </a:r>
                <a:r>
                  <a:rPr lang="en-US" altLang="zh-CN" dirty="0">
                    <a:solidFill>
                      <a:srgbClr val="000000"/>
                    </a:solidFill>
                    <a:effectLst/>
                    <a:latin typeface="+mn-lt"/>
                    <a:ea typeface="宋体" panose="02010600030101010101" pitchFamily="2" charset="-122"/>
                    <a:cs typeface="Times New Roman" panose="02020603050405020304" pitchFamily="18" charset="0"/>
                  </a:rPr>
                  <a:t>tan(</a:t>
                </a:r>
                <a:r>
                  <a:rPr lang="en-US" altLang="zh-CN" i="1" dirty="0">
                    <a:solidFill>
                      <a:srgbClr val="000000"/>
                    </a:solidFill>
                    <a:effectLst/>
                    <a:latin typeface="+mn-lt"/>
                    <a:ea typeface="Microsoft Yi Baiti" panose="03000500000000000000" pitchFamily="66" charset="0"/>
                    <a:cs typeface="Times New Roman" panose="02020603050405020304" pitchFamily="18" charset="0"/>
                  </a:rPr>
                  <a:t>α</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m:rPr>
                            <m:sty m:val="p"/>
                          </m:rPr>
                          <a:rPr lang="en-US" altLang="zh-CN">
                            <a:solidFill>
                              <a:srgbClr val="000000"/>
                            </a:solidFill>
                            <a:effectLst/>
                            <a:latin typeface="+mn-lt"/>
                            <a:ea typeface="Microsoft Yi Baiti" panose="03000500000000000000" pitchFamily="66" charset="0"/>
                            <a:cs typeface="Times New Roman" panose="02020603050405020304" pitchFamily="18" charset="0"/>
                          </a:rPr>
                          <m:t>π</m:t>
                        </m:r>
                      </m:num>
                      <m:den>
                        <m:r>
                          <a:rPr lang="en-US" altLang="zh-CN">
                            <a:solidFill>
                              <a:srgbClr val="000000"/>
                            </a:solidFill>
                            <a:effectLst/>
                            <a:latin typeface="+mn-lt"/>
                            <a:ea typeface="宋体" panose="02010600030101010101" pitchFamily="2" charset="-122"/>
                            <a:cs typeface="Times New Roman" panose="02020603050405020304" pitchFamily="18" charset="0"/>
                          </a:rPr>
                          <m:t>4</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r>
                          <m:rPr>
                            <m:sty m:val="p"/>
                          </m:rPr>
                          <a:rPr lang="en-US" altLang="zh-CN">
                            <a:solidFill>
                              <a:srgbClr val="000000"/>
                            </a:solidFill>
                            <a:effectLst/>
                            <a:latin typeface="+mn-lt"/>
                            <a:ea typeface="宋体" panose="02010600030101010101" pitchFamily="2" charset="-122"/>
                            <a:cs typeface="Times New Roman" panose="02020603050405020304" pitchFamily="18" charset="0"/>
                          </a:rPr>
                          <m:t>tan</m:t>
                        </m:r>
                        <m:r>
                          <a:rPr lang="en-US" altLang="zh-CN" i="1">
                            <a:solidFill>
                              <a:srgbClr val="000000"/>
                            </a:solidFill>
                            <a:effectLst/>
                            <a:latin typeface="+mn-lt"/>
                            <a:ea typeface="宋体" panose="02010600030101010101" pitchFamily="2" charset="-122"/>
                            <a:cs typeface="Times New Roman" panose="02020603050405020304" pitchFamily="18" charset="0"/>
                          </a:rPr>
                          <m:t>𝛼</m:t>
                        </m:r>
                      </m:num>
                      <m:den>
                        <m:r>
                          <a:rPr lang="en-US" altLang="zh-CN">
                            <a:solidFill>
                              <a:srgbClr val="000000"/>
                            </a:solidFill>
                            <a:effectLst/>
                            <a:latin typeface="+mn-lt"/>
                            <a:ea typeface="宋体" panose="02010600030101010101" pitchFamily="2" charset="-122"/>
                            <a:cs typeface="Times New Roman" panose="02020603050405020304" pitchFamily="18" charset="0"/>
                          </a:rPr>
                          <m:t>1</m:t>
                        </m:r>
                        <m:r>
                          <m:rPr>
                            <m:nor/>
                          </m:rPr>
                          <a:rPr lang="en-US" altLang="zh-CN" i="1">
                            <a:solidFill>
                              <a:srgbClr val="000000"/>
                            </a:solidFill>
                            <a:effectLst/>
                            <a:latin typeface="+mn-lt"/>
                            <a:ea typeface="宋体" panose="02010600030101010101" pitchFamily="2" charset="-122"/>
                            <a:cs typeface="Times New Roman" panose="02020603050405020304" pitchFamily="18" charset="0"/>
                          </a:rPr>
                          <m:t>−</m:t>
                        </m:r>
                        <m:r>
                          <m:rPr>
                            <m:sty m:val="p"/>
                          </m:rPr>
                          <a:rPr lang="en-US" altLang="zh-CN">
                            <a:solidFill>
                              <a:srgbClr val="000000"/>
                            </a:solidFill>
                            <a:effectLst/>
                            <a:latin typeface="+mn-lt"/>
                            <a:ea typeface="宋体" panose="02010600030101010101" pitchFamily="2" charset="-122"/>
                            <a:cs typeface="Times New Roman" panose="02020603050405020304" pitchFamily="18" charset="0"/>
                          </a:rPr>
                          <m:t>tan</m:t>
                        </m:r>
                        <m:r>
                          <a:rPr lang="en-US" altLang="zh-CN" i="1">
                            <a:solidFill>
                              <a:srgbClr val="000000"/>
                            </a:solidFill>
                            <a:effectLst/>
                            <a:latin typeface="+mn-lt"/>
                            <a:ea typeface="宋体" panose="02010600030101010101" pitchFamily="2" charset="-122"/>
                            <a:cs typeface="Times New Roman" panose="02020603050405020304" pitchFamily="18" charset="0"/>
                          </a:rPr>
                          <m:t>𝛼</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r>
                          <a:rPr lang="en-US" altLang="zh-CN">
                            <a:solidFill>
                              <a:srgbClr val="000000"/>
                            </a:solidFill>
                            <a:effectLst/>
                            <a:latin typeface="+mn-lt"/>
                            <a:ea typeface="宋体" panose="02010600030101010101" pitchFamily="2" charset="-122"/>
                            <a:cs typeface="Times New Roman" panose="02020603050405020304" pitchFamily="18" charset="0"/>
                          </a:rPr>
                          <m:t>3</m:t>
                        </m:r>
                      </m:e>
                    </m:rad>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故选</a:t>
                </a:r>
                <a:r>
                  <a:rPr lang="en-US" altLang="zh-CN" dirty="0">
                    <a:solidFill>
                      <a:srgbClr val="000000"/>
                    </a:solidFill>
                    <a:effectLst/>
                    <a:latin typeface="+mn-lt"/>
                    <a:ea typeface="宋体" panose="02010600030101010101" pitchFamily="2" charset="-122"/>
                    <a:cs typeface="Times New Roman" panose="02020603050405020304" pitchFamily="18" charset="0"/>
                  </a:rPr>
                  <a:t>B</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B</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p:sp>
            <p:nvSpPr>
              <p:cNvPr id="11" name="矩形 10"/>
              <p:cNvSpPr>
                <a:spLocks noRot="1" noChangeAspect="1" noMove="1" noResize="1" noEditPoints="1" noAdjustHandles="1" noChangeArrowheads="1" noChangeShapeType="1" noTextEdit="1"/>
              </p:cNvSpPr>
              <p:nvPr/>
            </p:nvSpPr>
            <p:spPr>
              <a:xfrm>
                <a:off x="361950" y="1279512"/>
                <a:ext cx="10807700" cy="5076583"/>
              </a:xfrm>
              <a:prstGeom prst="rect">
                <a:avLst/>
              </a:prstGeom>
              <a:blipFill rotWithShape="0">
                <a:blip r:embed="rId2"/>
                <a:stretch>
                  <a:fillRect l="-1410" b="-19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732161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wipe(down)">
                                      <p:cBhvr>
                                        <p:cTn id="7" dur="500"/>
                                        <p:tgtEl>
                                          <p:spTgt spid="11">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1">
                                            <p:txEl>
                                              <p:pRg st="3" end="3"/>
                                            </p:txEl>
                                          </p:spTgt>
                                        </p:tgtEl>
                                        <p:attrNameLst>
                                          <p:attrName>style.visibility</p:attrName>
                                        </p:attrNameLst>
                                      </p:cBhvr>
                                      <p:to>
                                        <p:strVal val="visible"/>
                                      </p:to>
                                    </p:set>
                                    <p:animEffect transition="in" filter="wipe(down)">
                                      <p:cBhvr>
                                        <p:cTn id="10" dur="500"/>
                                        <p:tgtEl>
                                          <p:spTgt spid="11">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animEffect transition="in" filter="wipe(down)">
                                      <p:cBhvr>
                                        <p:cTn id="13" dur="500"/>
                                        <p:tgtEl>
                                          <p:spTgt spid="11">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1">
                                            <p:txEl>
                                              <p:pRg st="5" end="5"/>
                                            </p:txEl>
                                          </p:spTgt>
                                        </p:tgtEl>
                                        <p:attrNameLst>
                                          <p:attrName>style.visibility</p:attrName>
                                        </p:attrNameLst>
                                      </p:cBhvr>
                                      <p:to>
                                        <p:strVal val="visible"/>
                                      </p:to>
                                    </p:set>
                                    <p:animEffect transition="in" filter="wipe(down)">
                                      <p:cBhvr>
                                        <p:cTn id="18"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898676267"/>
              </p:ext>
            </p:extLst>
          </p:nvPr>
        </p:nvGraphicFramePr>
        <p:xfrm>
          <a:off x="432445" y="873590"/>
          <a:ext cx="10610872" cy="1743807"/>
        </p:xfrm>
        <a:graphic>
          <a:graphicData uri="http://schemas.openxmlformats.org/presentationml/2006/ole">
            <mc:AlternateContent xmlns:mc="http://schemas.openxmlformats.org/markup-compatibility/2006">
              <mc:Choice xmlns:v="urn:schemas-microsoft-com:vml" Requires="v">
                <p:oleObj spid="_x0000_s102401" name="文档" r:id="rId3" imgW="3826872" imgH="628914" progId="Word.Document.12">
                  <p:embed/>
                </p:oleObj>
              </mc:Choice>
              <mc:Fallback>
                <p:oleObj name="文档" r:id="rId3" imgW="3826872" imgH="628914" progId="Word.Document.12">
                  <p:embed/>
                  <p:pic>
                    <p:nvPicPr>
                      <p:cNvPr id="0" name=""/>
                      <p:cNvPicPr/>
                      <p:nvPr/>
                    </p:nvPicPr>
                    <p:blipFill>
                      <a:blip r:embed="rId4"/>
                      <a:stretch>
                        <a:fillRect/>
                      </a:stretch>
                    </p:blipFill>
                    <p:spPr>
                      <a:xfrm>
                        <a:off x="432445" y="873590"/>
                        <a:ext cx="10610872" cy="174380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6705333"/>
              </p:ext>
            </p:extLst>
          </p:nvPr>
        </p:nvGraphicFramePr>
        <p:xfrm>
          <a:off x="340773" y="2677588"/>
          <a:ext cx="10610872" cy="2639625"/>
        </p:xfrm>
        <a:graphic>
          <a:graphicData uri="http://schemas.openxmlformats.org/presentationml/2006/ole">
            <mc:AlternateContent xmlns:mc="http://schemas.openxmlformats.org/markup-compatibility/2006">
              <mc:Choice xmlns:v="urn:schemas-microsoft-com:vml" Requires="v">
                <p:oleObj spid="_x0000_s102402" name="文档" r:id="rId6" imgW="3826872" imgH="951996" progId="Word.Document.12">
                  <p:embed/>
                </p:oleObj>
              </mc:Choice>
              <mc:Fallback>
                <p:oleObj name="文档" r:id="rId6" imgW="3826872" imgH="951996" progId="Word.Document.12">
                  <p:embed/>
                  <p:pic>
                    <p:nvPicPr>
                      <p:cNvPr id="0" name=""/>
                      <p:cNvPicPr/>
                      <p:nvPr/>
                    </p:nvPicPr>
                    <p:blipFill>
                      <a:blip r:embed="rId7"/>
                      <a:stretch>
                        <a:fillRect/>
                      </a:stretch>
                    </p:blipFill>
                    <p:spPr>
                      <a:xfrm>
                        <a:off x="340773" y="2677588"/>
                        <a:ext cx="10610872" cy="2639625"/>
                      </a:xfrm>
                      <a:prstGeom prst="rect">
                        <a:avLst/>
                      </a:prstGeom>
                    </p:spPr>
                  </p:pic>
                </p:oleObj>
              </mc:Fallback>
            </mc:AlternateContent>
          </a:graphicData>
        </a:graphic>
      </p:graphicFrame>
      <p:sp>
        <p:nvSpPr>
          <p:cNvPr id="9" name="矩形 8"/>
          <p:cNvSpPr>
            <a:spLocks noChangeAspect="1"/>
          </p:cNvSpPr>
          <p:nvPr/>
        </p:nvSpPr>
        <p:spPr>
          <a:xfrm>
            <a:off x="361950" y="5298823"/>
            <a:ext cx="1521570"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686779341"/>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61950" y="1439887"/>
                <a:ext cx="10807700" cy="26579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(2022·</a:t>
                </a:r>
                <a:r>
                  <a:rPr lang="zh-CN" altLang="zh-CN" dirty="0">
                    <a:solidFill>
                      <a:srgbClr val="000000"/>
                    </a:solidFill>
                    <a:ea typeface="楷体" panose="02010609060101010101" pitchFamily="49" charset="-122"/>
                    <a:cs typeface="Times New Roman" panose="02020603050405020304" pitchFamily="18" charset="0"/>
                  </a:rPr>
                  <a:t>新高考</a:t>
                </a:r>
                <a:r>
                  <a:rPr lang="zh-CN" altLang="zh-CN" i="1" dirty="0">
                    <a:solidFill>
                      <a:srgbClr val="000000"/>
                    </a:solidFill>
                    <a:latin typeface="NEU-BZ-S92" panose="02020503000000020003" pitchFamily="18" charset="-122"/>
                    <a:ea typeface="宋体" panose="02010600030101010101" pitchFamily="2" charset="-122"/>
                    <a:cs typeface="宋体" panose="02010600030101010101" pitchFamily="2" charset="-122"/>
                  </a:rPr>
                  <a:t>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sin(</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cos(</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14:m>
                  <m:oMath xmlns:m="http://schemas.openxmlformats.org/officeDocument/2006/math">
                    <m:rad>
                      <m:radPr>
                        <m:degHide m:val="on"/>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𝟐</m:t>
                        </m:r>
                      </m:e>
                    </m:rad>
                  </m:oMath>
                </a14:m>
                <a:r>
                  <a:rPr lang="en-US" altLang="zh-CN" dirty="0">
                    <a:solidFill>
                      <a:srgbClr val="000000"/>
                    </a:solidFill>
                    <a:ea typeface="宋体" panose="02010600030101010101" pitchFamily="2" charset="-122"/>
                    <a:cs typeface="Times New Roman" panose="02020603050405020304" pitchFamily="18" charset="0"/>
                  </a:rPr>
                  <a:t>cos(</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000000"/>
                            </a:solidFill>
                            <a:latin typeface="Cambria Math" panose="02040503050406030204" pitchFamily="18" charset="0"/>
                            <a:ea typeface="Microsoft Yi Baiti" panose="03000500000000000000" pitchFamily="66" charset="0"/>
                            <a:cs typeface="Times New Roman" panose="02020603050405020304" pitchFamily="18" charset="0"/>
                          </a:rPr>
                          <m:t>𝛑</m:t>
                        </m:r>
                      </m:num>
                      <m:den>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𝟒</m:t>
                        </m:r>
                      </m:den>
                    </m:f>
                  </m:oMath>
                </a14:m>
                <a:r>
                  <a:rPr lang="en-US" altLang="zh-CN" dirty="0">
                    <a:solidFill>
                      <a:srgbClr val="000000"/>
                    </a:solidFill>
                    <a:ea typeface="宋体" panose="02010600030101010101" pitchFamily="2" charset="-122"/>
                    <a:cs typeface="Times New Roman" panose="02020603050405020304" pitchFamily="18" charset="0"/>
                  </a:rPr>
                  <a:t>)sin </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则</a:t>
                </a:r>
                <a:endParaRPr lang="en-US" altLang="zh-CN" dirty="0" smtClean="0">
                  <a:solidFill>
                    <a:srgbClr val="000000"/>
                  </a:solidFill>
                  <a:ea typeface="宋体" panose="02010600030101010101" pitchFamily="2" charset="-122"/>
                  <a:cs typeface="Times New Roman" panose="02020603050405020304" pitchFamily="18" charset="0"/>
                </a:endParaRPr>
              </a:p>
              <a:p>
                <a:pPr algn="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err="1">
                    <a:solidFill>
                      <a:srgbClr val="000000"/>
                    </a:solidFill>
                    <a:ea typeface="宋体" panose="02010600030101010101" pitchFamily="2" charset="-122"/>
                    <a:cs typeface="Times New Roman" panose="02020603050405020304" pitchFamily="18" charset="0"/>
                  </a:rPr>
                  <a:t>A.tan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err="1">
                    <a:solidFill>
                      <a:srgbClr val="000000"/>
                    </a:solidFill>
                    <a:ea typeface="宋体" panose="02010600030101010101" pitchFamily="2" charset="-122"/>
                    <a:cs typeface="Times New Roman" panose="02020603050405020304" pitchFamily="18" charset="0"/>
                  </a:rPr>
                  <a:t>B.tan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err="1">
                    <a:solidFill>
                      <a:srgbClr val="000000"/>
                    </a:solidFill>
                    <a:ea typeface="宋体" panose="02010600030101010101" pitchFamily="2" charset="-122"/>
                    <a:cs typeface="Times New Roman" panose="02020603050405020304" pitchFamily="18" charset="0"/>
                  </a:rPr>
                  <a:t>C.tan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err="1">
                    <a:solidFill>
                      <a:srgbClr val="000000"/>
                    </a:solidFill>
                    <a:ea typeface="宋体" panose="02010600030101010101" pitchFamily="2" charset="-122"/>
                    <a:cs typeface="Times New Roman" panose="02020603050405020304" pitchFamily="18" charset="0"/>
                  </a:rPr>
                  <a:t>D.tan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61950" y="1439887"/>
                <a:ext cx="10807700" cy="2657972"/>
              </a:xfrm>
              <a:prstGeom prst="rect">
                <a:avLst/>
              </a:prstGeom>
              <a:blipFill rotWithShape="0">
                <a:blip r:embed="rId2"/>
                <a:stretch>
                  <a:fillRect l="-1410" r="-1466" b="-41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328197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1864802226"/>
              </p:ext>
            </p:extLst>
          </p:nvPr>
        </p:nvGraphicFramePr>
        <p:xfrm>
          <a:off x="432445" y="754791"/>
          <a:ext cx="10575841" cy="4688048"/>
        </p:xfrm>
        <a:graphic>
          <a:graphicData uri="http://schemas.openxmlformats.org/presentationml/2006/ole">
            <mc:AlternateContent xmlns:mc="http://schemas.openxmlformats.org/markup-compatibility/2006">
              <mc:Choice xmlns:v="urn:schemas-microsoft-com:vml" Requires="v">
                <p:oleObj spid="_x0000_s95236" name="文档" r:id="rId4" imgW="3467489" imgH="1537065" progId="Word.Document.12">
                  <p:embed/>
                </p:oleObj>
              </mc:Choice>
              <mc:Fallback>
                <p:oleObj name="文档" r:id="rId4" imgW="3467489" imgH="1537065" progId="Word.Document.12">
                  <p:embed/>
                  <p:pic>
                    <p:nvPicPr>
                      <p:cNvPr id="0" name=""/>
                      <p:cNvPicPr/>
                      <p:nvPr/>
                    </p:nvPicPr>
                    <p:blipFill>
                      <a:blip r:embed="rId5"/>
                      <a:stretch>
                        <a:fillRect/>
                      </a:stretch>
                    </p:blipFill>
                    <p:spPr>
                      <a:xfrm>
                        <a:off x="432445" y="754791"/>
                        <a:ext cx="10575841" cy="4688048"/>
                      </a:xfrm>
                      <a:prstGeom prst="rect">
                        <a:avLst/>
                      </a:prstGeom>
                    </p:spPr>
                  </p:pic>
                </p:oleObj>
              </mc:Fallback>
            </mc:AlternateContent>
          </a:graphicData>
        </a:graphic>
      </p:graphicFrame>
      <p:sp>
        <p:nvSpPr>
          <p:cNvPr id="6" name="矩形 5"/>
          <p:cNvSpPr>
            <a:spLocks noChangeAspect="1"/>
          </p:cNvSpPr>
          <p:nvPr/>
        </p:nvSpPr>
        <p:spPr>
          <a:xfrm>
            <a:off x="361950" y="5541831"/>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80033841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00607323"/>
              </p:ext>
            </p:extLst>
          </p:nvPr>
        </p:nvGraphicFramePr>
        <p:xfrm>
          <a:off x="554308" y="1367879"/>
          <a:ext cx="10607329" cy="728035"/>
        </p:xfrm>
        <a:graphic>
          <a:graphicData uri="http://schemas.openxmlformats.org/presentationml/2006/ole">
            <mc:AlternateContent xmlns:mc="http://schemas.openxmlformats.org/markup-compatibility/2006">
              <mc:Choice xmlns:v="urn:schemas-microsoft-com:vml" Requires="v">
                <p:oleObj spid="_x0000_s75826" name="文档" r:id="rId4" imgW="3467489" imgH="237909" progId="Word.Document.12">
                  <p:embed/>
                </p:oleObj>
              </mc:Choice>
              <mc:Fallback>
                <p:oleObj name="文档" r:id="rId4" imgW="3467489" imgH="237909" progId="Word.Document.12">
                  <p:embed/>
                  <p:pic>
                    <p:nvPicPr>
                      <p:cNvPr id="0" name=""/>
                      <p:cNvPicPr/>
                      <p:nvPr/>
                    </p:nvPicPr>
                    <p:blipFill>
                      <a:blip r:embed="rId5"/>
                      <a:stretch>
                        <a:fillRect/>
                      </a:stretch>
                    </p:blipFill>
                    <p:spPr>
                      <a:xfrm>
                        <a:off x="554308" y="1367879"/>
                        <a:ext cx="10607329" cy="72803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980910141"/>
              </p:ext>
            </p:extLst>
          </p:nvPr>
        </p:nvGraphicFramePr>
        <p:xfrm>
          <a:off x="526391" y="2135242"/>
          <a:ext cx="10607329" cy="1456070"/>
        </p:xfrm>
        <a:graphic>
          <a:graphicData uri="http://schemas.openxmlformats.org/presentationml/2006/ole">
            <mc:AlternateContent xmlns:mc="http://schemas.openxmlformats.org/markup-compatibility/2006">
              <mc:Choice xmlns:v="urn:schemas-microsoft-com:vml" Requires="v">
                <p:oleObj spid="_x0000_s75827" name="文档" r:id="rId7" imgW="3477813" imgH="477400" progId="Word.Document.12">
                  <p:embed/>
                </p:oleObj>
              </mc:Choice>
              <mc:Fallback>
                <p:oleObj name="文档" r:id="rId7" imgW="3477813" imgH="477400" progId="Word.Document.12">
                  <p:embed/>
                  <p:pic>
                    <p:nvPicPr>
                      <p:cNvPr id="0" name=""/>
                      <p:cNvPicPr/>
                      <p:nvPr/>
                    </p:nvPicPr>
                    <p:blipFill>
                      <a:blip r:embed="rId8"/>
                      <a:stretch>
                        <a:fillRect/>
                      </a:stretch>
                    </p:blipFill>
                    <p:spPr>
                      <a:xfrm>
                        <a:off x="526391" y="2135242"/>
                        <a:ext cx="10607329" cy="145607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86371017"/>
              </p:ext>
            </p:extLst>
          </p:nvPr>
        </p:nvGraphicFramePr>
        <p:xfrm>
          <a:off x="526390" y="3664180"/>
          <a:ext cx="10607329" cy="728035"/>
        </p:xfrm>
        <a:graphic>
          <a:graphicData uri="http://schemas.openxmlformats.org/presentationml/2006/ole">
            <mc:AlternateContent xmlns:mc="http://schemas.openxmlformats.org/markup-compatibility/2006">
              <mc:Choice xmlns:v="urn:schemas-microsoft-com:vml" Requires="v">
                <p:oleObj spid="_x0000_s75828" name="文档" r:id="rId10" imgW="3477813" imgH="238700" progId="Word.Document.12">
                  <p:embed/>
                </p:oleObj>
              </mc:Choice>
              <mc:Fallback>
                <p:oleObj name="文档" r:id="rId10" imgW="3477813" imgH="238700" progId="Word.Document.12">
                  <p:embed/>
                  <p:pic>
                    <p:nvPicPr>
                      <p:cNvPr id="0" name=""/>
                      <p:cNvPicPr/>
                      <p:nvPr/>
                    </p:nvPicPr>
                    <p:blipFill>
                      <a:blip r:embed="rId11"/>
                      <a:stretch>
                        <a:fillRect/>
                      </a:stretch>
                    </p:blipFill>
                    <p:spPr>
                      <a:xfrm>
                        <a:off x="526390" y="3664180"/>
                        <a:ext cx="10607329" cy="728035"/>
                      </a:xfrm>
                      <a:prstGeom prst="rect">
                        <a:avLst/>
                      </a:prstGeom>
                    </p:spPr>
                  </p:pic>
                </p:oleObj>
              </mc:Fallback>
            </mc:AlternateContent>
          </a:graphicData>
        </a:graphic>
      </p:graphicFrame>
    </p:spTree>
    <p:extLst>
      <p:ext uri="{BB962C8B-B14F-4D97-AF65-F5344CB8AC3E}">
        <p14:creationId xmlns:p14="http://schemas.microsoft.com/office/powerpoint/2010/main" val="33012792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271195346"/>
              </p:ext>
            </p:extLst>
          </p:nvPr>
        </p:nvGraphicFramePr>
        <p:xfrm>
          <a:off x="432445" y="1089679"/>
          <a:ext cx="10607329" cy="1269114"/>
        </p:xfrm>
        <a:graphic>
          <a:graphicData uri="http://schemas.openxmlformats.org/presentationml/2006/ole">
            <mc:AlternateContent xmlns:mc="http://schemas.openxmlformats.org/markup-compatibility/2006">
              <mc:Choice xmlns:v="urn:schemas-microsoft-com:vml" Requires="v">
                <p:oleObj spid="_x0000_s76850" name="文档" r:id="rId4" imgW="3467489" imgH="415083" progId="Word.Document.12">
                  <p:embed/>
                </p:oleObj>
              </mc:Choice>
              <mc:Fallback>
                <p:oleObj name="文档" r:id="rId4" imgW="3467489" imgH="415083" progId="Word.Document.12">
                  <p:embed/>
                  <p:pic>
                    <p:nvPicPr>
                      <p:cNvPr id="0" name=""/>
                      <p:cNvPicPr/>
                      <p:nvPr/>
                    </p:nvPicPr>
                    <p:blipFill>
                      <a:blip r:embed="rId5"/>
                      <a:stretch>
                        <a:fillRect/>
                      </a:stretch>
                    </p:blipFill>
                    <p:spPr>
                      <a:xfrm>
                        <a:off x="432445" y="1089679"/>
                        <a:ext cx="10607329" cy="126911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879966988"/>
              </p:ext>
            </p:extLst>
          </p:nvPr>
        </p:nvGraphicFramePr>
        <p:xfrm>
          <a:off x="432445" y="2447999"/>
          <a:ext cx="10607329" cy="1480266"/>
        </p:xfrm>
        <a:graphic>
          <a:graphicData uri="http://schemas.openxmlformats.org/presentationml/2006/ole">
            <mc:AlternateContent xmlns:mc="http://schemas.openxmlformats.org/markup-compatibility/2006">
              <mc:Choice xmlns:v="urn:schemas-microsoft-com:vml" Requires="v">
                <p:oleObj spid="_x0000_s76851" name="文档" r:id="rId7" imgW="3477813" imgH="485333" progId="Word.Document.12">
                  <p:embed/>
                </p:oleObj>
              </mc:Choice>
              <mc:Fallback>
                <p:oleObj name="文档" r:id="rId7" imgW="3477813" imgH="485333" progId="Word.Document.12">
                  <p:embed/>
                  <p:pic>
                    <p:nvPicPr>
                      <p:cNvPr id="0" name=""/>
                      <p:cNvPicPr/>
                      <p:nvPr/>
                    </p:nvPicPr>
                    <p:blipFill>
                      <a:blip r:embed="rId8"/>
                      <a:stretch>
                        <a:fillRect/>
                      </a:stretch>
                    </p:blipFill>
                    <p:spPr>
                      <a:xfrm>
                        <a:off x="432445" y="2447999"/>
                        <a:ext cx="10607329" cy="1480266"/>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988416807"/>
              </p:ext>
            </p:extLst>
          </p:nvPr>
        </p:nvGraphicFramePr>
        <p:xfrm>
          <a:off x="423049" y="4096228"/>
          <a:ext cx="10607329" cy="728035"/>
        </p:xfrm>
        <a:graphic>
          <a:graphicData uri="http://schemas.openxmlformats.org/presentationml/2006/ole">
            <mc:AlternateContent xmlns:mc="http://schemas.openxmlformats.org/markup-compatibility/2006">
              <mc:Choice xmlns:v="urn:schemas-microsoft-com:vml" Requires="v">
                <p:oleObj spid="_x0000_s76852" name="文档" r:id="rId10" imgW="3477813" imgH="238700" progId="Word.Document.12">
                  <p:embed/>
                </p:oleObj>
              </mc:Choice>
              <mc:Fallback>
                <p:oleObj name="文档" r:id="rId10" imgW="3477813" imgH="238700" progId="Word.Document.12">
                  <p:embed/>
                  <p:pic>
                    <p:nvPicPr>
                      <p:cNvPr id="0" name=""/>
                      <p:cNvPicPr/>
                      <p:nvPr/>
                    </p:nvPicPr>
                    <p:blipFill>
                      <a:blip r:embed="rId11"/>
                      <a:stretch>
                        <a:fillRect/>
                      </a:stretch>
                    </p:blipFill>
                    <p:spPr>
                      <a:xfrm>
                        <a:off x="423049" y="4096228"/>
                        <a:ext cx="10607329" cy="728035"/>
                      </a:xfrm>
                      <a:prstGeom prst="rect">
                        <a:avLst/>
                      </a:prstGeom>
                    </p:spPr>
                  </p:pic>
                </p:oleObj>
              </mc:Fallback>
            </mc:AlternateContent>
          </a:graphicData>
        </a:graphic>
      </p:graphicFrame>
    </p:spTree>
    <p:extLst>
      <p:ext uri="{BB962C8B-B14F-4D97-AF65-F5344CB8AC3E}">
        <p14:creationId xmlns:p14="http://schemas.microsoft.com/office/powerpoint/2010/main" val="150822862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47799"/>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考点四</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三角函数的图象与变换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(2020·</a:t>
            </a:r>
            <a:r>
              <a:rPr lang="zh-CN" altLang="zh-CN" dirty="0">
                <a:solidFill>
                  <a:srgbClr val="000000"/>
                </a:solidFill>
                <a:ea typeface="楷体" panose="02010609060101010101" pitchFamily="49" charset="-122"/>
                <a:cs typeface="Times New Roman" panose="02020603050405020304" pitchFamily="18" charset="0"/>
              </a:rPr>
              <a:t>浙江高考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上的图象大致为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21E18.eps" descr="id:2147496017;FounderCES"/>
          <p:cNvPicPr/>
          <p:nvPr/>
        </p:nvPicPr>
        <p:blipFill>
          <a:blip r:embed="rId2"/>
          <a:stretch>
            <a:fillRect/>
          </a:stretch>
        </p:blipFill>
        <p:spPr>
          <a:xfrm>
            <a:off x="2880717" y="2405487"/>
            <a:ext cx="4968552" cy="3940809"/>
          </a:xfrm>
          <a:prstGeom prst="rect">
            <a:avLst/>
          </a:prstGeom>
        </p:spPr>
      </p:pic>
    </p:spTree>
    <p:extLst>
      <p:ext uri="{BB962C8B-B14F-4D97-AF65-F5344CB8AC3E}">
        <p14:creationId xmlns:p14="http://schemas.microsoft.com/office/powerpoint/2010/main" val="177999863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779607"/>
            <a:ext cx="19264385" cy="1808572"/>
            <a:chOff x="361950" y="1511895"/>
            <a:chExt cx="19264385" cy="1808572"/>
          </a:xfrm>
        </p:grpSpPr>
        <p:sp>
          <p:nvSpPr>
            <p:cNvPr id="4" name="矩形 3"/>
            <p:cNvSpPr>
              <a:spLocks noChangeAspect="1"/>
            </p:cNvSpPr>
            <p:nvPr/>
          </p:nvSpPr>
          <p:spPr>
            <a:xfrm>
              <a:off x="361950" y="1511895"/>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)cos(</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smtClean="0">
                  <a:solidFill>
                    <a:srgbClr val="000000"/>
                  </a:solidFill>
                  <a:latin typeface="NEU-BZ-S92"/>
                  <a:ea typeface="宋体" panose="02010600030101010101" pitchFamily="2" charset="-122"/>
                  <a:cs typeface="宋体" panose="02010600030101010101" pitchFamily="2" charset="-122"/>
                </a:rPr>
                <a:t>∈</a:t>
              </a:r>
              <a:r>
                <a:rPr lang="en-US" altLang="zh-CN" dirty="0" smtClean="0">
                  <a:solidFill>
                    <a:srgbClr val="000000"/>
                  </a:solidFill>
                  <a:latin typeface="NEU-BZ-S92"/>
                  <a:ea typeface="宋体" panose="02010600030101010101" pitchFamily="2" charset="-122"/>
                  <a:cs typeface="宋体" panose="02010600030101010101" pitchFamily="2" charset="-122"/>
                </a:rPr>
                <a:t> </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是奇函数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故排除</a:t>
              </a:r>
              <a:r>
                <a:rPr lang="en-US" altLang="zh-CN" dirty="0">
                  <a:solidFill>
                    <a:srgbClr val="000000"/>
                  </a:solidFill>
                  <a:ea typeface="宋体" panose="02010600030101010101" pitchFamily="2" charset="-122"/>
                  <a:cs typeface="Times New Roman" panose="02020603050405020304" pitchFamily="18" charset="0"/>
                </a:rPr>
                <a:t>C,D</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smtClean="0">
                  <a:solidFill>
                    <a:srgbClr val="000000"/>
                  </a:solidFill>
                  <a:ea typeface="宋体" panose="02010600030101010101" pitchFamily="2" charset="-122"/>
                  <a:cs typeface="Times New Roman" panose="02020603050405020304" pitchFamily="18" charset="0"/>
                </a:rPr>
                <a:t>x+</a:t>
              </a:r>
              <a:r>
                <a:rPr lang="en-US" altLang="zh-CN" dirty="0" err="1" smtClean="0">
                  <a:solidFill>
                    <a:srgbClr val="000000"/>
                  </a:solidFill>
                  <a:ea typeface="宋体" panose="02010600030101010101" pitchFamily="2" charset="-122"/>
                  <a:cs typeface="Times New Roman" panose="02020603050405020304" pitchFamily="18" charset="0"/>
                </a:rPr>
                <a:t>sin</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所以排除</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114912150"/>
                </p:ext>
              </p:extLst>
            </p:nvPr>
          </p:nvGraphicFramePr>
          <p:xfrm>
            <a:off x="7921277" y="2103679"/>
            <a:ext cx="11705058" cy="731335"/>
          </p:xfrm>
          <a:graphic>
            <a:graphicData uri="http://schemas.openxmlformats.org/presentationml/2006/ole">
              <mc:AlternateContent xmlns:mc="http://schemas.openxmlformats.org/markup-compatibility/2006">
                <mc:Choice xmlns:v="urn:schemas-microsoft-com:vml" Requires="v">
                  <p:oleObj spid="_x0000_s78865" name="文档" r:id="rId4" imgW="3837724" imgH="239782" progId="Word.Document.12">
                    <p:embed/>
                  </p:oleObj>
                </mc:Choice>
                <mc:Fallback>
                  <p:oleObj name="文档" r:id="rId4" imgW="3837724" imgH="239782" progId="Word.Document.12">
                    <p:embed/>
                    <p:pic>
                      <p:nvPicPr>
                        <p:cNvPr id="0" name=""/>
                        <p:cNvPicPr/>
                        <p:nvPr/>
                      </p:nvPicPr>
                      <p:blipFill>
                        <a:blip r:embed="rId5"/>
                        <a:stretch>
                          <a:fillRect/>
                        </a:stretch>
                      </p:blipFill>
                      <p:spPr>
                        <a:xfrm>
                          <a:off x="7921277" y="2103679"/>
                          <a:ext cx="11705058" cy="731335"/>
                        </a:xfrm>
                        <a:prstGeom prst="rect">
                          <a:avLst/>
                        </a:prstGeom>
                      </p:spPr>
                    </p:pic>
                  </p:oleObj>
                </mc:Fallback>
              </mc:AlternateContent>
            </a:graphicData>
          </a:graphic>
        </p:graphicFrame>
      </p:grpSp>
      <p:sp>
        <p:nvSpPr>
          <p:cNvPr id="8" name="矩形 7"/>
          <p:cNvSpPr>
            <a:spLocks noChangeAspect="1"/>
          </p:cNvSpPr>
          <p:nvPr/>
        </p:nvSpPr>
        <p:spPr>
          <a:xfrm>
            <a:off x="361950" y="3636943"/>
            <a:ext cx="1521379"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8927830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883373885"/>
              </p:ext>
            </p:extLst>
          </p:nvPr>
        </p:nvGraphicFramePr>
        <p:xfrm>
          <a:off x="430213" y="650875"/>
          <a:ext cx="10583862" cy="3122613"/>
        </p:xfrm>
        <a:graphic>
          <a:graphicData uri="http://schemas.openxmlformats.org/presentationml/2006/ole">
            <mc:AlternateContent xmlns:mc="http://schemas.openxmlformats.org/markup-compatibility/2006">
              <mc:Choice xmlns:v="urn:schemas-microsoft-com:vml" Requires="v">
                <p:oleObj spid="_x0000_s79896" name="文档" r:id="rId4" imgW="3826872" imgH="1131685" progId="Word.Document.12">
                  <p:embed/>
                </p:oleObj>
              </mc:Choice>
              <mc:Fallback>
                <p:oleObj name="文档" r:id="rId4" imgW="3826872" imgH="1131685" progId="Word.Document.12">
                  <p:embed/>
                  <p:pic>
                    <p:nvPicPr>
                      <p:cNvPr id="0" name=""/>
                      <p:cNvPicPr/>
                      <p:nvPr/>
                    </p:nvPicPr>
                    <p:blipFill>
                      <a:blip r:embed="rId5"/>
                      <a:stretch>
                        <a:fillRect/>
                      </a:stretch>
                    </p:blipFill>
                    <p:spPr>
                      <a:xfrm>
                        <a:off x="430213" y="650875"/>
                        <a:ext cx="10583862" cy="312261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14695040"/>
              </p:ext>
            </p:extLst>
          </p:nvPr>
        </p:nvGraphicFramePr>
        <p:xfrm>
          <a:off x="432445" y="3714647"/>
          <a:ext cx="10610872" cy="2134417"/>
        </p:xfrm>
        <a:graphic>
          <a:graphicData uri="http://schemas.openxmlformats.org/presentationml/2006/ole">
            <mc:AlternateContent xmlns:mc="http://schemas.openxmlformats.org/markup-compatibility/2006">
              <mc:Choice xmlns:v="urn:schemas-microsoft-com:vml" Requires="v">
                <p:oleObj spid="_x0000_s79897" name="文档" r:id="rId7" imgW="3826872" imgH="769790" progId="Word.Document.12">
                  <p:embed/>
                </p:oleObj>
              </mc:Choice>
              <mc:Fallback>
                <p:oleObj name="文档" r:id="rId7" imgW="3826872" imgH="769790" progId="Word.Document.12">
                  <p:embed/>
                  <p:pic>
                    <p:nvPicPr>
                      <p:cNvPr id="0" name=""/>
                      <p:cNvPicPr/>
                      <p:nvPr/>
                    </p:nvPicPr>
                    <p:blipFill>
                      <a:blip r:embed="rId8"/>
                      <a:stretch>
                        <a:fillRect/>
                      </a:stretch>
                    </p:blipFill>
                    <p:spPr>
                      <a:xfrm>
                        <a:off x="432445" y="3714647"/>
                        <a:ext cx="10610872" cy="2134417"/>
                      </a:xfrm>
                      <a:prstGeom prst="rect">
                        <a:avLst/>
                      </a:prstGeom>
                    </p:spPr>
                  </p:pic>
                </p:oleObj>
              </mc:Fallback>
            </mc:AlternateContent>
          </a:graphicData>
        </a:graphic>
      </p:graphicFrame>
      <p:sp>
        <p:nvSpPr>
          <p:cNvPr id="6" name="矩形 5"/>
          <p:cNvSpPr>
            <a:spLocks noChangeAspect="1"/>
          </p:cNvSpPr>
          <p:nvPr/>
        </p:nvSpPr>
        <p:spPr>
          <a:xfrm>
            <a:off x="361950" y="5832375"/>
            <a:ext cx="1521570"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41683107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26662412"/>
              </p:ext>
            </p:extLst>
          </p:nvPr>
        </p:nvGraphicFramePr>
        <p:xfrm>
          <a:off x="360437" y="883523"/>
          <a:ext cx="10610872" cy="1260524"/>
        </p:xfrm>
        <a:graphic>
          <a:graphicData uri="http://schemas.openxmlformats.org/presentationml/2006/ole">
            <mc:AlternateContent xmlns:mc="http://schemas.openxmlformats.org/markup-compatibility/2006">
              <mc:Choice xmlns:v="urn:schemas-microsoft-com:vml" Requires="v">
                <p:oleObj spid="_x0000_s81948" name="文档" r:id="rId4" imgW="3826872" imgH="454615" progId="Word.Document.12">
                  <p:embed/>
                </p:oleObj>
              </mc:Choice>
              <mc:Fallback>
                <p:oleObj name="文档" r:id="rId4" imgW="3826872" imgH="454615" progId="Word.Document.12">
                  <p:embed/>
                  <p:pic>
                    <p:nvPicPr>
                      <p:cNvPr id="0" name=""/>
                      <p:cNvPicPr/>
                      <p:nvPr/>
                    </p:nvPicPr>
                    <p:blipFill>
                      <a:blip r:embed="rId5"/>
                      <a:stretch>
                        <a:fillRect/>
                      </a:stretch>
                    </p:blipFill>
                    <p:spPr>
                      <a:xfrm>
                        <a:off x="360437" y="883523"/>
                        <a:ext cx="10610872" cy="1260524"/>
                      </a:xfrm>
                      <a:prstGeom prst="rect">
                        <a:avLst/>
                      </a:prstGeom>
                    </p:spPr>
                  </p:pic>
                </p:oleObj>
              </mc:Fallback>
            </mc:AlternateContent>
          </a:graphicData>
        </a:graphic>
      </p:graphicFrame>
      <p:pic>
        <p:nvPicPr>
          <p:cNvPr id="9" name="24N18.eps" descr="id:2147530017;FounderCES"/>
          <p:cNvPicPr/>
          <p:nvPr/>
        </p:nvPicPr>
        <p:blipFill>
          <a:blip r:embed="rId6"/>
          <a:stretch>
            <a:fillRect/>
          </a:stretch>
        </p:blipFill>
        <p:spPr>
          <a:xfrm>
            <a:off x="3096741" y="2206069"/>
            <a:ext cx="4176464" cy="3122250"/>
          </a:xfrm>
          <a:prstGeom prst="rect">
            <a:avLst/>
          </a:prstGeom>
        </p:spPr>
      </p:pic>
    </p:spTree>
    <p:extLst>
      <p:ext uri="{BB962C8B-B14F-4D97-AF65-F5344CB8AC3E}">
        <p14:creationId xmlns:p14="http://schemas.microsoft.com/office/powerpoint/2010/main" val="306901994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956737135"/>
              </p:ext>
            </p:extLst>
          </p:nvPr>
        </p:nvGraphicFramePr>
        <p:xfrm>
          <a:off x="406749" y="781238"/>
          <a:ext cx="10610872" cy="5349001"/>
        </p:xfrm>
        <a:graphic>
          <a:graphicData uri="http://schemas.openxmlformats.org/presentationml/2006/ole">
            <mc:AlternateContent xmlns:mc="http://schemas.openxmlformats.org/markup-compatibility/2006">
              <mc:Choice xmlns:v="urn:schemas-microsoft-com:vml" Requires="v">
                <p:oleObj spid="_x0000_s101380" name="文档" r:id="rId4" imgW="3826872" imgH="1929148" progId="Word.Document.12">
                  <p:embed/>
                </p:oleObj>
              </mc:Choice>
              <mc:Fallback>
                <p:oleObj name="文档" r:id="rId4" imgW="3826872" imgH="1929148" progId="Word.Document.12">
                  <p:embed/>
                  <p:pic>
                    <p:nvPicPr>
                      <p:cNvPr id="0" name=""/>
                      <p:cNvPicPr/>
                      <p:nvPr/>
                    </p:nvPicPr>
                    <p:blipFill>
                      <a:blip r:embed="rId5"/>
                      <a:stretch>
                        <a:fillRect/>
                      </a:stretch>
                    </p:blipFill>
                    <p:spPr>
                      <a:xfrm>
                        <a:off x="406749" y="781238"/>
                        <a:ext cx="10610872" cy="5349001"/>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7313997"/>
              </p:ext>
            </p:extLst>
          </p:nvPr>
        </p:nvGraphicFramePr>
        <p:xfrm>
          <a:off x="7633245" y="5478610"/>
          <a:ext cx="2970212" cy="785813"/>
        </p:xfrm>
        <a:graphic>
          <a:graphicData uri="http://schemas.openxmlformats.org/presentationml/2006/ole">
            <mc:AlternateContent xmlns:mc="http://schemas.openxmlformats.org/markup-compatibility/2006">
              <mc:Choice xmlns:v="urn:schemas-microsoft-com:vml" Requires="v">
                <p:oleObj spid="_x0000_s101381" name="文档" r:id="rId7" imgW="977756" imgH="258394" progId="Word.Document.12">
                  <p:embed/>
                </p:oleObj>
              </mc:Choice>
              <mc:Fallback>
                <p:oleObj name="文档" r:id="rId7" imgW="977756" imgH="258394" progId="Word.Document.12">
                  <p:embed/>
                  <p:pic>
                    <p:nvPicPr>
                      <p:cNvPr id="0" name=""/>
                      <p:cNvPicPr/>
                      <p:nvPr/>
                    </p:nvPicPr>
                    <p:blipFill>
                      <a:blip r:embed="rId8"/>
                      <a:stretch>
                        <a:fillRect/>
                      </a:stretch>
                    </p:blipFill>
                    <p:spPr>
                      <a:xfrm>
                        <a:off x="7633245" y="5478610"/>
                        <a:ext cx="2970212" cy="785813"/>
                      </a:xfrm>
                      <a:prstGeom prst="rect">
                        <a:avLst/>
                      </a:prstGeom>
                    </p:spPr>
                  </p:pic>
                </p:oleObj>
              </mc:Fallback>
            </mc:AlternateContent>
          </a:graphicData>
        </a:graphic>
      </p:graphicFrame>
    </p:spTree>
    <p:extLst>
      <p:ext uri="{BB962C8B-B14F-4D97-AF65-F5344CB8AC3E}">
        <p14:creationId xmlns:p14="http://schemas.microsoft.com/office/powerpoint/2010/main" val="37786434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35491573"/>
              </p:ext>
            </p:extLst>
          </p:nvPr>
        </p:nvGraphicFramePr>
        <p:xfrm>
          <a:off x="410292" y="720135"/>
          <a:ext cx="10607329" cy="1788197"/>
        </p:xfrm>
        <a:graphic>
          <a:graphicData uri="http://schemas.openxmlformats.org/presentationml/2006/ole">
            <mc:AlternateContent xmlns:mc="http://schemas.openxmlformats.org/markup-compatibility/2006">
              <mc:Choice xmlns:v="urn:schemas-microsoft-com:vml" Requires="v">
                <p:oleObj spid="_x0000_s84012" name="文档" r:id="rId4" imgW="3477813" imgH="586294" progId="Word.Document.12">
                  <p:embed/>
                </p:oleObj>
              </mc:Choice>
              <mc:Fallback>
                <p:oleObj name="文档" r:id="rId4" imgW="3477813" imgH="586294" progId="Word.Document.12">
                  <p:embed/>
                  <p:pic>
                    <p:nvPicPr>
                      <p:cNvPr id="0" name=""/>
                      <p:cNvPicPr/>
                      <p:nvPr/>
                    </p:nvPicPr>
                    <p:blipFill>
                      <a:blip r:embed="rId5"/>
                      <a:stretch>
                        <a:fillRect/>
                      </a:stretch>
                    </p:blipFill>
                    <p:spPr>
                      <a:xfrm>
                        <a:off x="410292" y="720135"/>
                        <a:ext cx="10607329" cy="178819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110710787"/>
              </p:ext>
            </p:extLst>
          </p:nvPr>
        </p:nvGraphicFramePr>
        <p:xfrm>
          <a:off x="410292" y="2557868"/>
          <a:ext cx="10607329" cy="3664371"/>
        </p:xfrm>
        <a:graphic>
          <a:graphicData uri="http://schemas.openxmlformats.org/presentationml/2006/ole">
            <mc:AlternateContent xmlns:mc="http://schemas.openxmlformats.org/markup-compatibility/2006">
              <mc:Choice xmlns:v="urn:schemas-microsoft-com:vml" Requires="v">
                <p:oleObj spid="_x0000_s84013" name="文档" r:id="rId7" imgW="3477813" imgH="1201433" progId="Word.Document.12">
                  <p:embed/>
                </p:oleObj>
              </mc:Choice>
              <mc:Fallback>
                <p:oleObj name="文档" r:id="rId7" imgW="3477813" imgH="1201433" progId="Word.Document.12">
                  <p:embed/>
                  <p:pic>
                    <p:nvPicPr>
                      <p:cNvPr id="0" name=""/>
                      <p:cNvPicPr/>
                      <p:nvPr/>
                    </p:nvPicPr>
                    <p:blipFill>
                      <a:blip r:embed="rId8"/>
                      <a:stretch>
                        <a:fillRect/>
                      </a:stretch>
                    </p:blipFill>
                    <p:spPr>
                      <a:xfrm>
                        <a:off x="410292" y="2557868"/>
                        <a:ext cx="10607329" cy="3664371"/>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17091573"/>
              </p:ext>
            </p:extLst>
          </p:nvPr>
        </p:nvGraphicFramePr>
        <p:xfrm>
          <a:off x="6049069" y="5538241"/>
          <a:ext cx="10607329" cy="733534"/>
        </p:xfrm>
        <a:graphic>
          <a:graphicData uri="http://schemas.openxmlformats.org/presentationml/2006/ole">
            <mc:AlternateContent xmlns:mc="http://schemas.openxmlformats.org/markup-compatibility/2006">
              <mc:Choice xmlns:v="urn:schemas-microsoft-com:vml" Requires="v">
                <p:oleObj spid="_x0000_s84014" name="文档" r:id="rId10" imgW="3477813" imgH="240503" progId="Word.Document.12">
                  <p:embed/>
                </p:oleObj>
              </mc:Choice>
              <mc:Fallback>
                <p:oleObj name="文档" r:id="rId10" imgW="3477813" imgH="240503" progId="Word.Document.12">
                  <p:embed/>
                  <p:pic>
                    <p:nvPicPr>
                      <p:cNvPr id="0" name=""/>
                      <p:cNvPicPr/>
                      <p:nvPr/>
                    </p:nvPicPr>
                    <p:blipFill>
                      <a:blip r:embed="rId11"/>
                      <a:stretch>
                        <a:fillRect/>
                      </a:stretch>
                    </p:blipFill>
                    <p:spPr>
                      <a:xfrm>
                        <a:off x="6049069" y="5538241"/>
                        <a:ext cx="10607329" cy="733534"/>
                      </a:xfrm>
                      <a:prstGeom prst="rect">
                        <a:avLst/>
                      </a:prstGeom>
                    </p:spPr>
                  </p:pic>
                </p:oleObj>
              </mc:Fallback>
            </mc:AlternateContent>
          </a:graphicData>
        </a:graphic>
      </p:graphicFrame>
    </p:spTree>
    <p:extLst>
      <p:ext uri="{BB962C8B-B14F-4D97-AF65-F5344CB8AC3E}">
        <p14:creationId xmlns:p14="http://schemas.microsoft.com/office/powerpoint/2010/main" val="21587912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385514"/>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考点五</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三角函数的性质及综合</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应用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549845981"/>
              </p:ext>
            </p:extLst>
          </p:nvPr>
        </p:nvGraphicFramePr>
        <p:xfrm>
          <a:off x="430213" y="2139106"/>
          <a:ext cx="10542587" cy="2397125"/>
        </p:xfrm>
        <a:graphic>
          <a:graphicData uri="http://schemas.openxmlformats.org/presentationml/2006/ole">
            <mc:AlternateContent xmlns:mc="http://schemas.openxmlformats.org/markup-compatibility/2006">
              <mc:Choice xmlns:v="urn:schemas-microsoft-com:vml" Requires="v">
                <p:oleObj spid="_x0000_s96260" name="文档" r:id="rId4" imgW="3826872" imgH="871135" progId="Word.Document.12">
                  <p:embed/>
                </p:oleObj>
              </mc:Choice>
              <mc:Fallback>
                <p:oleObj name="文档" r:id="rId4" imgW="3826872" imgH="871135" progId="Word.Document.12">
                  <p:embed/>
                  <p:pic>
                    <p:nvPicPr>
                      <p:cNvPr id="0" name=""/>
                      <p:cNvPicPr/>
                      <p:nvPr/>
                    </p:nvPicPr>
                    <p:blipFill>
                      <a:blip r:embed="rId5"/>
                      <a:stretch>
                        <a:fillRect/>
                      </a:stretch>
                    </p:blipFill>
                    <p:spPr>
                      <a:xfrm>
                        <a:off x="430213" y="2139106"/>
                        <a:ext cx="10542587" cy="2397125"/>
                      </a:xfrm>
                      <a:prstGeom prst="rect">
                        <a:avLst/>
                      </a:prstGeom>
                    </p:spPr>
                  </p:pic>
                </p:oleObj>
              </mc:Fallback>
            </mc:AlternateContent>
          </a:graphicData>
        </a:graphic>
      </p:graphicFrame>
    </p:spTree>
    <p:extLst>
      <p:ext uri="{BB962C8B-B14F-4D97-AF65-F5344CB8AC3E}">
        <p14:creationId xmlns:p14="http://schemas.microsoft.com/office/powerpoint/2010/main" val="69294393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556223829"/>
              </p:ext>
            </p:extLst>
          </p:nvPr>
        </p:nvGraphicFramePr>
        <p:xfrm>
          <a:off x="432445" y="1095225"/>
          <a:ext cx="10610872" cy="3734734"/>
        </p:xfrm>
        <a:graphic>
          <a:graphicData uri="http://schemas.openxmlformats.org/presentationml/2006/ole">
            <mc:AlternateContent xmlns:mc="http://schemas.openxmlformats.org/markup-compatibility/2006">
              <mc:Choice xmlns:v="urn:schemas-microsoft-com:vml" Requires="v">
                <p:oleObj spid="_x0000_s85009" name="文档" r:id="rId4" imgW="3826872" imgH="1346953" progId="Word.Document.12">
                  <p:embed/>
                </p:oleObj>
              </mc:Choice>
              <mc:Fallback>
                <p:oleObj name="文档" r:id="rId4" imgW="3826872" imgH="1346953" progId="Word.Document.12">
                  <p:embed/>
                  <p:pic>
                    <p:nvPicPr>
                      <p:cNvPr id="0" name=""/>
                      <p:cNvPicPr/>
                      <p:nvPr/>
                    </p:nvPicPr>
                    <p:blipFill>
                      <a:blip r:embed="rId5"/>
                      <a:stretch>
                        <a:fillRect/>
                      </a:stretch>
                    </p:blipFill>
                    <p:spPr>
                      <a:xfrm>
                        <a:off x="432445" y="1095225"/>
                        <a:ext cx="10610872" cy="3734734"/>
                      </a:xfrm>
                      <a:prstGeom prst="rect">
                        <a:avLst/>
                      </a:prstGeom>
                    </p:spPr>
                  </p:pic>
                </p:oleObj>
              </mc:Fallback>
            </mc:AlternateContent>
          </a:graphicData>
        </a:graphic>
      </p:graphicFrame>
      <p:sp>
        <p:nvSpPr>
          <p:cNvPr id="7" name="矩形 6"/>
          <p:cNvSpPr>
            <a:spLocks noChangeAspect="1"/>
          </p:cNvSpPr>
          <p:nvPr/>
        </p:nvSpPr>
        <p:spPr>
          <a:xfrm>
            <a:off x="360437" y="4859455"/>
            <a:ext cx="1521379"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9756389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00333327"/>
              </p:ext>
            </p:extLst>
          </p:nvPr>
        </p:nvGraphicFramePr>
        <p:xfrm>
          <a:off x="504453" y="1545626"/>
          <a:ext cx="10575841" cy="2846589"/>
        </p:xfrm>
        <a:graphic>
          <a:graphicData uri="http://schemas.openxmlformats.org/presentationml/2006/ole">
            <mc:AlternateContent xmlns:mc="http://schemas.openxmlformats.org/markup-compatibility/2006">
              <mc:Choice xmlns:v="urn:schemas-microsoft-com:vml" Requires="v">
                <p:oleObj spid="_x0000_s97284" name="文档" r:id="rId4" imgW="3467489" imgH="933308" progId="Word.Document.12">
                  <p:embed/>
                </p:oleObj>
              </mc:Choice>
              <mc:Fallback>
                <p:oleObj name="文档" r:id="rId4" imgW="3467489" imgH="933308" progId="Word.Document.12">
                  <p:embed/>
                  <p:pic>
                    <p:nvPicPr>
                      <p:cNvPr id="0" name=""/>
                      <p:cNvPicPr/>
                      <p:nvPr/>
                    </p:nvPicPr>
                    <p:blipFill>
                      <a:blip r:embed="rId5"/>
                      <a:stretch>
                        <a:fillRect/>
                      </a:stretch>
                    </p:blipFill>
                    <p:spPr>
                      <a:xfrm>
                        <a:off x="504453" y="1545626"/>
                        <a:ext cx="10575841" cy="2846589"/>
                      </a:xfrm>
                      <a:prstGeom prst="rect">
                        <a:avLst/>
                      </a:prstGeom>
                    </p:spPr>
                  </p:pic>
                </p:oleObj>
              </mc:Fallback>
            </mc:AlternateContent>
          </a:graphicData>
        </a:graphic>
      </p:graphicFrame>
    </p:spTree>
    <p:extLst>
      <p:ext uri="{BB962C8B-B14F-4D97-AF65-F5344CB8AC3E}">
        <p14:creationId xmlns:p14="http://schemas.microsoft.com/office/powerpoint/2010/main" val="22985234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283403579"/>
              </p:ext>
            </p:extLst>
          </p:nvPr>
        </p:nvGraphicFramePr>
        <p:xfrm>
          <a:off x="494621" y="700143"/>
          <a:ext cx="10575841" cy="5022362"/>
        </p:xfrm>
        <a:graphic>
          <a:graphicData uri="http://schemas.openxmlformats.org/presentationml/2006/ole">
            <mc:AlternateContent xmlns:mc="http://schemas.openxmlformats.org/markup-compatibility/2006">
              <mc:Choice xmlns:v="urn:schemas-microsoft-com:vml" Requires="v">
                <p:oleObj spid="_x0000_s98308" name="文档" r:id="rId4" imgW="3467489" imgH="1646676" progId="Word.Document.12">
                  <p:embed/>
                </p:oleObj>
              </mc:Choice>
              <mc:Fallback>
                <p:oleObj name="文档" r:id="rId4" imgW="3467489" imgH="1646676" progId="Word.Document.12">
                  <p:embed/>
                  <p:pic>
                    <p:nvPicPr>
                      <p:cNvPr id="0" name=""/>
                      <p:cNvPicPr/>
                      <p:nvPr/>
                    </p:nvPicPr>
                    <p:blipFill>
                      <a:blip r:embed="rId5"/>
                      <a:stretch>
                        <a:fillRect/>
                      </a:stretch>
                    </p:blipFill>
                    <p:spPr>
                      <a:xfrm>
                        <a:off x="494621" y="700143"/>
                        <a:ext cx="10575841" cy="5022362"/>
                      </a:xfrm>
                      <a:prstGeom prst="rect">
                        <a:avLst/>
                      </a:prstGeom>
                    </p:spPr>
                  </p:pic>
                </p:oleObj>
              </mc:Fallback>
            </mc:AlternateContent>
          </a:graphicData>
        </a:graphic>
      </p:graphicFrame>
      <p:sp>
        <p:nvSpPr>
          <p:cNvPr id="4" name="矩形 3"/>
          <p:cNvSpPr>
            <a:spLocks noChangeAspect="1"/>
          </p:cNvSpPr>
          <p:nvPr/>
        </p:nvSpPr>
        <p:spPr>
          <a:xfrm>
            <a:off x="361950" y="5705504"/>
            <a:ext cx="1521379"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669243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969629198"/>
              </p:ext>
            </p:extLst>
          </p:nvPr>
        </p:nvGraphicFramePr>
        <p:xfrm>
          <a:off x="360437" y="863823"/>
          <a:ext cx="10607329" cy="4770721"/>
        </p:xfrm>
        <a:graphic>
          <a:graphicData uri="http://schemas.openxmlformats.org/presentationml/2006/ole">
            <mc:AlternateContent xmlns:mc="http://schemas.openxmlformats.org/markup-compatibility/2006">
              <mc:Choice xmlns:v="urn:schemas-microsoft-com:vml" Requires="v">
                <p:oleObj spid="_x0000_s88077" name="文档" r:id="rId4" imgW="3477813" imgH="1564171" progId="Word.Document.12">
                  <p:embed/>
                </p:oleObj>
              </mc:Choice>
              <mc:Fallback>
                <p:oleObj name="文档" r:id="rId4" imgW="3477813" imgH="1564171" progId="Word.Document.12">
                  <p:embed/>
                  <p:pic>
                    <p:nvPicPr>
                      <p:cNvPr id="0" name=""/>
                      <p:cNvPicPr/>
                      <p:nvPr/>
                    </p:nvPicPr>
                    <p:blipFill>
                      <a:blip r:embed="rId5"/>
                      <a:stretch>
                        <a:fillRect/>
                      </a:stretch>
                    </p:blipFill>
                    <p:spPr>
                      <a:xfrm>
                        <a:off x="360437" y="863823"/>
                        <a:ext cx="10607329" cy="4770721"/>
                      </a:xfrm>
                      <a:prstGeom prst="rect">
                        <a:avLst/>
                      </a:prstGeom>
                    </p:spPr>
                  </p:pic>
                </p:oleObj>
              </mc:Fallback>
            </mc:AlternateContent>
          </a:graphicData>
        </a:graphic>
      </p:graphicFrame>
    </p:spTree>
    <p:extLst>
      <p:ext uri="{BB962C8B-B14F-4D97-AF65-F5344CB8AC3E}">
        <p14:creationId xmlns:p14="http://schemas.microsoft.com/office/powerpoint/2010/main" val="5251306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82860566"/>
              </p:ext>
            </p:extLst>
          </p:nvPr>
        </p:nvGraphicFramePr>
        <p:xfrm>
          <a:off x="504453" y="1151855"/>
          <a:ext cx="10607329" cy="3264061"/>
        </p:xfrm>
        <a:graphic>
          <a:graphicData uri="http://schemas.openxmlformats.org/presentationml/2006/ole">
            <mc:AlternateContent xmlns:mc="http://schemas.openxmlformats.org/markup-compatibility/2006">
              <mc:Choice xmlns:v="urn:schemas-microsoft-com:vml" Requires="v">
                <p:oleObj spid="_x0000_s89101" name="文档" r:id="rId4" imgW="3477813" imgH="1070184" progId="Word.Document.12">
                  <p:embed/>
                </p:oleObj>
              </mc:Choice>
              <mc:Fallback>
                <p:oleObj name="文档" r:id="rId4" imgW="3477813" imgH="1070184" progId="Word.Document.12">
                  <p:embed/>
                  <p:pic>
                    <p:nvPicPr>
                      <p:cNvPr id="0" name=""/>
                      <p:cNvPicPr/>
                      <p:nvPr/>
                    </p:nvPicPr>
                    <p:blipFill>
                      <a:blip r:embed="rId5"/>
                      <a:stretch>
                        <a:fillRect/>
                      </a:stretch>
                    </p:blipFill>
                    <p:spPr>
                      <a:xfrm>
                        <a:off x="504453" y="1151855"/>
                        <a:ext cx="10607329" cy="3264061"/>
                      </a:xfrm>
                      <a:prstGeom prst="rect">
                        <a:avLst/>
                      </a:prstGeom>
                    </p:spPr>
                  </p:pic>
                </p:oleObj>
              </mc:Fallback>
            </mc:AlternateContent>
          </a:graphicData>
        </a:graphic>
      </p:graphicFrame>
      <p:sp>
        <p:nvSpPr>
          <p:cNvPr id="3" name="矩形 2"/>
          <p:cNvSpPr>
            <a:spLocks noChangeAspect="1"/>
          </p:cNvSpPr>
          <p:nvPr/>
        </p:nvSpPr>
        <p:spPr>
          <a:xfrm>
            <a:off x="422613" y="4475753"/>
            <a:ext cx="1521570" cy="626710"/>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4953646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936418667"/>
              </p:ext>
            </p:extLst>
          </p:nvPr>
        </p:nvGraphicFramePr>
        <p:xfrm>
          <a:off x="504453" y="1488295"/>
          <a:ext cx="10607329" cy="2975928"/>
        </p:xfrm>
        <a:graphic>
          <a:graphicData uri="http://schemas.openxmlformats.org/presentationml/2006/ole">
            <mc:AlternateContent xmlns:mc="http://schemas.openxmlformats.org/markup-compatibility/2006">
              <mc:Choice xmlns:v="urn:schemas-microsoft-com:vml" Requires="v">
                <p:oleObj spid="_x0000_s90125" name="文档" r:id="rId4" imgW="3477813" imgH="975714" progId="Word.Document.12">
                  <p:embed/>
                </p:oleObj>
              </mc:Choice>
              <mc:Fallback>
                <p:oleObj name="文档" r:id="rId4" imgW="3477813" imgH="975714" progId="Word.Document.12">
                  <p:embed/>
                  <p:pic>
                    <p:nvPicPr>
                      <p:cNvPr id="0" name=""/>
                      <p:cNvPicPr/>
                      <p:nvPr/>
                    </p:nvPicPr>
                    <p:blipFill>
                      <a:blip r:embed="rId5"/>
                      <a:stretch>
                        <a:fillRect/>
                      </a:stretch>
                    </p:blipFill>
                    <p:spPr>
                      <a:xfrm>
                        <a:off x="504453" y="1488295"/>
                        <a:ext cx="10607329" cy="2975928"/>
                      </a:xfrm>
                      <a:prstGeom prst="rect">
                        <a:avLst/>
                      </a:prstGeom>
                    </p:spPr>
                  </p:pic>
                </p:oleObj>
              </mc:Fallback>
            </mc:AlternateContent>
          </a:graphicData>
        </a:graphic>
      </p:graphicFrame>
    </p:spTree>
    <p:extLst>
      <p:ext uri="{BB962C8B-B14F-4D97-AF65-F5344CB8AC3E}">
        <p14:creationId xmlns:p14="http://schemas.microsoft.com/office/powerpoint/2010/main" val="192926175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18070313"/>
              </p:ext>
            </p:extLst>
          </p:nvPr>
        </p:nvGraphicFramePr>
        <p:xfrm>
          <a:off x="432445" y="742655"/>
          <a:ext cx="10607329" cy="4916987"/>
        </p:xfrm>
        <a:graphic>
          <a:graphicData uri="http://schemas.openxmlformats.org/presentationml/2006/ole">
            <mc:AlternateContent xmlns:mc="http://schemas.openxmlformats.org/markup-compatibility/2006">
              <mc:Choice xmlns:v="urn:schemas-microsoft-com:vml" Requires="v">
                <p:oleObj spid="_x0000_s91149" name="文档" r:id="rId4" imgW="3477813" imgH="1612127" progId="Word.Document.12">
                  <p:embed/>
                </p:oleObj>
              </mc:Choice>
              <mc:Fallback>
                <p:oleObj name="文档" r:id="rId4" imgW="3477813" imgH="1612127" progId="Word.Document.12">
                  <p:embed/>
                  <p:pic>
                    <p:nvPicPr>
                      <p:cNvPr id="0" name=""/>
                      <p:cNvPicPr/>
                      <p:nvPr/>
                    </p:nvPicPr>
                    <p:blipFill>
                      <a:blip r:embed="rId5"/>
                      <a:stretch>
                        <a:fillRect/>
                      </a:stretch>
                    </p:blipFill>
                    <p:spPr>
                      <a:xfrm>
                        <a:off x="432445" y="742655"/>
                        <a:ext cx="10607329" cy="4916987"/>
                      </a:xfrm>
                      <a:prstGeom prst="rect">
                        <a:avLst/>
                      </a:prstGeom>
                    </p:spPr>
                  </p:pic>
                </p:oleObj>
              </mc:Fallback>
            </mc:AlternateContent>
          </a:graphicData>
        </a:graphic>
      </p:graphicFrame>
      <p:sp>
        <p:nvSpPr>
          <p:cNvPr id="3" name="矩形 2"/>
          <p:cNvSpPr>
            <a:spLocks noChangeAspect="1"/>
          </p:cNvSpPr>
          <p:nvPr/>
        </p:nvSpPr>
        <p:spPr>
          <a:xfrm>
            <a:off x="340773" y="5649810"/>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772215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1007839"/>
            <a:ext cx="10807700" cy="4228850"/>
            <a:chOff x="361950" y="1223863"/>
            <a:chExt cx="10807700" cy="4228850"/>
          </a:xfrm>
        </p:grpSpPr>
        <p:sp>
          <p:nvSpPr>
            <p:cNvPr id="5" name="矩形 4"/>
            <p:cNvSpPr>
              <a:spLocks noChangeAspect="1"/>
            </p:cNvSpPr>
            <p:nvPr/>
          </p:nvSpPr>
          <p:spPr>
            <a:xfrm>
              <a:off x="361950" y="1223863"/>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(2019·</a:t>
              </a:r>
              <a:r>
                <a:rPr lang="zh-CN" altLang="zh-CN" dirty="0">
                  <a:solidFill>
                    <a:srgbClr val="000000"/>
                  </a:solidFill>
                  <a:ea typeface="楷体" panose="02010609060101010101" pitchFamily="49" charset="-122"/>
                  <a:cs typeface="Times New Roman" panose="02020603050405020304" pitchFamily="18" charset="0"/>
                </a:rPr>
                <a:t>全国</a:t>
              </a:r>
              <a:r>
                <a:rPr lang="zh-CN" altLang="zh-CN" i="1" dirty="0">
                  <a:solidFill>
                    <a:srgbClr val="000000"/>
                  </a:solidFill>
                  <a:latin typeface="NEU-BZ-S92"/>
                  <a:ea typeface="宋体" panose="02010600030101010101" pitchFamily="2" charset="-122"/>
                  <a:cs typeface="宋体" panose="02010600030101010101" pitchFamily="2" charset="-122"/>
                </a:rPr>
                <a:t>Ⅰ</a:t>
              </a:r>
              <a:r>
                <a:rPr lang="zh-CN" altLang="zh-CN" dirty="0">
                  <a:solidFill>
                    <a:srgbClr val="000000"/>
                  </a:solidFill>
                  <a:ea typeface="楷体" panose="02010609060101010101" pitchFamily="49" charset="-122"/>
                  <a:cs typeface="Times New Roman" panose="02020603050405020304" pitchFamily="18" charset="0"/>
                </a:rPr>
                <a:t>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关于函数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 </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有下述四个结论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是偶函数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②</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上单调递增</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③</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上有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个零点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④</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的最大值为</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其中所有正确结论的编号是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①②④</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②④</a:t>
              </a:r>
              <a:r>
                <a:rPr lang="en-US" altLang="zh-CN" dirty="0">
                  <a:solidFill>
                    <a:srgbClr val="000000"/>
                  </a:solidFill>
                  <a:ea typeface="宋体" panose="02010600030101010101" pitchFamily="2" charset="-122"/>
                  <a:cs typeface="Times New Roman" panose="02020603050405020304" pitchFamily="18" charset="0"/>
                </a:rPr>
                <a:t>	</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①④</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①③</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062074483"/>
                </p:ext>
              </p:extLst>
            </p:nvPr>
          </p:nvGraphicFramePr>
          <p:xfrm>
            <a:off x="1647373" y="2382198"/>
            <a:ext cx="8794184" cy="660182"/>
          </p:xfrm>
          <a:graphic>
            <a:graphicData uri="http://schemas.openxmlformats.org/presentationml/2006/ole">
              <mc:AlternateContent xmlns:mc="http://schemas.openxmlformats.org/markup-compatibility/2006">
                <mc:Choice xmlns:v="urn:schemas-microsoft-com:vml" Requires="v">
                  <p:oleObj spid="_x0000_s92173" name="文档" r:id="rId4" imgW="3837724" imgH="288099" progId="Word.Document.12">
                    <p:embed/>
                  </p:oleObj>
                </mc:Choice>
                <mc:Fallback>
                  <p:oleObj name="文档" r:id="rId4" imgW="3837724" imgH="288099" progId="Word.Document.12">
                    <p:embed/>
                    <p:pic>
                      <p:nvPicPr>
                        <p:cNvPr id="0" name=""/>
                        <p:cNvPicPr/>
                        <p:nvPr/>
                      </p:nvPicPr>
                      <p:blipFill>
                        <a:blip r:embed="rId5"/>
                        <a:stretch>
                          <a:fillRect/>
                        </a:stretch>
                      </p:blipFill>
                      <p:spPr>
                        <a:xfrm>
                          <a:off x="1647373" y="2382198"/>
                          <a:ext cx="8794184" cy="660182"/>
                        </a:xfrm>
                        <a:prstGeom prst="rect">
                          <a:avLst/>
                        </a:prstGeom>
                      </p:spPr>
                    </p:pic>
                  </p:oleObj>
                </mc:Fallback>
              </mc:AlternateContent>
            </a:graphicData>
          </a:graphic>
        </p:graphicFrame>
      </p:grpSp>
    </p:spTree>
    <p:extLst>
      <p:ext uri="{BB962C8B-B14F-4D97-AF65-F5344CB8AC3E}">
        <p14:creationId xmlns:p14="http://schemas.microsoft.com/office/powerpoint/2010/main" val="168890295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35831"/>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的定义域为</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关于原点对称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i="1" dirty="0">
                <a:solidFill>
                  <a:srgbClr val="000000"/>
                </a:solidFill>
                <a:ea typeface="宋体" panose="02010600030101010101" pitchFamily="2" charset="-122"/>
                <a:cs typeface="Times New Roman" panose="02020603050405020304" pitchFamily="18" charset="0"/>
              </a:rPr>
              <a:t>|-x</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sin(</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sin</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为偶函数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58605572"/>
              </p:ext>
            </p:extLst>
          </p:nvPr>
        </p:nvGraphicFramePr>
        <p:xfrm>
          <a:off x="410292" y="2201056"/>
          <a:ext cx="10607329" cy="731335"/>
        </p:xfrm>
        <a:graphic>
          <a:graphicData uri="http://schemas.openxmlformats.org/presentationml/2006/ole">
            <mc:AlternateContent xmlns:mc="http://schemas.openxmlformats.org/markup-compatibility/2006">
              <mc:Choice xmlns:v="urn:schemas-microsoft-com:vml" Requires="v">
                <p:oleObj spid="_x0000_s93197" name="文档" r:id="rId4" imgW="3477813" imgH="239782" progId="Word.Document.12">
                  <p:embed/>
                </p:oleObj>
              </mc:Choice>
              <mc:Fallback>
                <p:oleObj name="文档" r:id="rId4" imgW="3477813" imgH="239782" progId="Word.Document.12">
                  <p:embed/>
                  <p:pic>
                    <p:nvPicPr>
                      <p:cNvPr id="0" name=""/>
                      <p:cNvPicPr/>
                      <p:nvPr/>
                    </p:nvPicPr>
                    <p:blipFill>
                      <a:blip r:embed="rId5"/>
                      <a:stretch>
                        <a:fillRect/>
                      </a:stretch>
                    </p:blipFill>
                    <p:spPr>
                      <a:xfrm>
                        <a:off x="410292" y="2201056"/>
                        <a:ext cx="10607329" cy="731335"/>
                      </a:xfrm>
                      <a:prstGeom prst="rect">
                        <a:avLst/>
                      </a:prstGeom>
                    </p:spPr>
                  </p:pic>
                </p:oleObj>
              </mc:Fallback>
            </mc:AlternateContent>
          </a:graphicData>
        </a:graphic>
      </p:graphicFrame>
      <p:sp>
        <p:nvSpPr>
          <p:cNvPr id="4" name="矩形 3"/>
          <p:cNvSpPr>
            <a:spLocks noChangeAspect="1"/>
          </p:cNvSpPr>
          <p:nvPr/>
        </p:nvSpPr>
        <p:spPr>
          <a:xfrm>
            <a:off x="361950" y="3000824"/>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它有两个零点</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和</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它有两个零点</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zh-CN" altLang="zh-CN" dirty="0">
                <a:solidFill>
                  <a:srgbClr val="000000"/>
                </a:solidFill>
                <a:ea typeface="楷体" panose="02010609060101010101" pitchFamily="49"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上有</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个零点</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和</a:t>
            </a:r>
            <a:r>
              <a:rPr lang="en-US" altLang="zh-CN" dirty="0">
                <a:solidFill>
                  <a:srgbClr val="000000"/>
                </a:solidFill>
                <a:ea typeface="Microsoft Yi Baiti" panose="03000500000000000000" pitchFamily="66" charset="0"/>
                <a:cs typeface="Times New Roman" panose="02020603050405020304" pitchFamily="18" charset="0"/>
              </a:rPr>
              <a:t>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1762793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295871"/>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en-US" altLang="zh-CN" dirty="0">
                <a:solidFill>
                  <a:srgbClr val="000000"/>
                </a:solidFill>
                <a:latin typeface="+mn-lt"/>
                <a:ea typeface="Microsoft Yi Baiti" panose="03000500000000000000" pitchFamily="66" charset="0"/>
                <a:cs typeface="Times New Roman" panose="02020603050405020304" pitchFamily="18" charset="0"/>
              </a:rPr>
              <a:t>π</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en-US" altLang="zh-CN" dirty="0">
                <a:solidFill>
                  <a:srgbClr val="000000"/>
                </a:solidFill>
                <a:latin typeface="+mn-lt"/>
                <a:ea typeface="Microsoft Yi Baiti" panose="03000500000000000000" pitchFamily="66" charset="0"/>
                <a:cs typeface="Times New Roman" panose="02020603050405020304" pitchFamily="18" charset="0"/>
              </a:rPr>
              <a:t>π</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Microsoft Yi Baiti" panose="03000500000000000000" pitchFamily="66" charset="0"/>
                <a:cs typeface="Times New Roman" panose="02020603050405020304" pitchFamily="18" charset="0"/>
              </a:rPr>
              <a:t>π</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N</a:t>
            </a:r>
            <a:r>
              <a:rPr lang="en-US" altLang="zh-CN" i="1" baseline="30000"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2sin</a:t>
            </a:r>
            <a:r>
              <a:rPr lang="en-US" altLang="zh-CN" dirty="0">
                <a:solidFill>
                  <a:srgbClr val="000000"/>
                </a:solidFill>
                <a:latin typeface="+mn-lt"/>
                <a:ea typeface="楷体" panose="02010609060101010101" pitchFamily="49" charset="-122"/>
                <a:cs typeface="Times New Roman" panose="02020603050405020304" pitchFamily="18" charset="0"/>
              </a:rPr>
              <a:t> </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en-US" altLang="zh-CN" dirty="0">
                <a:solidFill>
                  <a:srgbClr val="000000"/>
                </a:solidFill>
                <a:latin typeface="+mn-lt"/>
                <a:ea typeface="Microsoft Yi Baiti" panose="03000500000000000000" pitchFamily="66" charset="0"/>
                <a:cs typeface="Times New Roman" panose="02020603050405020304" pitchFamily="18" charset="0"/>
              </a:rPr>
              <a:t>π</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Microsoft Yi Baiti" panose="03000500000000000000" pitchFamily="66" charset="0"/>
                <a:cs typeface="Times New Roman" panose="02020603050405020304" pitchFamily="18" charset="0"/>
              </a:rPr>
              <a:t>π</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en-US" altLang="zh-CN" dirty="0">
                <a:solidFill>
                  <a:srgbClr val="000000"/>
                </a:solidFill>
                <a:latin typeface="+mn-lt"/>
                <a:ea typeface="Microsoft Yi Baiti" panose="03000500000000000000" pitchFamily="66" charset="0"/>
                <a:cs typeface="Times New Roman" panose="02020603050405020304" pitchFamily="18" charset="0"/>
              </a:rPr>
              <a:t>π</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Microsoft Yi Baiti" panose="03000500000000000000" pitchFamily="66" charset="0"/>
                <a:cs typeface="Times New Roman" panose="02020603050405020304" pitchFamily="18" charset="0"/>
              </a:rPr>
              <a:t>π</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k</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N</a:t>
            </a:r>
            <a:r>
              <a:rPr lang="en-US" altLang="zh-CN" i="1" baseline="30000"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sin</a:t>
            </a:r>
            <a:r>
              <a:rPr lang="en-US" altLang="zh-CN" dirty="0">
                <a:solidFill>
                  <a:srgbClr val="000000"/>
                </a:solidFill>
                <a:latin typeface="+mn-lt"/>
                <a:ea typeface="楷体" panose="02010609060101010101" pitchFamily="49" charset="-122"/>
                <a:cs typeface="Times New Roman" panose="02020603050405020304" pitchFamily="18" charset="0"/>
              </a:rPr>
              <a:t> </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sin</a:t>
            </a:r>
            <a:r>
              <a:rPr lang="en-US" altLang="zh-CN" dirty="0">
                <a:solidFill>
                  <a:srgbClr val="000000"/>
                </a:solidFill>
                <a:latin typeface="+mn-lt"/>
                <a:ea typeface="楷体" panose="02010609060101010101" pitchFamily="49" charset="-122"/>
                <a:cs typeface="Times New Roman" panose="02020603050405020304" pitchFamily="18" charset="0"/>
              </a:rPr>
              <a:t> </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latin typeface="+mn-lt"/>
                <a:ea typeface="楷体" panose="02010609060101010101" pitchFamily="49" charset="-122"/>
                <a:cs typeface="Times New Roman" panose="02020603050405020304" pitchFamily="18" charset="0"/>
              </a:rPr>
              <a:t>又</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为偶函数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所以</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的最大值为</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楷体" panose="02010609060101010101" pitchFamily="49" charset="-122"/>
                <a:cs typeface="Times New Roman" panose="02020603050405020304" pitchFamily="18" charset="0"/>
              </a:rPr>
              <a:t>故</a:t>
            </a:r>
            <a:r>
              <a:rPr lang="zh-CN" altLang="zh-CN" dirty="0">
                <a:solidFill>
                  <a:srgbClr val="000000"/>
                </a:solidFill>
                <a:latin typeface="+mn-lt"/>
                <a:ea typeface="宋体" panose="02010600030101010101" pitchFamily="2" charset="-122"/>
                <a:cs typeface="宋体" panose="02010600030101010101" pitchFamily="2" charset="-122"/>
              </a:rPr>
              <a:t>④</a:t>
            </a:r>
            <a:r>
              <a:rPr lang="zh-CN" altLang="zh-CN" dirty="0">
                <a:solidFill>
                  <a:srgbClr val="000000"/>
                </a:solidFill>
                <a:latin typeface="+mn-lt"/>
                <a:ea typeface="楷体" panose="02010609060101010101" pitchFamily="49" charset="-122"/>
                <a:cs typeface="Times New Roman" panose="02020603050405020304" pitchFamily="18" charset="0"/>
              </a:rPr>
              <a:t>正确</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综上可知</a:t>
            </a:r>
            <a:r>
              <a:rPr lang="zh-CN" altLang="zh-CN" dirty="0">
                <a:solidFill>
                  <a:srgbClr val="000000"/>
                </a:solidFill>
                <a:latin typeface="+mn-lt"/>
                <a:ea typeface="宋体" panose="02010600030101010101" pitchFamily="2" charset="-122"/>
                <a:cs typeface="宋体" panose="02010600030101010101" pitchFamily="2" charset="-122"/>
              </a:rPr>
              <a:t>①④</a:t>
            </a:r>
            <a:r>
              <a:rPr lang="zh-CN" altLang="zh-CN" dirty="0">
                <a:solidFill>
                  <a:srgbClr val="000000"/>
                </a:solidFill>
                <a:latin typeface="+mn-lt"/>
                <a:ea typeface="楷体" panose="02010609060101010101" pitchFamily="49" charset="-122"/>
                <a:cs typeface="Times New Roman" panose="02020603050405020304" pitchFamily="18" charset="0"/>
              </a:rPr>
              <a:t>正确</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故选</a:t>
            </a:r>
            <a:r>
              <a:rPr lang="en-US" altLang="zh-CN" dirty="0">
                <a:solidFill>
                  <a:srgbClr val="000000"/>
                </a:solidFill>
                <a:latin typeface="+mn-lt"/>
                <a:ea typeface="宋体" panose="02010600030101010101" pitchFamily="2" charset="-122"/>
                <a:cs typeface="Times New Roman" panose="02020603050405020304" pitchFamily="18" charset="0"/>
              </a:rPr>
              <a:t>C</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C</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1086380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randombar(horizontal)">
                                      <p:cBhvr>
                                        <p:cTn id="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97815365"/>
              </p:ext>
            </p:extLst>
          </p:nvPr>
        </p:nvGraphicFramePr>
        <p:xfrm>
          <a:off x="432445" y="719807"/>
          <a:ext cx="10607329" cy="1269114"/>
        </p:xfrm>
        <a:graphic>
          <a:graphicData uri="http://schemas.openxmlformats.org/presentationml/2006/ole">
            <mc:AlternateContent xmlns:mc="http://schemas.openxmlformats.org/markup-compatibility/2006">
              <mc:Choice xmlns:v="urn:schemas-microsoft-com:vml" Requires="v">
                <p:oleObj spid="_x0000_s94232" name="文档" r:id="rId4" imgW="3477813" imgH="416103" progId="Word.Document.12">
                  <p:embed/>
                </p:oleObj>
              </mc:Choice>
              <mc:Fallback>
                <p:oleObj name="文档" r:id="rId4" imgW="3477813" imgH="416103" progId="Word.Document.12">
                  <p:embed/>
                  <p:pic>
                    <p:nvPicPr>
                      <p:cNvPr id="0" name=""/>
                      <p:cNvPicPr/>
                      <p:nvPr/>
                    </p:nvPicPr>
                    <p:blipFill>
                      <a:blip r:embed="rId5"/>
                      <a:stretch>
                        <a:fillRect/>
                      </a:stretch>
                    </p:blipFill>
                    <p:spPr>
                      <a:xfrm>
                        <a:off x="432445" y="719807"/>
                        <a:ext cx="10607329" cy="1269114"/>
                      </a:xfrm>
                      <a:prstGeom prst="rect">
                        <a:avLst/>
                      </a:prstGeom>
                    </p:spPr>
                  </p:pic>
                </p:oleObj>
              </mc:Fallback>
            </mc:AlternateContent>
          </a:graphicData>
        </a:graphic>
      </p:graphicFrame>
      <p:grpSp>
        <p:nvGrpSpPr>
          <p:cNvPr id="6" name="组合 5"/>
          <p:cNvGrpSpPr/>
          <p:nvPr/>
        </p:nvGrpSpPr>
        <p:grpSpPr>
          <a:xfrm>
            <a:off x="361950" y="2049148"/>
            <a:ext cx="10807700" cy="3429835"/>
            <a:chOff x="361950" y="2091660"/>
            <a:chExt cx="10807700" cy="3429835"/>
          </a:xfrm>
        </p:grpSpPr>
        <p:graphicFrame>
          <p:nvGraphicFramePr>
            <p:cNvPr id="3" name="对象 2"/>
            <p:cNvGraphicFramePr>
              <a:graphicFrameLocks noChangeAspect="1"/>
            </p:cNvGraphicFramePr>
            <p:nvPr>
              <p:extLst>
                <p:ext uri="{D42A27DB-BD31-4B8C-83A1-F6EECF244321}">
                  <p14:modId xmlns:p14="http://schemas.microsoft.com/office/powerpoint/2010/main" val="559351069"/>
                </p:ext>
              </p:extLst>
            </p:nvPr>
          </p:nvGraphicFramePr>
          <p:xfrm>
            <a:off x="432445" y="2091660"/>
            <a:ext cx="10607329" cy="1585841"/>
          </p:xfrm>
          <a:graphic>
            <a:graphicData uri="http://schemas.openxmlformats.org/presentationml/2006/ole">
              <mc:AlternateContent xmlns:mc="http://schemas.openxmlformats.org/markup-compatibility/2006">
                <mc:Choice xmlns:v="urn:schemas-microsoft-com:vml" Requires="v">
                  <p:oleObj spid="_x0000_s94233" name="文档" r:id="rId7" imgW="3477813" imgH="519948" progId="Word.Document.12">
                    <p:embed/>
                  </p:oleObj>
                </mc:Choice>
                <mc:Fallback>
                  <p:oleObj name="文档" r:id="rId7" imgW="3477813" imgH="519948" progId="Word.Document.12">
                    <p:embed/>
                    <p:pic>
                      <p:nvPicPr>
                        <p:cNvPr id="0" name=""/>
                        <p:cNvPicPr/>
                        <p:nvPr/>
                      </p:nvPicPr>
                      <p:blipFill>
                        <a:blip r:embed="rId8"/>
                        <a:stretch>
                          <a:fillRect/>
                        </a:stretch>
                      </p:blipFill>
                      <p:spPr>
                        <a:xfrm>
                          <a:off x="432445" y="2091660"/>
                          <a:ext cx="10607329" cy="1585841"/>
                        </a:xfrm>
                        <a:prstGeom prst="rect">
                          <a:avLst/>
                        </a:prstGeom>
                      </p:spPr>
                    </p:pic>
                  </p:oleObj>
                </mc:Fallback>
              </mc:AlternateContent>
            </a:graphicData>
          </a:graphic>
        </p:graphicFrame>
        <p:sp>
          <p:nvSpPr>
            <p:cNvPr id="4" name="矩形 3"/>
            <p:cNvSpPr>
              <a:spLocks noChangeAspect="1"/>
            </p:cNvSpPr>
            <p:nvPr/>
          </p:nvSpPr>
          <p:spPr>
            <a:xfrm>
              <a:off x="361950" y="3712923"/>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25000" dirty="0">
                  <a:solidFill>
                    <a:srgbClr val="000000"/>
                  </a:solidFill>
                  <a:ea typeface="宋体" panose="02010600030101010101" pitchFamily="2" charset="-122"/>
                  <a:cs typeface="Times New Roman" panose="02020603050405020304" pitchFamily="18" charset="0"/>
                </a:rPr>
                <a:t>min</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的最小值是</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7" name="矩形 6"/>
          <p:cNvSpPr>
            <a:spLocks noChangeAspect="1"/>
          </p:cNvSpPr>
          <p:nvPr/>
        </p:nvSpPr>
        <p:spPr>
          <a:xfrm>
            <a:off x="347904" y="5527966"/>
            <a:ext cx="1588897"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402593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128</TotalTime>
  <Words>1423</Words>
  <Application>Microsoft Office PowerPoint</Application>
  <PresentationFormat>自定义</PresentationFormat>
  <Paragraphs>115</Paragraphs>
  <Slides>82</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82</vt:i4>
      </vt:variant>
    </vt:vector>
  </HeadingPairs>
  <TitlesOfParts>
    <vt:vector size="99" baseType="lpstr">
      <vt:lpstr>NEU-BZ-S92</vt:lpstr>
      <vt:lpstr>方正书宋_GBK</vt:lpstr>
      <vt:lpstr>仿宋</vt:lpstr>
      <vt:lpstr>黑体</vt:lpstr>
      <vt:lpstr>华文新魏</vt:lpstr>
      <vt:lpstr>楷体</vt:lpstr>
      <vt:lpstr>隶书</vt:lpstr>
      <vt:lpstr>宋体</vt:lpstr>
      <vt:lpstr>微软雅黑</vt:lpstr>
      <vt:lpstr>Arial</vt:lpstr>
      <vt:lpstr>Calibri</vt:lpstr>
      <vt:lpstr>Cambria Math</vt:lpstr>
      <vt:lpstr>Microsoft Yi Baiti</vt:lpstr>
      <vt:lpstr>Times New Roman</vt:lpstr>
      <vt:lpstr>专业教辅课件Q:251490010</vt:lpstr>
      <vt:lpstr>文档</vt:lpstr>
      <vt:lpstr>Microsoft Word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38</cp:revision>
  <dcterms:created xsi:type="dcterms:W3CDTF">2020-09-12T05:36:12Z</dcterms:created>
  <dcterms:modified xsi:type="dcterms:W3CDTF">2025-08-18T08:03:58Z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