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8" r:id="rId9"/>
    <p:sldId id="759" r:id="rId10"/>
    <p:sldId id="760" r:id="rId11"/>
    <p:sldId id="737" r:id="rId12"/>
    <p:sldId id="750" r:id="rId13"/>
    <p:sldId id="761" r:id="rId14"/>
    <p:sldId id="762" r:id="rId15"/>
    <p:sldId id="763" r:id="rId16"/>
    <p:sldId id="754" r:id="rId17"/>
    <p:sldId id="764" r:id="rId18"/>
    <p:sldId id="765" r:id="rId19"/>
    <p:sldId id="766" r:id="rId20"/>
    <p:sldId id="767" r:id="rId21"/>
    <p:sldId id="755" r:id="rId22"/>
    <p:sldId id="768" r:id="rId23"/>
    <p:sldId id="769" r:id="rId24"/>
    <p:sldId id="770" r:id="rId25"/>
    <p:sldId id="771" r:id="rId26"/>
    <p:sldId id="772" r:id="rId27"/>
    <p:sldId id="747" r:id="rId28"/>
    <p:sldId id="751" r:id="rId29"/>
    <p:sldId id="773" r:id="rId30"/>
    <p:sldId id="774" r:id="rId31"/>
    <p:sldId id="775" r:id="rId32"/>
    <p:sldId id="748" r:id="rId33"/>
    <p:sldId id="752" r:id="rId34"/>
    <p:sldId id="776" r:id="rId35"/>
    <p:sldId id="777" r:id="rId36"/>
    <p:sldId id="778" r:id="rId37"/>
    <p:sldId id="779" r:id="rId38"/>
    <p:sldId id="735" r:id="rId3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38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7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6.docx"/><Relationship Id="rId3" Type="http://schemas.openxmlformats.org/officeDocument/2006/relationships/image" Target="../media/image19.jpeg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5.docx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1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2.docx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3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5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7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9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7.emf"/><Relationship Id="rId5" Type="http://schemas.openxmlformats.org/officeDocument/2006/relationships/image" Target="../media/image35.emf"/><Relationship Id="rId10" Type="http://schemas.openxmlformats.org/officeDocument/2006/relationships/package" Target="../embeddings/Microsoft_Word___33.docx"/><Relationship Id="rId4" Type="http://schemas.openxmlformats.org/officeDocument/2006/relationships/package" Target="../embeddings/Microsoft_Word___31.docx"/><Relationship Id="rId9" Type="http://schemas.openxmlformats.org/officeDocument/2006/relationships/oleObject" Target="../embeddings/oleObject3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4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6.docx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116736" y="2011883"/>
            <a:ext cx="113132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2.2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基本不等式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基本不等式的实际应用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799927"/>
            <a:ext cx="10729192" cy="2596835"/>
            <a:chOff x="360437" y="2023645"/>
            <a:chExt cx="10729192" cy="259683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2023645"/>
              <a:ext cx="10729192" cy="2596835"/>
              <a:chOff x="360437" y="2353251"/>
              <a:chExt cx="10729192" cy="177367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353251"/>
                <a:ext cx="10729192" cy="177367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389758"/>
                <a:ext cx="0" cy="1699769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62043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2113880"/>
              <a:ext cx="8496944" cy="23995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熟练掌握基本不等式及其应用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能够利用基本不等式求代数式的最值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会用基本不等式求解实际问题中的最值问题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提升逻辑推理和数学运算能力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5835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应用基本不等式求最值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利用基本不等式求最值时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应注意什么问题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在用基本不等式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求最大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需要注意三个条件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一正、二定、三相等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是指各项或各因式为正值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是指和或积为定值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是指各项或各因式能相等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即等号能取到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567116"/>
              </p:ext>
            </p:extLst>
          </p:nvPr>
        </p:nvGraphicFramePr>
        <p:xfrm>
          <a:off x="425782" y="927459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文档" r:id="rId4" imgW="3826872" imgH="237909" progId="Word.Document.12">
                  <p:embed/>
                </p:oleObj>
              </mc:Choice>
              <mc:Fallback>
                <p:oleObj name="文档" r:id="rId4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927459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743331"/>
              </p:ext>
            </p:extLst>
          </p:nvPr>
        </p:nvGraphicFramePr>
        <p:xfrm>
          <a:off x="430213" y="1720850"/>
          <a:ext cx="11661775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文档" r:id="rId7" imgW="3837724" imgH="528602" progId="Word.Document.12">
                  <p:embed/>
                </p:oleObj>
              </mc:Choice>
              <mc:Fallback>
                <p:oleObj name="文档" r:id="rId7" imgW="3837724" imgH="5286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1720850"/>
                        <a:ext cx="11661775" cy="160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339539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当给出的条件不满足基本不等式的应用条件时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怎样用基本不等式求最值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后应用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3128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549193"/>
              </p:ext>
            </p:extLst>
          </p:nvPr>
        </p:nvGraphicFramePr>
        <p:xfrm>
          <a:off x="425782" y="1727919"/>
          <a:ext cx="11671959" cy="2454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文档" r:id="rId4" imgW="3837724" imgH="807326" progId="Word.Document.12">
                  <p:embed/>
                </p:oleObj>
              </mc:Choice>
              <mc:Fallback>
                <p:oleObj name="文档" r:id="rId4" imgW="3837724" imgH="8073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727919"/>
                        <a:ext cx="11671959" cy="2454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8857381" y="2469515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852576" y="2933613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804238" y="2303983"/>
            <a:ext cx="482545" cy="772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799481" y="3077629"/>
            <a:ext cx="4819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890632" y="3126032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8885827" y="3590130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791086" y="3126032"/>
            <a:ext cx="85486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9786540" y="3590130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269898" y="365084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6265093" y="411494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401313" y="365084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8396508" y="411494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33447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022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都是正数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的最小值是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的最大值是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998401"/>
              </p:ext>
            </p:extLst>
          </p:nvPr>
        </p:nvGraphicFramePr>
        <p:xfrm>
          <a:off x="415622" y="2519698"/>
          <a:ext cx="11671959" cy="3587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文档" r:id="rId4" imgW="3837724" imgH="1247587" progId="Word.Document.12">
                  <p:embed/>
                </p:oleObj>
              </mc:Choice>
              <mc:Fallback>
                <p:oleObj name="文档" r:id="rId4" imgW="3837724" imgH="12475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622" y="2519698"/>
                        <a:ext cx="11671959" cy="3587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42727"/>
              </p:ext>
            </p:extLst>
          </p:nvPr>
        </p:nvGraphicFramePr>
        <p:xfrm>
          <a:off x="6337101" y="5492655"/>
          <a:ext cx="11671959" cy="73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文档" r:id="rId7" imgW="3826872" imgH="239706" progId="Word.Document.12">
                  <p:embed/>
                </p:oleObj>
              </mc:Choice>
              <mc:Fallback>
                <p:oleObj name="文档" r:id="rId7" imgW="3826872" imgH="2397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37101" y="5492655"/>
                        <a:ext cx="11671959" cy="731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4903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08934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337680"/>
              </p:ext>
            </p:extLst>
          </p:nvPr>
        </p:nvGraphicFramePr>
        <p:xfrm>
          <a:off x="504453" y="2751706"/>
          <a:ext cx="11671959" cy="2504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文档" r:id="rId4" imgW="3826872" imgH="821182" progId="Word.Document.12">
                  <p:embed/>
                </p:oleObj>
              </mc:Choice>
              <mc:Fallback>
                <p:oleObj name="文档" r:id="rId4" imgW="3826872" imgH="8211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751706"/>
                        <a:ext cx="11671959" cy="2504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705253" y="288004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13165" y="353142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057181" y="416237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752925" y="479332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73061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基本不等式求最值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072016"/>
              </p:ext>
            </p:extLst>
          </p:nvPr>
        </p:nvGraphicFramePr>
        <p:xfrm>
          <a:off x="660400" y="1299055"/>
          <a:ext cx="11671959" cy="2163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name="文档" r:id="rId4" imgW="3826872" imgH="709415" progId="Word.Document.12">
                  <p:embed/>
                </p:oleObj>
              </mc:Choice>
              <mc:Fallback>
                <p:oleObj name="文档" r:id="rId4" imgW="3826872" imgH="7094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0400" y="1299055"/>
                        <a:ext cx="11671959" cy="2163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207176"/>
              </p:ext>
            </p:extLst>
          </p:nvPr>
        </p:nvGraphicFramePr>
        <p:xfrm>
          <a:off x="655638" y="3488791"/>
          <a:ext cx="11661775" cy="291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name="文档" r:id="rId7" imgW="3837724" imgH="963454" progId="Word.Document.12">
                  <p:embed/>
                </p:oleObj>
              </mc:Choice>
              <mc:Fallback>
                <p:oleObj name="文档" r:id="rId7" imgW="3837724" imgH="9634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5638" y="3488791"/>
                        <a:ext cx="11661775" cy="291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033904"/>
              </p:ext>
            </p:extLst>
          </p:nvPr>
        </p:nvGraphicFramePr>
        <p:xfrm>
          <a:off x="430213" y="585623"/>
          <a:ext cx="11661775" cy="585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文档" r:id="rId4" imgW="3837724" imgH="1930154" progId="Word.Document.12">
                  <p:embed/>
                </p:oleObj>
              </mc:Choice>
              <mc:Fallback>
                <p:oleObj name="文档" r:id="rId4" imgW="3837724" imgH="19301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585623"/>
                        <a:ext cx="11661775" cy="5853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133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23863"/>
            <a:ext cx="13143705" cy="3637919"/>
            <a:chOff x="361950" y="729639"/>
            <a:chExt cx="13143705" cy="363791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29639"/>
              <a:ext cx="10807700" cy="36379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应用基本不等式求最值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必须按照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二定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的条件进行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若具备这些条件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则可直接运用基本不等式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若不具备这些条件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则应进行适当的变形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常见的变形技巧有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配凑系数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变符号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拆补项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常见形式有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型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y=ax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b-ax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型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4121860"/>
                </p:ext>
              </p:extLst>
            </p:nvPr>
          </p:nvGraphicFramePr>
          <p:xfrm>
            <a:off x="1800597" y="3583373"/>
            <a:ext cx="11705058" cy="736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5" name="文档" r:id="rId4" imgW="3837724" imgH="241585" progId="Word.Document.12">
                    <p:embed/>
                  </p:oleObj>
                </mc:Choice>
                <mc:Fallback>
                  <p:oleObj name="文档" r:id="rId4" imgW="3837724" imgH="2415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00597" y="3583373"/>
                          <a:ext cx="11705058" cy="7368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2789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319144"/>
              </p:ext>
            </p:extLst>
          </p:nvPr>
        </p:nvGraphicFramePr>
        <p:xfrm>
          <a:off x="360437" y="575791"/>
          <a:ext cx="11671959" cy="128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文档" r:id="rId4" imgW="3826872" imgH="421192" progId="Word.Document.12">
                  <p:embed/>
                </p:oleObj>
              </mc:Choice>
              <mc:Fallback>
                <p:oleObj name="文档" r:id="rId4" imgW="3826872" imgH="4211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575791"/>
                        <a:ext cx="11671959" cy="1284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318655"/>
              </p:ext>
            </p:extLst>
          </p:nvPr>
        </p:nvGraphicFramePr>
        <p:xfrm>
          <a:off x="355600" y="1797401"/>
          <a:ext cx="11660188" cy="464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name="文档" r:id="rId7" imgW="3837724" imgH="1533161" progId="Word.Document.12">
                  <p:embed/>
                </p:oleObj>
              </mc:Choice>
              <mc:Fallback>
                <p:oleObj name="文档" r:id="rId7" imgW="3837724" imgH="15331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600" y="1797401"/>
                        <a:ext cx="11660188" cy="4646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615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基本不等式求两个变量的最值问题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082755"/>
              </p:ext>
            </p:extLst>
          </p:nvPr>
        </p:nvGraphicFramePr>
        <p:xfrm>
          <a:off x="360437" y="1891599"/>
          <a:ext cx="11671959" cy="758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文档" r:id="rId4" imgW="3826872" imgH="248690" progId="Word.Document.12">
                  <p:embed/>
                </p:oleObj>
              </mc:Choice>
              <mc:Fallback>
                <p:oleObj name="文档" r:id="rId4" imgW="3826872" imgH="2486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891599"/>
                        <a:ext cx="11671959" cy="758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69497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从形式上看不具备用基本不等式求最值的条件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但根据已知变形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消去一个变量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可构造成能使用基本不等式的形式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也可使用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的代换尝试解决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071186"/>
              </p:ext>
            </p:extLst>
          </p:nvPr>
        </p:nvGraphicFramePr>
        <p:xfrm>
          <a:off x="504453" y="935831"/>
          <a:ext cx="11671959" cy="4640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文档" r:id="rId4" imgW="3826872" imgH="1521612" progId="Word.Document.12">
                  <p:embed/>
                </p:oleObj>
              </mc:Choice>
              <mc:Fallback>
                <p:oleObj name="文档" r:id="rId4" imgW="3826872" imgH="15216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35831"/>
                        <a:ext cx="11671959" cy="46409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250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990805" y="719807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853043"/>
              </p:ext>
            </p:extLst>
          </p:nvPr>
        </p:nvGraphicFramePr>
        <p:xfrm>
          <a:off x="432446" y="1253937"/>
          <a:ext cx="11671959" cy="1285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文档" r:id="rId5" imgW="3826872" imgH="421552" progId="Word.Document.12">
                  <p:embed/>
                </p:oleObj>
              </mc:Choice>
              <mc:Fallback>
                <p:oleObj name="文档" r:id="rId5" imgW="3826872" imgH="4215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6" y="1253937"/>
                        <a:ext cx="11671959" cy="1285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759165"/>
              </p:ext>
            </p:extLst>
          </p:nvPr>
        </p:nvGraphicFramePr>
        <p:xfrm>
          <a:off x="430213" y="2571750"/>
          <a:ext cx="11661775" cy="353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文档" r:id="rId8" imgW="3837724" imgH="1169342" progId="Word.Document.12">
                  <p:embed/>
                </p:oleObj>
              </mc:Choice>
              <mc:Fallback>
                <p:oleObj name="文档" r:id="rId8" imgW="3837724" imgH="11693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0213" y="2571750"/>
                        <a:ext cx="11661775" cy="353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626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285164"/>
              </p:ext>
            </p:extLst>
          </p:nvPr>
        </p:nvGraphicFramePr>
        <p:xfrm>
          <a:off x="432445" y="719807"/>
          <a:ext cx="10575841" cy="1319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文档" r:id="rId4" imgW="3467489" imgH="432693" progId="Word.Document.12">
                  <p:embed/>
                </p:oleObj>
              </mc:Choice>
              <mc:Fallback>
                <p:oleObj name="文档" r:id="rId4" imgW="3467489" imgH="4326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19807"/>
                        <a:ext cx="10575841" cy="1319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891924"/>
              </p:ext>
            </p:extLst>
          </p:nvPr>
        </p:nvGraphicFramePr>
        <p:xfrm>
          <a:off x="432445" y="2080492"/>
          <a:ext cx="10575841" cy="3967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文档" r:id="rId7" imgW="3467489" imgH="1300953" progId="Word.Document.12">
                  <p:embed/>
                </p:oleObj>
              </mc:Choice>
              <mc:Fallback>
                <p:oleObj name="文档" r:id="rId7" imgW="3467489" imgH="13009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080492"/>
                        <a:ext cx="10575841" cy="3967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588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常数代换法适用于求解条件最值问题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应用此种方法求解最值的基本步骤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根据已知条件或其变形确定定值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把确定的定值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变形为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的表达式与所求最值的表达式相乘或相除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进而构造和或积的形式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利用基本不等式求解最值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91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基本</a:t>
            </a:r>
            <a:r>
              <a:rPr lang="zh-CN" altLang="zh-CN" dirty="0"/>
              <a:t>不等式的实际应用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602938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围建一个面积为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 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的矩形场地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要求矩形场地的一面利用旧墙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利用的旧墙需维修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其他三面围墙要新建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在旧墙对面的新墙上要留一个宽度为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的进出口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已知旧墙的维修费用为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新墙的造价为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设利用的旧墙长度为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:m),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修建此矩形场地围墙的总费用为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142023"/>
            <a:ext cx="10807700" cy="4114288"/>
            <a:chOff x="361950" y="1142023"/>
            <a:chExt cx="10807700" cy="4114288"/>
          </a:xfrm>
        </p:grpSpPr>
        <p:pic>
          <p:nvPicPr>
            <p:cNvPr id="4" name="ZMG1TRA122.eps" descr="id:214749398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880717" y="1142023"/>
              <a:ext cx="5688632" cy="2266387"/>
            </a:xfrm>
            <a:prstGeom prst="rect">
              <a:avLst/>
            </a:prstGeom>
          </p:spPr>
        </p:pic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44773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将总费用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用旧墙长度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表示出来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试确定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使修建此矩形场地围墙的总费用最小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并求出最小总费用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962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795103"/>
              </p:ext>
            </p:extLst>
          </p:nvPr>
        </p:nvGraphicFramePr>
        <p:xfrm>
          <a:off x="376238" y="631159"/>
          <a:ext cx="11661775" cy="579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文档" r:id="rId4" imgW="3826872" imgH="1907944" progId="Word.Document.12">
                  <p:embed/>
                </p:oleObj>
              </mc:Choice>
              <mc:Fallback>
                <p:oleObj name="文档" r:id="rId4" imgW="3826872" imgH="19079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6238" y="631159"/>
                        <a:ext cx="11661775" cy="5799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628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61251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应用基本不等式解决实际问题的方法一般分四步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先理解题意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设出变量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一般把要求最值的量定为因变量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构造相应的解析式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把实际问题抽象成求最大值或最小值问题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利用基本不等式求出最大值或最小值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正确写出答案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2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016170"/>
            <a:ext cx="12599887" cy="4321421"/>
            <a:chOff x="361950" y="529880"/>
            <a:chExt cx="12599887" cy="432142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29880"/>
              <a:ext cx="10807700" cy="41899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某单位用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2 160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万元购得一块空地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计划在该地块上建造一栋至少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每层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2 000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平方米的楼房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经测算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若将楼房建为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NEU-BZ-S92" panose="02020503000000020003" pitchFamily="18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则每平方米的平均建筑费用为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1 160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48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为了使楼房每平方米的平均综合费用最少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该楼房应建为多少层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注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平均综合费用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平均建筑费用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平均购地费用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平均购地费用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4761951"/>
                </p:ext>
              </p:extLst>
            </p:nvPr>
          </p:nvGraphicFramePr>
          <p:xfrm>
            <a:off x="1289878" y="3960167"/>
            <a:ext cx="11671959" cy="891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3" name="文档" r:id="rId4" imgW="3826872" imgH="292175" progId="Word.Document.12">
                    <p:embed/>
                  </p:oleObj>
                </mc:Choice>
                <mc:Fallback>
                  <p:oleObj name="文档" r:id="rId4" imgW="3826872" imgH="29217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89878" y="3960167"/>
                          <a:ext cx="11671959" cy="8911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6941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6421" y="863823"/>
            <a:ext cx="11716395" cy="4946103"/>
            <a:chOff x="361950" y="1000792"/>
            <a:chExt cx="11716395" cy="494610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3702919"/>
                </p:ext>
              </p:extLst>
            </p:nvPr>
          </p:nvGraphicFramePr>
          <p:xfrm>
            <a:off x="432445" y="1000792"/>
            <a:ext cx="11645900" cy="3741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7" name="文档" r:id="rId4" imgW="3826872" imgH="1231952" progId="Word.Document.12">
                    <p:embed/>
                  </p:oleObj>
                </mc:Choice>
                <mc:Fallback>
                  <p:oleObj name="文档" r:id="rId4" imgW="3826872" imgH="123195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1000792"/>
                          <a:ext cx="11645900" cy="37417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72925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为了使楼房每平方米的平均综合费用最少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楼房应建为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43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47799"/>
            <a:ext cx="11814462" cy="5760640"/>
            <a:chOff x="361950" y="647799"/>
            <a:chExt cx="11814462" cy="576064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47799"/>
              <a:ext cx="10807700" cy="604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忽视基本不等式求最值的条件致错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301366"/>
                </p:ext>
              </p:extLst>
            </p:nvPr>
          </p:nvGraphicFramePr>
          <p:xfrm>
            <a:off x="504453" y="1272244"/>
            <a:ext cx="11671959" cy="39131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0" name="文档" r:id="rId4" imgW="3826872" imgH="1282984" progId="Word.Document.12">
                    <p:embed/>
                  </p:oleObj>
                </mc:Choice>
                <mc:Fallback>
                  <p:oleObj name="文档" r:id="rId4" imgW="3826872" imgH="12829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1272244"/>
                          <a:ext cx="11671959" cy="391310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5190798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065730"/>
              </p:ext>
            </p:extLst>
          </p:nvPr>
        </p:nvGraphicFramePr>
        <p:xfrm>
          <a:off x="504453" y="925999"/>
          <a:ext cx="11671959" cy="1917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8" name="文档" r:id="rId4" imgW="3826872" imgH="628554" progId="Word.Document.12">
                  <p:embed/>
                </p:oleObj>
              </mc:Choice>
              <mc:Fallback>
                <p:oleObj name="文档" r:id="rId4" imgW="3826872" imgH="6285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25999"/>
                        <a:ext cx="11671959" cy="1917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935185"/>
              </p:ext>
            </p:extLst>
          </p:nvPr>
        </p:nvGraphicFramePr>
        <p:xfrm>
          <a:off x="504825" y="2920123"/>
          <a:ext cx="11661775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9" name="文档" r:id="rId7" imgW="3837724" imgH="1020785" progId="Word.Document.12">
                  <p:embed/>
                </p:oleObj>
              </mc:Choice>
              <mc:Fallback>
                <p:oleObj name="文档" r:id="rId7" imgW="3837724" imgH="1020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825" y="2920123"/>
                        <a:ext cx="11661775" cy="308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254894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在运用基本不等式时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要特别注意等号成立的条件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尤其多次使用基本不等式时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等号成立的条件必须相同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否则会造成错误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尽量对式子进行化简、变形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利用一次基本不等式求最值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0266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415257"/>
              </p:ext>
            </p:extLst>
          </p:nvPr>
        </p:nvGraphicFramePr>
        <p:xfrm>
          <a:off x="425782" y="988175"/>
          <a:ext cx="11671959" cy="1692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文档" r:id="rId4" imgW="3826872" imgH="554882" progId="Word.Document.12">
                  <p:embed/>
                </p:oleObj>
              </mc:Choice>
              <mc:Fallback>
                <p:oleObj name="文档" r:id="rId4" imgW="3826872" imgH="5548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988175"/>
                        <a:ext cx="11671959" cy="1692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443160"/>
              </p:ext>
            </p:extLst>
          </p:nvPr>
        </p:nvGraphicFramePr>
        <p:xfrm>
          <a:off x="430213" y="2791104"/>
          <a:ext cx="11661775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文档" r:id="rId7" imgW="3837724" imgH="687254" progId="Word.Document.12">
                  <p:embed/>
                </p:oleObj>
              </mc:Choice>
              <mc:Fallback>
                <p:oleObj name="文档" r:id="rId7" imgW="3837724" imgH="6872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2791104"/>
                        <a:ext cx="11661775" cy="2074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28593" y="489375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2582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695395"/>
              </p:ext>
            </p:extLst>
          </p:nvPr>
        </p:nvGraphicFramePr>
        <p:xfrm>
          <a:off x="432445" y="1079847"/>
          <a:ext cx="11671959" cy="1752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4" name="文档" r:id="rId4" imgW="3837724" imgH="576558" progId="Word.Document.12">
                  <p:embed/>
                </p:oleObj>
              </mc:Choice>
              <mc:Fallback>
                <p:oleObj name="文档" r:id="rId4" imgW="3837724" imgH="5765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79847"/>
                        <a:ext cx="11671959" cy="1752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834618"/>
              </p:ext>
            </p:extLst>
          </p:nvPr>
        </p:nvGraphicFramePr>
        <p:xfrm>
          <a:off x="432445" y="2877123"/>
          <a:ext cx="11671959" cy="1398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5" name="文档" r:id="rId7" imgW="3837724" imgH="460093" progId="Word.Document.12">
                  <p:embed/>
                </p:oleObj>
              </mc:Choice>
              <mc:Fallback>
                <p:oleObj name="文档" r:id="rId7" imgW="3837724" imgH="4600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877123"/>
                        <a:ext cx="11671959" cy="1398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437" y="4285015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531977"/>
              </p:ext>
            </p:extLst>
          </p:nvPr>
        </p:nvGraphicFramePr>
        <p:xfrm>
          <a:off x="432445" y="935831"/>
          <a:ext cx="11671959" cy="1396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name="文档" r:id="rId4" imgW="3826872" imgH="457849" progId="Word.Document.12">
                  <p:embed/>
                </p:oleObj>
              </mc:Choice>
              <mc:Fallback>
                <p:oleObj name="文档" r:id="rId4" imgW="3826872" imgH="457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35831"/>
                        <a:ext cx="11671959" cy="1396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056255"/>
              </p:ext>
            </p:extLst>
          </p:nvPr>
        </p:nvGraphicFramePr>
        <p:xfrm>
          <a:off x="355600" y="2452688"/>
          <a:ext cx="11660188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文档" r:id="rId7" imgW="3837724" imgH="740980" progId="Word.Document.12">
                  <p:embed/>
                </p:oleObj>
              </mc:Choice>
              <mc:Fallback>
                <p:oleObj name="文档" r:id="rId7" imgW="3837724" imgH="7409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600" y="2452688"/>
                        <a:ext cx="11660188" cy="223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288429" y="477923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1751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472788"/>
              </p:ext>
            </p:extLst>
          </p:nvPr>
        </p:nvGraphicFramePr>
        <p:xfrm>
          <a:off x="432447" y="925999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2" name="文档" r:id="rId4" imgW="3837724" imgH="230046" progId="Word.Document.12">
                  <p:embed/>
                </p:oleObj>
              </mc:Choice>
              <mc:Fallback>
                <p:oleObj name="文档" r:id="rId4" imgW="3837724" imgH="2300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7" y="925999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606795"/>
              </p:ext>
            </p:extLst>
          </p:nvPr>
        </p:nvGraphicFramePr>
        <p:xfrm>
          <a:off x="430213" y="1720850"/>
          <a:ext cx="11618912" cy="299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3" name="文档" r:id="rId7" imgW="3837724" imgH="991579" progId="Word.Document.12">
                  <p:embed/>
                </p:oleObj>
              </mc:Choice>
              <mc:Fallback>
                <p:oleObj name="文档" r:id="rId7" imgW="3837724" imgH="9915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1720850"/>
                        <a:ext cx="11618912" cy="299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738673"/>
              </p:ext>
            </p:extLst>
          </p:nvPr>
        </p:nvGraphicFramePr>
        <p:xfrm>
          <a:off x="432445" y="4798846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4" name="文档" r:id="rId10" imgW="3826872" imgH="229284" progId="Word.Document.12">
                  <p:embed/>
                </p:oleObj>
              </mc:Choice>
              <mc:Fallback>
                <p:oleObj name="文档" r:id="rId10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2445" y="4798846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71464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393567"/>
              </p:ext>
            </p:extLst>
          </p:nvPr>
        </p:nvGraphicFramePr>
        <p:xfrm>
          <a:off x="432445" y="1070015"/>
          <a:ext cx="11671959" cy="759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2" name="文档" r:id="rId4" imgW="3826872" imgH="249050" progId="Word.Document.12">
                  <p:embed/>
                </p:oleObj>
              </mc:Choice>
              <mc:Fallback>
                <p:oleObj name="文档" r:id="rId4" imgW="3826872" imgH="2490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70015"/>
                        <a:ext cx="11671959" cy="759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560763"/>
              </p:ext>
            </p:extLst>
          </p:nvPr>
        </p:nvGraphicFramePr>
        <p:xfrm>
          <a:off x="430213" y="1857515"/>
          <a:ext cx="11661775" cy="287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" name="文档" r:id="rId7" imgW="3837724" imgH="948671" progId="Word.Document.12">
                  <p:embed/>
                </p:oleObj>
              </mc:Choice>
              <mc:Fallback>
                <p:oleObj name="文档" r:id="rId7" imgW="3837724" imgH="9486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1857515"/>
                        <a:ext cx="11661775" cy="287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32444" y="4707231"/>
            <a:ext cx="241284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大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2654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095237"/>
              </p:ext>
            </p:extLst>
          </p:nvPr>
        </p:nvGraphicFramePr>
        <p:xfrm>
          <a:off x="430213" y="766763"/>
          <a:ext cx="10583862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6" name="文档" r:id="rId4" imgW="3467489" imgH="792431" progId="Word.Document.12">
                  <p:embed/>
                </p:oleObj>
              </mc:Choice>
              <mc:Fallback>
                <p:oleObj name="文档" r:id="rId4" imgW="3467489" imgH="7924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766763"/>
                        <a:ext cx="10583862" cy="240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281896"/>
              </p:ext>
            </p:extLst>
          </p:nvPr>
        </p:nvGraphicFramePr>
        <p:xfrm>
          <a:off x="432444" y="3223298"/>
          <a:ext cx="10607329" cy="2900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name="文档" r:id="rId7" imgW="3477813" imgH="950834" progId="Word.Document.12">
                  <p:embed/>
                </p:oleObj>
              </mc:Choice>
              <mc:Fallback>
                <p:oleObj name="文档" r:id="rId7" imgW="3477813" imgH="9508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223298"/>
                        <a:ext cx="10607329" cy="2900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246724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45</TotalTime>
  <Words>967</Words>
  <Application>Microsoft Office PowerPoint</Application>
  <PresentationFormat>自定义</PresentationFormat>
  <Paragraphs>58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27</cp:revision>
  <dcterms:created xsi:type="dcterms:W3CDTF">2020-09-12T05:36:12Z</dcterms:created>
  <dcterms:modified xsi:type="dcterms:W3CDTF">2025-08-18T03:16:55Z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