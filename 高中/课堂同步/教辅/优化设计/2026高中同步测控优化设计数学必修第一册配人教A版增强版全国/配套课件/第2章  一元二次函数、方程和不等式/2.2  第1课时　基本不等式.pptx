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78" r:id="rId8"/>
    <p:sldId id="757" r:id="rId9"/>
    <p:sldId id="758" r:id="rId10"/>
    <p:sldId id="759" r:id="rId11"/>
    <p:sldId id="737" r:id="rId12"/>
    <p:sldId id="750" r:id="rId13"/>
    <p:sldId id="760" r:id="rId14"/>
    <p:sldId id="761" r:id="rId15"/>
    <p:sldId id="754" r:id="rId16"/>
    <p:sldId id="762" r:id="rId17"/>
    <p:sldId id="763" r:id="rId18"/>
    <p:sldId id="764" r:id="rId19"/>
    <p:sldId id="765" r:id="rId20"/>
    <p:sldId id="755" r:id="rId21"/>
    <p:sldId id="766" r:id="rId22"/>
    <p:sldId id="767" r:id="rId23"/>
    <p:sldId id="768" r:id="rId24"/>
    <p:sldId id="769" r:id="rId25"/>
    <p:sldId id="770" r:id="rId26"/>
    <p:sldId id="747" r:id="rId27"/>
    <p:sldId id="751" r:id="rId28"/>
    <p:sldId id="771" r:id="rId29"/>
    <p:sldId id="772" r:id="rId30"/>
    <p:sldId id="773" r:id="rId31"/>
    <p:sldId id="779" r:id="rId32"/>
    <p:sldId id="748" r:id="rId33"/>
    <p:sldId id="752" r:id="rId34"/>
    <p:sldId id="774" r:id="rId35"/>
    <p:sldId id="775" r:id="rId36"/>
    <p:sldId id="776" r:id="rId37"/>
    <p:sldId id="777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6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10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1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3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4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6.docx"/><Relationship Id="rId3" Type="http://schemas.openxmlformats.org/officeDocument/2006/relationships/image" Target="../media/image18.jpe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6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9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1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3.docx"/><Relationship Id="rId3" Type="http://schemas.openxmlformats.org/officeDocument/2006/relationships/image" Target="../media/image18.jpe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Word___22.docx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4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5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6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7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8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9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30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1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2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4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5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6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8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8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基本不等式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基本不等式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0437" y="975265"/>
            <a:ext cx="13968338" cy="4600446"/>
            <a:chOff x="360437" y="871889"/>
            <a:chExt cx="13968338" cy="4600446"/>
          </a:xfrm>
        </p:grpSpPr>
        <p:grpSp>
          <p:nvGrpSpPr>
            <p:cNvPr id="3" name="组合 2"/>
            <p:cNvGrpSpPr/>
            <p:nvPr/>
          </p:nvGrpSpPr>
          <p:grpSpPr>
            <a:xfrm>
              <a:off x="360437" y="871889"/>
              <a:ext cx="10729192" cy="4600446"/>
              <a:chOff x="360437" y="871889"/>
              <a:chExt cx="10729192" cy="4600446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60437" y="871889"/>
                <a:ext cx="10729192" cy="4600446"/>
                <a:chOff x="360437" y="1566586"/>
                <a:chExt cx="10729192" cy="3142167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360437" y="1566586"/>
                  <a:ext cx="10729192" cy="3142167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448669" y="1708625"/>
                  <a:ext cx="0" cy="2737494"/>
                </a:xfrm>
                <a:prstGeom prst="line">
                  <a:avLst/>
                </a:prstGeom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>
                <a:off x="360437" y="2447999"/>
                <a:ext cx="2086719" cy="1195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课标定位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素养阐释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2552207" y="1933783"/>
                <a:ext cx="8496944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结合具体实例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能用基本不等式解决简单的最大值或最小值问题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能利用基本不等式证明简单的不等式及比较代数式的大小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提升逻辑推理和数学运算能力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.</a:t>
                </a:r>
                <a:endParaRPr lang="zh-CN" altLang="en-US" dirty="0"/>
              </a:p>
            </p:txBody>
          </p:sp>
        </p:grp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6564614"/>
                </p:ext>
              </p:extLst>
            </p:nvPr>
          </p:nvGraphicFramePr>
          <p:xfrm>
            <a:off x="2668588" y="1166624"/>
            <a:ext cx="11660187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文档" r:id="rId4" imgW="3826872" imgH="231440" progId="Word.Document.12">
                    <p:embed/>
                  </p:oleObj>
                </mc:Choice>
                <mc:Fallback>
                  <p:oleObj name="文档" r:id="rId4" imgW="3826872" imgH="2314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68588" y="1166624"/>
                          <a:ext cx="11660187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3988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556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基本不等式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在本章第一节我们已经得出一类重要不等式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等号成立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247532"/>
              </p:ext>
            </p:extLst>
          </p:nvPr>
        </p:nvGraphicFramePr>
        <p:xfrm>
          <a:off x="-143619" y="3369410"/>
          <a:ext cx="10607329" cy="567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文档" r:id="rId4" imgW="3477813" imgH="186056" progId="Word.Document.12">
                  <p:embed/>
                </p:oleObj>
              </mc:Choice>
              <mc:Fallback>
                <p:oleObj name="文档" r:id="rId4" imgW="3477813" imgH="1860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43619" y="3369410"/>
                        <a:ext cx="10607329" cy="5674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364922"/>
              </p:ext>
            </p:extLst>
          </p:nvPr>
        </p:nvGraphicFramePr>
        <p:xfrm>
          <a:off x="-113428" y="3946713"/>
          <a:ext cx="10607329" cy="733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文档" r:id="rId7" imgW="3477813" imgH="240503" progId="Word.Document.12">
                  <p:embed/>
                </p:oleObj>
              </mc:Choice>
              <mc:Fallback>
                <p:oleObj name="文档" r:id="rId7" imgW="3477813" imgH="2405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113428" y="3946713"/>
                        <a:ext cx="10607329" cy="733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082984"/>
              </p:ext>
            </p:extLst>
          </p:nvPr>
        </p:nvGraphicFramePr>
        <p:xfrm>
          <a:off x="216421" y="1511895"/>
          <a:ext cx="11671959" cy="3042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文档" r:id="rId4" imgW="3837724" imgH="1000954" progId="Word.Document.12">
                  <p:embed/>
                </p:oleObj>
              </mc:Choice>
              <mc:Fallback>
                <p:oleObj name="文档" r:id="rId4" imgW="3837724" imgH="10009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511895"/>
                        <a:ext cx="11671959" cy="3042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619147" y="165591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614342" y="212000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545326" y="1605419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540696" y="2069517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62141" y="2873249"/>
            <a:ext cx="206440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057912" y="3337347"/>
            <a:ext cx="20620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14985" y="3477627"/>
            <a:ext cx="20484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10756" y="3941725"/>
            <a:ext cx="20461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178322" y="3474814"/>
            <a:ext cx="115632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0173589" y="3938912"/>
            <a:ext cx="115501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817991"/>
              </p:ext>
            </p:extLst>
          </p:nvPr>
        </p:nvGraphicFramePr>
        <p:xfrm>
          <a:off x="204788" y="785813"/>
          <a:ext cx="11660187" cy="505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文档" r:id="rId4" imgW="3837724" imgH="1667295" progId="Word.Document.12">
                  <p:embed/>
                </p:oleObj>
              </mc:Choice>
              <mc:Fallback>
                <p:oleObj name="文档" r:id="rId4" imgW="3837724" imgH="16672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788" y="785813"/>
                        <a:ext cx="11660187" cy="5056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283963" y="4781455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283963" y="525631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851259" y="5317785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846712" y="5781883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670618" y="530795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666028" y="577205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87088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3432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D.8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634527"/>
            <a:ext cx="11671959" cy="1213664"/>
            <a:chOff x="361950" y="2592015"/>
            <a:chExt cx="11671959" cy="1213664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592015"/>
              <a:ext cx="3153427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6449397"/>
                </p:ext>
              </p:extLst>
            </p:nvPr>
          </p:nvGraphicFramePr>
          <p:xfrm>
            <a:off x="361950" y="3240087"/>
            <a:ext cx="11671959" cy="565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" name="文档" r:id="rId4" imgW="3826872" imgH="185440" progId="Word.Document.12">
                    <p:embed/>
                  </p:oleObj>
                </mc:Choice>
                <mc:Fallback>
                  <p:oleObj name="文档" r:id="rId4" imgW="3826872" imgH="1854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3240087"/>
                          <a:ext cx="11671959" cy="5655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61950" y="385029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取等号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04416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88429" y="935831"/>
            <a:ext cx="11742454" cy="4176464"/>
            <a:chOff x="288429" y="935831"/>
            <a:chExt cx="11742454" cy="417646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288429" y="93583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6376015"/>
                </p:ext>
              </p:extLst>
            </p:nvPr>
          </p:nvGraphicFramePr>
          <p:xfrm>
            <a:off x="358924" y="2797318"/>
            <a:ext cx="11671959" cy="23149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" name="文档" r:id="rId4" imgW="3826872" imgH="759009" progId="Word.Document.12">
                    <p:embed/>
                  </p:oleObj>
                </mc:Choice>
                <mc:Fallback>
                  <p:oleObj name="文档" r:id="rId4" imgW="3826872" imgH="7590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8924" y="2797318"/>
                          <a:ext cx="11671959" cy="23149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8065293" y="281844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441557" y="371320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41157" y="44642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4497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基本不等式比较代数式的大小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61950" y="1414114"/>
            <a:ext cx="20815462" cy="1217641"/>
            <a:chOff x="361950" y="1337399"/>
            <a:chExt cx="20815462" cy="1217641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33739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&lt;a&lt;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&lt;b&lt;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试比较出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中的最大者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575455"/>
                </p:ext>
              </p:extLst>
            </p:nvPr>
          </p:nvGraphicFramePr>
          <p:xfrm>
            <a:off x="9505453" y="1430068"/>
            <a:ext cx="11671959" cy="538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6" name="文档" r:id="rId4" imgW="3826872" imgH="176455" progId="Word.Document.12">
                    <p:embed/>
                  </p:oleObj>
                </mc:Choice>
                <mc:Fallback>
                  <p:oleObj name="文档" r:id="rId4" imgW="3826872" imgH="17645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505453" y="1430068"/>
                          <a:ext cx="11671959" cy="5381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361950" y="2621210"/>
            <a:ext cx="13182614" cy="3637919"/>
            <a:chOff x="361950" y="2544495"/>
            <a:chExt cx="13182614" cy="3637919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2544495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&lt;a&lt;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&lt;b&lt;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四个数中最大的应从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中选择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而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&lt;a&lt;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1,0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&lt;b&lt;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最大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939066"/>
                </p:ext>
              </p:extLst>
            </p:nvPr>
          </p:nvGraphicFramePr>
          <p:xfrm>
            <a:off x="1872605" y="3195672"/>
            <a:ext cx="11671959" cy="538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7" name="文档" r:id="rId7" imgW="3826872" imgH="176455" progId="Word.Document.12">
                    <p:embed/>
                  </p:oleObj>
                </mc:Choice>
                <mc:Fallback>
                  <p:oleObj name="文档" r:id="rId7" imgW="3826872" imgH="17645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72605" y="3195672"/>
                          <a:ext cx="11671959" cy="5381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655911"/>
            <a:ext cx="11378241" cy="2456057"/>
            <a:chOff x="361950" y="965997"/>
            <a:chExt cx="11378241" cy="245605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65997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运用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基本不等式比较大小时应注意成立的条件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成立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的条件是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等号成立的条件是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a=b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;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+b</a:t>
              </a:r>
              <a:r>
                <a:rPr lang="en-US" altLang="zh-CN" baseline="30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成立的条件是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等号成立的条件是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a=b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578752"/>
                </p:ext>
              </p:extLst>
            </p:nvPr>
          </p:nvGraphicFramePr>
          <p:xfrm>
            <a:off x="10019341" y="1614069"/>
            <a:ext cx="1720850" cy="538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文档" r:id="rId4" imgW="563901" imgH="176455" progId="Word.Document.12">
                    <p:embed/>
                  </p:oleObj>
                </mc:Choice>
                <mc:Fallback>
                  <p:oleObj name="文档" r:id="rId4" imgW="563901" imgH="17645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0019341" y="1614069"/>
                          <a:ext cx="1720850" cy="5381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6050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687127"/>
            <a:ext cx="11958478" cy="1947565"/>
            <a:chOff x="361950" y="863823"/>
            <a:chExt cx="11958478" cy="194756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63823"/>
              <a:ext cx="10807700" cy="12352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&lt;a&lt;b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则下列四个数中最大的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endPara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697489"/>
                </p:ext>
              </p:extLst>
            </p:nvPr>
          </p:nvGraphicFramePr>
          <p:xfrm>
            <a:off x="648469" y="2087959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2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8469" y="2087959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43685"/>
              </p:ext>
            </p:extLst>
          </p:nvPr>
        </p:nvGraphicFramePr>
        <p:xfrm>
          <a:off x="576461" y="2693519"/>
          <a:ext cx="11671959" cy="1841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文档" r:id="rId7" imgW="3826872" imgH="603757" progId="Word.Document.12">
                  <p:embed/>
                </p:oleObj>
              </mc:Choice>
              <mc:Fallback>
                <p:oleObj name="文档" r:id="rId7" imgW="3826872" imgH="6037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1" y="2693519"/>
                        <a:ext cx="11671959" cy="1841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459003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b-b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=ab-a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b-a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b&gt;a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01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基本不等式求简单的最值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017508"/>
              </p:ext>
            </p:extLst>
          </p:nvPr>
        </p:nvGraphicFramePr>
        <p:xfrm>
          <a:off x="576461" y="2151075"/>
          <a:ext cx="11671959" cy="1449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4" imgW="3826872" imgH="475099" progId="Word.Document.12">
                  <p:embed/>
                </p:oleObj>
              </mc:Choice>
              <mc:Fallback>
                <p:oleObj name="文档" r:id="rId4" imgW="3826872" imgH="4750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2151075"/>
                        <a:ext cx="11671959" cy="1449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972028"/>
              </p:ext>
            </p:extLst>
          </p:nvPr>
        </p:nvGraphicFramePr>
        <p:xfrm>
          <a:off x="581025" y="898828"/>
          <a:ext cx="11661775" cy="484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文档" r:id="rId4" imgW="3837724" imgH="1599507" progId="Word.Document.12">
                  <p:embed/>
                </p:oleObj>
              </mc:Choice>
              <mc:Fallback>
                <p:oleObj name="文档" r:id="rId4" imgW="3837724" imgH="15995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1025" y="898828"/>
                        <a:ext cx="11661775" cy="484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25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007839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284679"/>
              </p:ext>
            </p:extLst>
          </p:nvPr>
        </p:nvGraphicFramePr>
        <p:xfrm>
          <a:off x="660400" y="1644430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文档" r:id="rId5" imgW="3826872" imgH="237909" progId="Word.Document.12">
                  <p:embed/>
                </p:oleObj>
              </mc:Choice>
              <mc:Fallback>
                <p:oleObj name="文档" r:id="rId5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400" y="1644430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736840"/>
              </p:ext>
            </p:extLst>
          </p:nvPr>
        </p:nvGraphicFramePr>
        <p:xfrm>
          <a:off x="660400" y="2436518"/>
          <a:ext cx="11671959" cy="2243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文档" r:id="rId8" imgW="3837724" imgH="738095" progId="Word.Document.12">
                  <p:embed/>
                </p:oleObj>
              </mc:Choice>
              <mc:Fallback>
                <p:oleObj name="文档" r:id="rId8" imgW="3837724" imgH="7380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400" y="2436518"/>
                        <a:ext cx="11671959" cy="22437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401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011394"/>
              </p:ext>
            </p:extLst>
          </p:nvPr>
        </p:nvGraphicFramePr>
        <p:xfrm>
          <a:off x="298261" y="1151855"/>
          <a:ext cx="11671959" cy="124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文档" r:id="rId4" imgW="3826872" imgH="409692" progId="Word.Document.12">
                  <p:embed/>
                </p:oleObj>
              </mc:Choice>
              <mc:Fallback>
                <p:oleObj name="文档" r:id="rId4" imgW="3826872" imgH="4096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261" y="1151855"/>
                        <a:ext cx="11671959" cy="1249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793074"/>
              </p:ext>
            </p:extLst>
          </p:nvPr>
        </p:nvGraphicFramePr>
        <p:xfrm>
          <a:off x="301625" y="2463800"/>
          <a:ext cx="11660188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文档" r:id="rId7" imgW="3837724" imgH="792542" progId="Word.Document.12">
                  <p:embed/>
                </p:oleObj>
              </mc:Choice>
              <mc:Fallback>
                <p:oleObj name="文档" r:id="rId7" imgW="3837724" imgH="7925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625" y="2463800"/>
                        <a:ext cx="11660188" cy="2398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387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989044"/>
            <a:ext cx="11742454" cy="4421115"/>
            <a:chOff x="361950" y="959548"/>
            <a:chExt cx="11742454" cy="442111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959548"/>
              <a:ext cx="2605200" cy="12741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6682441"/>
                </p:ext>
              </p:extLst>
            </p:nvPr>
          </p:nvGraphicFramePr>
          <p:xfrm>
            <a:off x="432445" y="2206339"/>
            <a:ext cx="11671959" cy="3174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1" name="文档" r:id="rId4" imgW="3826872" imgH="1040762" progId="Word.Document.12">
                    <p:embed/>
                  </p:oleObj>
                </mc:Choice>
                <mc:Fallback>
                  <p:oleObj name="文档" r:id="rId4" imgW="3826872" imgH="10407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206339"/>
                          <a:ext cx="11671959" cy="31743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650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基本不等式证明不等式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475719"/>
              </p:ext>
            </p:extLst>
          </p:nvPr>
        </p:nvGraphicFramePr>
        <p:xfrm>
          <a:off x="360437" y="2388411"/>
          <a:ext cx="11671959" cy="851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文档" r:id="rId4" imgW="3826872" imgH="279238" progId="Word.Document.12">
                  <p:embed/>
                </p:oleObj>
              </mc:Choice>
              <mc:Fallback>
                <p:oleObj name="文档" r:id="rId4" imgW="3826872" imgH="279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2388411"/>
                        <a:ext cx="11671959" cy="851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517647"/>
              </p:ext>
            </p:extLst>
          </p:nvPr>
        </p:nvGraphicFramePr>
        <p:xfrm>
          <a:off x="360437" y="702981"/>
          <a:ext cx="11671959" cy="552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文档" r:id="rId4" imgW="3826872" imgH="1812709" progId="Word.Document.12">
                  <p:embed/>
                </p:oleObj>
              </mc:Choice>
              <mc:Fallback>
                <p:oleObj name="文档" r:id="rId4" imgW="3826872" imgH="1812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702981"/>
                        <a:ext cx="11671959" cy="5528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866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816053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651500"/>
              </p:ext>
            </p:extLst>
          </p:nvPr>
        </p:nvGraphicFramePr>
        <p:xfrm>
          <a:off x="660400" y="1351924"/>
          <a:ext cx="11671959" cy="734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文档" r:id="rId5" imgW="3826872" imgH="240784" progId="Word.Document.12">
                  <p:embed/>
                </p:oleObj>
              </mc:Choice>
              <mc:Fallback>
                <p:oleObj name="文档" r:id="rId5" imgW="3826872" imgH="240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0400" y="1351924"/>
                        <a:ext cx="11671959" cy="7343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152893"/>
              </p:ext>
            </p:extLst>
          </p:nvPr>
        </p:nvGraphicFramePr>
        <p:xfrm>
          <a:off x="660400" y="2184205"/>
          <a:ext cx="11671959" cy="3474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文档" r:id="rId8" imgW="3826872" imgH="1139232" progId="Word.Document.12">
                  <p:embed/>
                </p:oleObj>
              </mc:Choice>
              <mc:Fallback>
                <p:oleObj name="文档" r:id="rId8" imgW="3826872" imgH="11392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400" y="2184205"/>
                        <a:ext cx="11671959" cy="3474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7610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750708"/>
              </p:ext>
            </p:extLst>
          </p:nvPr>
        </p:nvGraphicFramePr>
        <p:xfrm>
          <a:off x="576461" y="2335219"/>
          <a:ext cx="11671959" cy="1264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文档" r:id="rId4" imgW="3826872" imgH="414724" progId="Word.Document.12">
                  <p:embed/>
                </p:oleObj>
              </mc:Choice>
              <mc:Fallback>
                <p:oleObj name="文档" r:id="rId4" imgW="3826872" imgH="4147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2335219"/>
                        <a:ext cx="11671959" cy="1264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566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580570"/>
              </p:ext>
            </p:extLst>
          </p:nvPr>
        </p:nvGraphicFramePr>
        <p:xfrm>
          <a:off x="569913" y="677863"/>
          <a:ext cx="11661775" cy="566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文档" r:id="rId4" imgW="3837724" imgH="1869577" progId="Word.Document.12">
                  <p:embed/>
                </p:oleObj>
              </mc:Choice>
              <mc:Fallback>
                <p:oleObj name="文档" r:id="rId4" imgW="3837724" imgH="18695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9913" y="677863"/>
                        <a:ext cx="11661775" cy="566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393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079847"/>
            <a:ext cx="13752015" cy="4228850"/>
            <a:chOff x="361950" y="1007839"/>
            <a:chExt cx="13752015" cy="422885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07839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多次使用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           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要注意等号能否成立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最后利用不等式的同向可加性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此时也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等号成立的条件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在解决不能直接利用基本不等式证明的问题时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要重新组合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构造运用基本不等式的条件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若条件中有一个多项式的和为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“1”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的代换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0531574"/>
                </p:ext>
              </p:extLst>
            </p:nvPr>
          </p:nvGraphicFramePr>
          <p:xfrm>
            <a:off x="2442006" y="1594063"/>
            <a:ext cx="11671959" cy="565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4" name="文档" r:id="rId4" imgW="3826872" imgH="185440" progId="Word.Document.12">
                    <p:embed/>
                  </p:oleObj>
                </mc:Choice>
                <mc:Fallback>
                  <p:oleObj name="文档" r:id="rId4" imgW="3826872" imgH="1854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442006" y="1594063"/>
                          <a:ext cx="11671959" cy="5655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3244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00143"/>
            <a:ext cx="10807700" cy="60478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忽视基本不等式成立的条件致错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04520"/>
              </p:ext>
            </p:extLst>
          </p:nvPr>
        </p:nvGraphicFramePr>
        <p:xfrm>
          <a:off x="504825" y="1344613"/>
          <a:ext cx="1166177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文档" r:id="rId4" imgW="3837724" imgH="565020" progId="Word.Document.12">
                  <p:embed/>
                </p:oleObj>
              </mc:Choice>
              <mc:Fallback>
                <p:oleObj name="文档" r:id="rId4" imgW="3837724" imgH="5650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344613"/>
                        <a:ext cx="11661775" cy="171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07640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y|y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2}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解答过程中都有哪些错误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上述解答中应用了基本不等式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却忽略了应用基本不等式的条件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两个数应都大于零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因而导致错误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053335"/>
              </p:ext>
            </p:extLst>
          </p:nvPr>
        </p:nvGraphicFramePr>
        <p:xfrm>
          <a:off x="577850" y="1135063"/>
          <a:ext cx="11645900" cy="405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2" name="文档" r:id="rId4" imgW="3826872" imgH="1337610" progId="Word.Document.12">
                  <p:embed/>
                </p:oleObj>
              </mc:Choice>
              <mc:Fallback>
                <p:oleObj name="文档" r:id="rId4" imgW="3826872" imgH="13376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1135063"/>
                        <a:ext cx="11645900" cy="405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327395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864150"/>
            <a:ext cx="12894582" cy="2456057"/>
            <a:chOff x="361950" y="1556928"/>
            <a:chExt cx="12894582" cy="2456057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56928"/>
              <a:ext cx="10807700" cy="24560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的取值范围为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故要对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的符号加以讨论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否则不能用基本不等式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提升逻辑推理和数学运算能力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648537"/>
                </p:ext>
              </p:extLst>
            </p:nvPr>
          </p:nvGraphicFramePr>
          <p:xfrm>
            <a:off x="1584573" y="2071015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6" name="文档" r:id="rId4" imgW="3826872" imgH="237909" progId="Word.Document.12">
                    <p:embed/>
                  </p:oleObj>
                </mc:Choice>
                <mc:Fallback>
                  <p:oleObj name="文档" r:id="rId4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584573" y="2071015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296983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44413" y="1438171"/>
            <a:ext cx="11025237" cy="3026052"/>
            <a:chOff x="144413" y="1438171"/>
            <a:chExt cx="11025237" cy="302605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38171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304800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下列各式能用基本不等式直接求得最大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值的是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9629917"/>
                </p:ext>
              </p:extLst>
            </p:nvPr>
          </p:nvGraphicFramePr>
          <p:xfrm>
            <a:off x="144413" y="2734315"/>
            <a:ext cx="10607329" cy="17299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70" name="文档" r:id="rId4" imgW="3477813" imgH="567183" progId="Word.Document.12">
                    <p:embed/>
                  </p:oleObj>
                </mc:Choice>
                <mc:Fallback>
                  <p:oleObj name="文档" r:id="rId4" imgW="3477813" imgH="5671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4413" y="2734315"/>
                          <a:ext cx="10607329" cy="17299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960000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203181"/>
              </p:ext>
            </p:extLst>
          </p:nvPr>
        </p:nvGraphicFramePr>
        <p:xfrm>
          <a:off x="504825" y="682625"/>
          <a:ext cx="10625138" cy="506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文档" r:id="rId4" imgW="3826872" imgH="1828881" progId="Word.Document.12">
                  <p:embed/>
                </p:oleObj>
              </mc:Choice>
              <mc:Fallback>
                <p:oleObj name="文档" r:id="rId4" imgW="3826872" imgH="18288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682625"/>
                        <a:ext cx="10625138" cy="506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5760329"/>
            <a:ext cx="2114681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2795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329265"/>
              </p:ext>
            </p:extLst>
          </p:nvPr>
        </p:nvGraphicFramePr>
        <p:xfrm>
          <a:off x="432445" y="814663"/>
          <a:ext cx="11671959" cy="198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文档" r:id="rId4" imgW="3826872" imgH="650836" progId="Word.Document.12">
                  <p:embed/>
                </p:oleObj>
              </mc:Choice>
              <mc:Fallback>
                <p:oleObj name="文档" r:id="rId4" imgW="3826872" imgH="650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14663"/>
                        <a:ext cx="11671959" cy="198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849252"/>
              </p:ext>
            </p:extLst>
          </p:nvPr>
        </p:nvGraphicFramePr>
        <p:xfrm>
          <a:off x="430213" y="2914650"/>
          <a:ext cx="11661775" cy="249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文档" r:id="rId7" imgW="3837724" imgH="825354" progId="Word.Document.12">
                  <p:embed/>
                </p:oleObj>
              </mc:Choice>
              <mc:Fallback>
                <p:oleObj name="文档" r:id="rId7" imgW="3837724" imgH="8253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2914650"/>
                        <a:ext cx="11661775" cy="2497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8429" y="545999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7984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则下列不等式正确的是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650535"/>
              </p:ext>
            </p:extLst>
          </p:nvPr>
        </p:nvGraphicFramePr>
        <p:xfrm>
          <a:off x="361950" y="2888419"/>
          <a:ext cx="11671959" cy="13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文档" r:id="rId4" imgW="3826872" imgH="451380" progId="Word.Document.12">
                  <p:embed/>
                </p:oleObj>
              </mc:Choice>
              <mc:Fallback>
                <p:oleObj name="文档" r:id="rId4" imgW="3826872" imgH="451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2888419"/>
                        <a:ext cx="11671959" cy="13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08093" y="435535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748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14352"/>
              </p:ext>
            </p:extLst>
          </p:nvPr>
        </p:nvGraphicFramePr>
        <p:xfrm>
          <a:off x="432445" y="2611054"/>
          <a:ext cx="11671959" cy="58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1" name="文档" r:id="rId4" imgW="3837724" imgH="193989" progId="Word.Document.12">
                  <p:embed/>
                </p:oleObj>
              </mc:Choice>
              <mc:Fallback>
                <p:oleObj name="文档" r:id="rId4" imgW="3837724" imgH="1939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611054"/>
                        <a:ext cx="11671959" cy="589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306399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4570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757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的最小值为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的最大值为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581576"/>
              </p:ext>
            </p:extLst>
          </p:nvPr>
        </p:nvGraphicFramePr>
        <p:xfrm>
          <a:off x="504825" y="1767554"/>
          <a:ext cx="11661775" cy="399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文档" r:id="rId4" imgW="3837724" imgH="1318980" progId="Word.Document.12">
                  <p:embed/>
                </p:oleObj>
              </mc:Choice>
              <mc:Fallback>
                <p:oleObj name="文档" r:id="rId4" imgW="3837724" imgH="13189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767554"/>
                        <a:ext cx="11661775" cy="399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663460"/>
              </p:ext>
            </p:extLst>
          </p:nvPr>
        </p:nvGraphicFramePr>
        <p:xfrm>
          <a:off x="471640" y="5645682"/>
          <a:ext cx="11671959" cy="723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文档" r:id="rId7" imgW="3826872" imgH="237190" progId="Word.Document.12">
                  <p:embed/>
                </p:oleObj>
              </mc:Choice>
              <mc:Fallback>
                <p:oleObj name="文档" r:id="rId7" imgW="3826872" imgH="2371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640" y="5645682"/>
                        <a:ext cx="11671959" cy="723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01517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951694"/>
              </p:ext>
            </p:extLst>
          </p:nvPr>
        </p:nvGraphicFramePr>
        <p:xfrm>
          <a:off x="323019" y="739471"/>
          <a:ext cx="11671959" cy="1252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文档" r:id="rId4" imgW="3826872" imgH="410770" progId="Word.Document.12">
                  <p:embed/>
                </p:oleObj>
              </mc:Choice>
              <mc:Fallback>
                <p:oleObj name="文档" r:id="rId4" imgW="3826872" imgH="4107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019" y="739471"/>
                        <a:ext cx="11671959" cy="12528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283899"/>
              </p:ext>
            </p:extLst>
          </p:nvPr>
        </p:nvGraphicFramePr>
        <p:xfrm>
          <a:off x="317925" y="2025783"/>
          <a:ext cx="11645900" cy="415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文档" r:id="rId7" imgW="3826872" imgH="1367797" progId="Word.Document.12">
                  <p:embed/>
                </p:oleObj>
              </mc:Choice>
              <mc:Fallback>
                <p:oleObj name="文档" r:id="rId7" imgW="3826872" imgH="13677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925" y="2025783"/>
                        <a:ext cx="11645900" cy="415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706792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45</TotalTime>
  <Words>652</Words>
  <Application>Microsoft Office PowerPoint</Application>
  <PresentationFormat>自定义</PresentationFormat>
  <Paragraphs>68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2025-08-18T03:07:27Z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