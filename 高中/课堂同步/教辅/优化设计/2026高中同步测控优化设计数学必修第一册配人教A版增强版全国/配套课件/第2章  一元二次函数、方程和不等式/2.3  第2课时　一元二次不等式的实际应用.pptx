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37" r:id="rId11"/>
    <p:sldId id="750" r:id="rId12"/>
    <p:sldId id="761" r:id="rId13"/>
    <p:sldId id="762" r:id="rId14"/>
    <p:sldId id="763" r:id="rId15"/>
    <p:sldId id="764" r:id="rId16"/>
    <p:sldId id="765" r:id="rId17"/>
    <p:sldId id="766" r:id="rId18"/>
    <p:sldId id="767" r:id="rId19"/>
    <p:sldId id="759" r:id="rId20"/>
    <p:sldId id="768" r:id="rId21"/>
    <p:sldId id="769" r:id="rId22"/>
    <p:sldId id="760" r:id="rId23"/>
    <p:sldId id="770" r:id="rId24"/>
    <p:sldId id="771" r:id="rId25"/>
    <p:sldId id="772" r:id="rId26"/>
    <p:sldId id="773" r:id="rId27"/>
    <p:sldId id="747" r:id="rId28"/>
    <p:sldId id="751" r:id="rId29"/>
    <p:sldId id="774" r:id="rId30"/>
    <p:sldId id="775" r:id="rId31"/>
    <p:sldId id="776" r:id="rId32"/>
    <p:sldId id="748" r:id="rId33"/>
    <p:sldId id="752" r:id="rId34"/>
    <p:sldId id="777" r:id="rId35"/>
    <p:sldId id="778" r:id="rId36"/>
    <p:sldId id="779" r:id="rId37"/>
    <p:sldId id="735" r:id="rId3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37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7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6.docx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0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1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4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6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179871"/>
            <a:ext cx="10807700" cy="17802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2.3</a:t>
            </a:r>
            <a:r>
              <a:rPr lang="zh-CN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二次函数与一元二次方程、不等式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一元二次不等式的实际应用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经历从实际情境中抽象出一元二次不等式的过程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了解一元二次不等式的现实意义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会建立实际情境中的一元二次不等式模型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并会利用此模型解决实际问题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理解一元二次不等式的解集是实数集和空集的含义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建模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53047"/>
            <a:ext cx="11188700" cy="5331841"/>
            <a:chOff x="361950" y="1018231"/>
            <a:chExt cx="11188700" cy="533184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018231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一元二次不等式的解集是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的含义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解决一元二次不等式的解集是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可以借助二次函数的图象求解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请把下列结论补充完整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1325533"/>
                </p:ext>
              </p:extLst>
            </p:nvPr>
          </p:nvGraphicFramePr>
          <p:xfrm>
            <a:off x="420688" y="2924247"/>
            <a:ext cx="11129962" cy="342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文档" r:id="rId4" imgW="3826872" imgH="1180920" progId="Word.Document.12">
                    <p:embed/>
                  </p:oleObj>
                </mc:Choice>
                <mc:Fallback>
                  <p:oleObj name="文档" r:id="rId4" imgW="3826872" imgH="118092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0688" y="2924247"/>
                          <a:ext cx="11129962" cy="34258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1755679" y="3129677"/>
            <a:ext cx="94034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750243" y="3638363"/>
            <a:ext cx="96708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37045" y="4591353"/>
            <a:ext cx="94034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37045" y="5096726"/>
            <a:ext cx="94034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37045" y="5598734"/>
            <a:ext cx="94034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779213" y="4862377"/>
            <a:ext cx="94034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779213" y="5364385"/>
            <a:ext cx="100323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803277"/>
              </p:ext>
            </p:extLst>
          </p:nvPr>
        </p:nvGraphicFramePr>
        <p:xfrm>
          <a:off x="432445" y="935831"/>
          <a:ext cx="11671959" cy="4588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文档" r:id="rId4" imgW="3826872" imgH="1504361" progId="Word.Document.12">
                  <p:embed/>
                </p:oleObj>
              </mc:Choice>
              <mc:Fallback>
                <p:oleObj name="文档" r:id="rId4" imgW="3826872" imgH="15043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35831"/>
                        <a:ext cx="11671959" cy="45883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812933" y="1439887"/>
            <a:ext cx="99577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812932" y="1941895"/>
            <a:ext cx="106237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97978" y="2986377"/>
            <a:ext cx="99577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7977" y="3488385"/>
            <a:ext cx="106237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94209" y="4515267"/>
            <a:ext cx="99577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94208" y="5038791"/>
            <a:ext cx="106237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8749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7215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Δ&gt;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-ax-a&gt;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所以二次函数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的图象全在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轴上方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(1)D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749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6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的两个根是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上恒成立的条件是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Δ=b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若二次函数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的图象开口向下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的解集一定不是空集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04229" y="317522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992053" y="439221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553125" y="547233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7340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二次方程</a:t>
            </a:r>
            <a:r>
              <a:rPr lang="zh-CN" altLang="zh-CN" dirty="0"/>
              <a:t>、二次函数、二次不等式间的关系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607052"/>
              </p:ext>
            </p:extLst>
          </p:nvPr>
        </p:nvGraphicFramePr>
        <p:xfrm>
          <a:off x="333375" y="1731963"/>
          <a:ext cx="116617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文档" r:id="rId4" imgW="3826872" imgH="410411" progId="Word.Document.12">
                  <p:embed/>
                </p:oleObj>
              </mc:Choice>
              <mc:Fallback>
                <p:oleObj name="文档" r:id="rId4" imgW="3826872" imgH="4104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3375" y="1731963"/>
                        <a:ext cx="11661775" cy="1247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61950" y="3087699"/>
            <a:ext cx="17287070" cy="1875286"/>
            <a:chOff x="361950" y="2861515"/>
            <a:chExt cx="17287070" cy="1875286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871675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分析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先由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+bx+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的解集为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得出方程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+bx+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实数根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再由根与系数的关系求出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值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最后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+bx+a&lt;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的解集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819963"/>
                </p:ext>
              </p:extLst>
            </p:nvPr>
          </p:nvGraphicFramePr>
          <p:xfrm>
            <a:off x="5977061" y="2861515"/>
            <a:ext cx="11671959" cy="725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文档" r:id="rId7" imgW="3826872" imgH="237909" progId="Word.Document.12">
                    <p:embed/>
                  </p:oleObj>
                </mc:Choice>
                <mc:Fallback>
                  <p:oleObj name="文档" r:id="rId7" imgW="3826872" imgH="237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977061" y="2861515"/>
                          <a:ext cx="11671959" cy="7256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674318"/>
              </p:ext>
            </p:extLst>
          </p:nvPr>
        </p:nvGraphicFramePr>
        <p:xfrm>
          <a:off x="577850" y="791815"/>
          <a:ext cx="10626725" cy="528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文档" r:id="rId4" imgW="3826872" imgH="1901835" progId="Word.Document.12">
                  <p:embed/>
                </p:oleObj>
              </mc:Choice>
              <mc:Fallback>
                <p:oleObj name="文档" r:id="rId4" imgW="3826872" imgH="19018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791815"/>
                        <a:ext cx="10626725" cy="528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279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1727919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207719"/>
              </p:ext>
            </p:extLst>
          </p:nvPr>
        </p:nvGraphicFramePr>
        <p:xfrm>
          <a:off x="288429" y="2291698"/>
          <a:ext cx="11671959" cy="1251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文档" r:id="rId5" imgW="3826872" imgH="410411" progId="Word.Document.12">
                  <p:embed/>
                </p:oleObj>
              </mc:Choice>
              <mc:Fallback>
                <p:oleObj name="文档" r:id="rId5" imgW="3826872" imgH="4104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429" y="2291698"/>
                        <a:ext cx="11671959" cy="12517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160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918315"/>
              </p:ext>
            </p:extLst>
          </p:nvPr>
        </p:nvGraphicFramePr>
        <p:xfrm>
          <a:off x="504825" y="742950"/>
          <a:ext cx="11661775" cy="546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文档" r:id="rId4" imgW="3837724" imgH="1802150" progId="Word.Document.12">
                  <p:embed/>
                </p:oleObj>
              </mc:Choice>
              <mc:Fallback>
                <p:oleObj name="文档" r:id="rId4" imgW="3837724" imgH="18021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742950"/>
                        <a:ext cx="11661775" cy="546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381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37965"/>
              </p:ext>
            </p:extLst>
          </p:nvPr>
        </p:nvGraphicFramePr>
        <p:xfrm>
          <a:off x="430213" y="1275307"/>
          <a:ext cx="10583862" cy="383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文档" r:id="rId4" imgW="3467489" imgH="1259984" progId="Word.Document.12">
                  <p:embed/>
                </p:oleObj>
              </mc:Choice>
              <mc:Fallback>
                <p:oleObj name="文档" r:id="rId4" imgW="3467489" imgH="12599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275307"/>
                        <a:ext cx="10583862" cy="3836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559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本题是二次函数、一元二次方程与一元二次不等式之间关系的灵活运用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三个二次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间的关系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即一元二次方程的两根对应二次函数图象与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轴两交点的横坐标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也对应一元二次不等式解集中的端点值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0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14031"/>
            <a:ext cx="10807700" cy="35813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为参数的不等式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的解集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求解其他不等式的解集时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一般遵循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根据解来判断二次项系数的符号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根据根与系数的关系把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表示出来并代入所要解的不等式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约去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将不等式化为具体的一元二次不等式求解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2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47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已知不等式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+x-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的不等式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+ax+b&lt;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的解集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的解集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是方程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+ax+b=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的两根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86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一</a:t>
            </a:r>
            <a:r>
              <a:rPr lang="zh-CN" altLang="zh-CN" dirty="0"/>
              <a:t>元二次不等式的恒成立问题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8936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对任意实数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恒成立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595300"/>
            <a:ext cx="11742454" cy="3534939"/>
            <a:chOff x="361950" y="2501803"/>
            <a:chExt cx="11742454" cy="353493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50180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由题意可知当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原不等式可化为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不符合题意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应舍去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1≠0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对任意实数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恒成立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4681258"/>
                </p:ext>
              </p:extLst>
            </p:nvPr>
          </p:nvGraphicFramePr>
          <p:xfrm>
            <a:off x="432445" y="4310375"/>
            <a:ext cx="11671959" cy="1726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2" name="文档" r:id="rId4" imgW="3837724" imgH="567904" progId="Word.Document.12">
                    <p:embed/>
                  </p:oleObj>
                </mc:Choice>
                <mc:Fallback>
                  <p:oleObj name="文档" r:id="rId4" imgW="3837724" imgH="56790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4310375"/>
                          <a:ext cx="11671959" cy="17263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0695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7188" y="863823"/>
            <a:ext cx="11645900" cy="4727352"/>
            <a:chOff x="357188" y="863823"/>
            <a:chExt cx="11645900" cy="4727352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863823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本题中二次项系数不确定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应分二次项系数等于零和不等于零两种情况讨论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y=ax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+bx+c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≠0),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一元二次不等式恒成立问题的常见类型</a:t>
              </a:r>
              <a:endParaRPr lang="zh-CN" altLang="en-US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9301607"/>
                </p:ext>
              </p:extLst>
            </p:nvPr>
          </p:nvGraphicFramePr>
          <p:xfrm>
            <a:off x="357188" y="3910013"/>
            <a:ext cx="11645900" cy="168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6" name="文档" r:id="rId4" imgW="3826872" imgH="556319" progId="Word.Document.12">
                    <p:embed/>
                  </p:oleObj>
                </mc:Choice>
                <mc:Fallback>
                  <p:oleObj name="文档" r:id="rId4" imgW="3826872" imgH="55631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7188" y="3910013"/>
                          <a:ext cx="11645900" cy="16811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9692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135266"/>
              </p:ext>
            </p:extLst>
          </p:nvPr>
        </p:nvGraphicFramePr>
        <p:xfrm>
          <a:off x="284163" y="914400"/>
          <a:ext cx="11644312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文档" r:id="rId4" imgW="3826872" imgH="824057" progId="Word.Document.12">
                  <p:embed/>
                </p:oleObj>
              </mc:Choice>
              <mc:Fallback>
                <p:oleObj name="文档" r:id="rId4" imgW="3826872" imgH="8240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163" y="914400"/>
                        <a:ext cx="11644312" cy="250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374371"/>
              </p:ext>
            </p:extLst>
          </p:nvPr>
        </p:nvGraphicFramePr>
        <p:xfrm>
          <a:off x="279400" y="3518874"/>
          <a:ext cx="1166177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文档" r:id="rId7" imgW="3826872" imgH="391364" progId="Word.Document.12">
                  <p:embed/>
                </p:oleObj>
              </mc:Choice>
              <mc:Fallback>
                <p:oleObj name="文档" r:id="rId7" imgW="3826872" imgH="3913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9400" y="3518874"/>
                        <a:ext cx="11661775" cy="118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281766" y="4770036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91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一</a:t>
            </a:r>
            <a:r>
              <a:rPr lang="zh-CN" altLang="zh-CN" dirty="0"/>
              <a:t>元二次不等式的实际应用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02938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某摩托车生产企业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上年度生产车辆投入成本为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万元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/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出厂价为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万元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/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年销售量为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1 000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本年度为适应市场需要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计划提高产品档次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适度增加投入成本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若每辆车投入成本增加的百分比为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则出厂价相应提高的百分比为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75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同时预计年销量增加的百分比为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已知年利润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出厂价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投入成本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年销售量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795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4658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写出本年度预计的年利润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与投入成本增加的百分比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之间的关系式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为使本年度的利润比上年度有所增加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则投入成本增加的百分比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应在什么范围内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每辆车投入成本增加的百分比为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则每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辆车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投入成本为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万元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出厂价为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万元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预计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销量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200(0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0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294112"/>
              </p:ext>
            </p:extLst>
          </p:nvPr>
        </p:nvGraphicFramePr>
        <p:xfrm>
          <a:off x="473075" y="998007"/>
          <a:ext cx="10583863" cy="449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文档" r:id="rId4" imgW="3467489" imgH="1477408" progId="Word.Document.12">
                  <p:embed/>
                </p:oleObj>
              </mc:Choice>
              <mc:Fallback>
                <p:oleObj name="文档" r:id="rId4" imgW="3467489" imgH="14774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075" y="998007"/>
                        <a:ext cx="10583863" cy="449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955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8410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解决本题的关键是利用题目给出的等量关系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即年利润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出厂价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投入成本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年销售量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转化为函数形式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用一元二次不等式求解实际应用题的一般步骤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审题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弄清题意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分析条件和结论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理顺数量关系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建模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建立一元二次不等式模型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解一元二次不等式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还原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把数学结论还原为实际问题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14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40980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某文具店购进一批新型台灯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每盏最低售价为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若按最低售价销售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则每天能卖出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售价每提高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日销售量将减少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为了使这批台灯每天获得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元以上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的销售收入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这批台灯的销售单价定在什么范围合适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设这批台灯的销售单价为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题意可知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[30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15)]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因为每盏最低售价为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即这批台灯的销售单价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81983"/>
            <a:ext cx="11752286" cy="5204240"/>
            <a:chOff x="361950" y="657631"/>
            <a:chExt cx="11752286" cy="520424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57631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忽略二次项系数为零致错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轴下方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错解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由题意知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恒成立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8952819"/>
                </p:ext>
              </p:extLst>
            </p:nvPr>
          </p:nvGraphicFramePr>
          <p:xfrm>
            <a:off x="442277" y="3045926"/>
            <a:ext cx="11671959" cy="1000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6" name="文档" r:id="rId4" imgW="3826872" imgH="328113" progId="Word.Document.12">
                    <p:embed/>
                  </p:oleObj>
                </mc:Choice>
                <mc:Fallback>
                  <p:oleObj name="文档" r:id="rId4" imgW="3826872" imgH="32811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2277" y="3045926"/>
                          <a:ext cx="11671959" cy="10007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405329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&lt;a&lt;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8539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满足其图象在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轴下方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此时不能用根的判别式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448113"/>
              </p:ext>
            </p:extLst>
          </p:nvPr>
        </p:nvGraphicFramePr>
        <p:xfrm>
          <a:off x="430213" y="2076450"/>
          <a:ext cx="11661775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文档" r:id="rId4" imgW="3837724" imgH="1177996" progId="Word.Document.12">
                  <p:embed/>
                </p:oleObj>
              </mc:Choice>
              <mc:Fallback>
                <p:oleObj name="文档" r:id="rId4" imgW="3837724" imgH="11779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2076450"/>
                        <a:ext cx="11661775" cy="357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106389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二次项系数含参数时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要分系数为正、系数为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及系数为负三种情况进行讨论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缺一不可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提升逻辑推理和数学运算能力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7295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896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-kx-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恒成立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520145"/>
              </p:ext>
            </p:extLst>
          </p:nvPr>
        </p:nvGraphicFramePr>
        <p:xfrm>
          <a:off x="430213" y="2354263"/>
          <a:ext cx="11645900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文档" r:id="rId4" imgW="3826872" imgH="833760" progId="Word.Document.12">
                  <p:embed/>
                </p:oleObj>
              </mc:Choice>
              <mc:Fallback>
                <p:oleObj name="文档" r:id="rId4" imgW="3826872" imgH="8337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2354263"/>
                        <a:ext cx="11645900" cy="253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003101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5358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已知一元二次不等式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	C.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	D.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的图象开口向下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+px+q&lt;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+px+q&lt;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的解集是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+px+q=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的两根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由根与系数的关系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q=-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9563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某产品的总成本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万元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关于产量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的函数解析式为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3 000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240,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若每台产品的售价为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万元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则生产者不亏本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销售收入不小于总成本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时的最低产量是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B.120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C.150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D.180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200(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948363"/>
            <a:ext cx="10807700" cy="655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01818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8390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恒成立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由于对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79788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的解集是空集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393558"/>
              </p:ext>
            </p:extLst>
          </p:nvPr>
        </p:nvGraphicFramePr>
        <p:xfrm>
          <a:off x="441325" y="2092325"/>
          <a:ext cx="116459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文档" r:id="rId4" imgW="3826872" imgH="1143185" progId="Word.Document.12">
                  <p:embed/>
                </p:oleObj>
              </mc:Choice>
              <mc:Fallback>
                <p:oleObj name="文档" r:id="rId4" imgW="3826872" imgH="11431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325" y="2092325"/>
                        <a:ext cx="11645900" cy="346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39369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134</TotalTime>
  <Words>1456</Words>
  <Application>Microsoft Office PowerPoint</Application>
  <PresentationFormat>自定义</PresentationFormat>
  <Paragraphs>103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21</cp:revision>
  <dcterms:created xsi:type="dcterms:W3CDTF">2020-09-12T05:36:12Z</dcterms:created>
  <dcterms:modified xsi:type="dcterms:W3CDTF">2025-08-18T03:22:16Z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