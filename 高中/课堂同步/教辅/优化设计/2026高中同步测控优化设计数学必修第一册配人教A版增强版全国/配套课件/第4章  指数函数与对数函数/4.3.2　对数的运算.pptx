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37" r:id="rId14"/>
    <p:sldId id="750" r:id="rId15"/>
    <p:sldId id="762" r:id="rId16"/>
    <p:sldId id="763" r:id="rId17"/>
    <p:sldId id="764" r:id="rId18"/>
    <p:sldId id="765" r:id="rId19"/>
    <p:sldId id="754" r:id="rId20"/>
    <p:sldId id="766" r:id="rId21"/>
    <p:sldId id="767" r:id="rId22"/>
    <p:sldId id="755" r:id="rId23"/>
    <p:sldId id="775" r:id="rId24"/>
    <p:sldId id="768" r:id="rId25"/>
    <p:sldId id="776" r:id="rId26"/>
    <p:sldId id="769" r:id="rId27"/>
    <p:sldId id="747" r:id="rId28"/>
    <p:sldId id="751" r:id="rId29"/>
    <p:sldId id="770" r:id="rId30"/>
    <p:sldId id="771" r:id="rId31"/>
    <p:sldId id="772" r:id="rId32"/>
    <p:sldId id="773" r:id="rId33"/>
    <p:sldId id="748" r:id="rId34"/>
    <p:sldId id="752" r:id="rId35"/>
    <p:sldId id="774" r:id="rId36"/>
    <p:sldId id="777" r:id="rId37"/>
    <p:sldId id="735" r:id="rId38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180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37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3.xml"/><Relationship Id="rId5" Type="http://schemas.openxmlformats.org/officeDocument/2006/relationships/slide" Target="slide27.xml"/><Relationship Id="rId4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0.emf"/><Relationship Id="rId5" Type="http://schemas.openxmlformats.org/officeDocument/2006/relationships/image" Target="../media/image8.emf"/><Relationship Id="rId10" Type="http://schemas.openxmlformats.org/officeDocument/2006/relationships/package" Target="../embeddings/Microsoft_Word___8.docx"/><Relationship Id="rId4" Type="http://schemas.openxmlformats.org/officeDocument/2006/relationships/package" Target="../embeddings/Microsoft_Word___6.docx"/><Relationship Id="rId9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9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1.docx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2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4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5.docx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6.docx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8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9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20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3.emf"/><Relationship Id="rId5" Type="http://schemas.openxmlformats.org/officeDocument/2006/relationships/package" Target="../embeddings/Microsoft_Word___21.docx"/><Relationship Id="rId4" Type="http://schemas.openxmlformats.org/officeDocument/2006/relationships/oleObject" Target="../embeddings/oleObject2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2.bin"/><Relationship Id="rId7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2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4.docx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5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6.bin"/><Relationship Id="rId7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6.docx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8.bin"/><Relationship Id="rId7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8.docx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30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30.docx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03673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对数的运算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079847"/>
            <a:ext cx="10729192" cy="4182224"/>
            <a:chOff x="360437" y="1072934"/>
            <a:chExt cx="10729192" cy="4182224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072934"/>
              <a:ext cx="10729192" cy="4182224"/>
              <a:chOff x="360437" y="1703903"/>
              <a:chExt cx="10729192" cy="2856516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703903"/>
                <a:ext cx="10729192" cy="2856516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856172"/>
                <a:ext cx="0" cy="248863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242898"/>
              <a:ext cx="8496944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理解对数的运算性质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并能运用对数的运算性质解决对数运算问题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能用换底公式将一般对数转化成自然对数或常用对数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感受数学抽象的过程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体会数学运算的过程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数学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007839"/>
            <a:ext cx="11735791" cy="3118490"/>
            <a:chOff x="361950" y="1299208"/>
            <a:chExt cx="11735791" cy="311849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299208"/>
              <a:ext cx="10807700" cy="123527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一、对数的运算性质</a:t>
              </a:r>
              <a:endParaRPr lang="zh-CN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计算下列各组式子的值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3200465"/>
                </p:ext>
              </p:extLst>
            </p:nvPr>
          </p:nvGraphicFramePr>
          <p:xfrm>
            <a:off x="425782" y="2610219"/>
            <a:ext cx="11671959" cy="1807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" name="文档" r:id="rId4" imgW="3826872" imgH="592616" progId="Word.Document.12">
                    <p:embed/>
                  </p:oleObj>
                </mc:Choice>
                <mc:Fallback>
                  <p:oleObj name="文档" r:id="rId4" imgW="3826872" imgH="59261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5782" y="2610219"/>
                          <a:ext cx="11671959" cy="180747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361950" y="4120510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(1)3,3;(2)5,5;(3)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1;(4)8,8,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每组中两个式子的值均相等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两个正数的乘积的对数等于两个正数对数的和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968704"/>
              </p:ext>
            </p:extLst>
          </p:nvPr>
        </p:nvGraphicFramePr>
        <p:xfrm>
          <a:off x="432445" y="1223863"/>
          <a:ext cx="11671959" cy="2393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文档" r:id="rId4" imgW="3826872" imgH="784884" progId="Word.Document.12">
                  <p:embed/>
                </p:oleObj>
              </mc:Choice>
              <mc:Fallback>
                <p:oleObj name="文档" r:id="rId4" imgW="3826872" imgH="7848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223863"/>
                        <a:ext cx="11671959" cy="23938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1950" y="3606622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1;(2)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1;(3)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5;(4)2,2,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每组中两个式子的值均相等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两个正数的商的对数等于两个正数对数的差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82679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831203"/>
              </p:ext>
            </p:extLst>
          </p:nvPr>
        </p:nvGraphicFramePr>
        <p:xfrm>
          <a:off x="576461" y="1799927"/>
          <a:ext cx="11671959" cy="2215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文档" r:id="rId4" imgW="3837724" imgH="728720" progId="Word.Document.12">
                  <p:embed/>
                </p:oleObj>
              </mc:Choice>
              <mc:Fallback>
                <p:oleObj name="文档" r:id="rId4" imgW="3837724" imgH="7287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799927"/>
                        <a:ext cx="11671959" cy="2215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952725" y="2314741"/>
            <a:ext cx="230425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2948732" y="2778839"/>
            <a:ext cx="23016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283137" y="2901787"/>
            <a:ext cx="223224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2279144" y="3365885"/>
            <a:ext cx="22297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520677" y="3500948"/>
            <a:ext cx="136815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2516684" y="3965046"/>
            <a:ext cx="13666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30667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469519"/>
              </p:ext>
            </p:extLst>
          </p:nvPr>
        </p:nvGraphicFramePr>
        <p:xfrm>
          <a:off x="504825" y="978343"/>
          <a:ext cx="11645900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" name="文档" r:id="rId4" imgW="3826872" imgH="556319" progId="Word.Document.12">
                  <p:embed/>
                </p:oleObj>
              </mc:Choice>
              <mc:Fallback>
                <p:oleObj name="文档" r:id="rId4" imgW="3826872" imgH="5563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978343"/>
                        <a:ext cx="11645900" cy="169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443398"/>
              </p:ext>
            </p:extLst>
          </p:nvPr>
        </p:nvGraphicFramePr>
        <p:xfrm>
          <a:off x="504452" y="2752458"/>
          <a:ext cx="11671959" cy="1814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name="文档" r:id="rId7" imgW="3826872" imgH="594773" progId="Word.Document.12">
                  <p:embed/>
                </p:oleObj>
              </mc:Choice>
              <mc:Fallback>
                <p:oleObj name="文档" r:id="rId7" imgW="3826872" imgH="5947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2752458"/>
                        <a:ext cx="11671959" cy="1814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432445" y="4678702"/>
            <a:ext cx="412003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(1)1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(2)2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3)4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56852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795539"/>
              </p:ext>
            </p:extLst>
          </p:nvPr>
        </p:nvGraphicFramePr>
        <p:xfrm>
          <a:off x="441970" y="1104950"/>
          <a:ext cx="11645900" cy="189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3" name="文档" r:id="rId4" imgW="3826872" imgH="622085" progId="Word.Document.12">
                  <p:embed/>
                </p:oleObj>
              </mc:Choice>
              <mc:Fallback>
                <p:oleObj name="文档" r:id="rId4" imgW="3826872" imgH="6220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1970" y="1104950"/>
                        <a:ext cx="11645900" cy="1890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957759"/>
              </p:ext>
            </p:extLst>
          </p:nvPr>
        </p:nvGraphicFramePr>
        <p:xfrm>
          <a:off x="441597" y="2989118"/>
          <a:ext cx="11671959" cy="1294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4" name="文档" r:id="rId7" imgW="3837724" imgH="463698" progId="Word.Document.12">
                  <p:embed/>
                </p:oleObj>
              </mc:Choice>
              <mc:Fallback>
                <p:oleObj name="文档" r:id="rId7" imgW="3837724" imgH="4636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1597" y="2989118"/>
                        <a:ext cx="11671959" cy="1294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127190"/>
              </p:ext>
            </p:extLst>
          </p:nvPr>
        </p:nvGraphicFramePr>
        <p:xfrm>
          <a:off x="432445" y="4355628"/>
          <a:ext cx="1166018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5" name="文档" r:id="rId10" imgW="3837724" imgH="272955" progId="Word.Document.12">
                  <p:embed/>
                </p:oleObj>
              </mc:Choice>
              <mc:Fallback>
                <p:oleObj name="文档" r:id="rId10" imgW="3837724" imgH="2729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2445" y="4355628"/>
                        <a:ext cx="11660188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891155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41854"/>
              </p:ext>
            </p:extLst>
          </p:nvPr>
        </p:nvGraphicFramePr>
        <p:xfrm>
          <a:off x="577850" y="647799"/>
          <a:ext cx="11603038" cy="372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0" name="文档" r:id="rId4" imgW="3826872" imgH="1231233" progId="Word.Document.12">
                  <p:embed/>
                </p:oleObj>
              </mc:Choice>
              <mc:Fallback>
                <p:oleObj name="文档" r:id="rId4" imgW="3826872" imgH="12312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7850" y="647799"/>
                        <a:ext cx="11603038" cy="3721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163512"/>
              </p:ext>
            </p:extLst>
          </p:nvPr>
        </p:nvGraphicFramePr>
        <p:xfrm>
          <a:off x="576460" y="4392215"/>
          <a:ext cx="11671959" cy="1535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name="文档" r:id="rId7" imgW="3826872" imgH="503490" progId="Word.Document.12">
                  <p:embed/>
                </p:oleObj>
              </mc:Choice>
              <mc:Fallback>
                <p:oleObj name="文档" r:id="rId7" imgW="3826872" imgH="5034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6460" y="4392215"/>
                        <a:ext cx="11671959" cy="15356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538425" y="5811199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0142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884572"/>
            <a:ext cx="14638264" cy="4819781"/>
            <a:chOff x="361950" y="791815"/>
            <a:chExt cx="14638264" cy="481978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91815"/>
              <a:ext cx="10807700" cy="4819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说法是否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log</a:t>
              </a:r>
              <a:r>
                <a:rPr lang="en-US" altLang="zh-CN" i="1" baseline="-25000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M+N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log</a:t>
              </a:r>
              <a:r>
                <a:rPr lang="en-US" altLang="zh-CN" i="1" baseline="-25000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M+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log</a:t>
              </a:r>
              <a:r>
                <a:rPr lang="en-US" altLang="zh-CN" i="1" baseline="-25000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log</a:t>
              </a:r>
              <a:r>
                <a:rPr lang="en-US" altLang="zh-CN" i="1" baseline="-25000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log</a:t>
              </a:r>
              <a:r>
                <a:rPr lang="en-US" altLang="zh-CN" i="1" baseline="-25000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log</a:t>
              </a:r>
              <a:r>
                <a:rPr lang="en-US" altLang="zh-CN" i="1" baseline="-25000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                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≠1,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log</a:t>
              </a:r>
              <a:r>
                <a:rPr lang="en-US" altLang="zh-CN" i="1" baseline="-25000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4log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(5)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≠1,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≠1,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c&gt;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log</a:t>
              </a:r>
              <a:r>
                <a:rPr lang="en-US" altLang="zh-CN" i="1" baseline="-25000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·log</a:t>
              </a:r>
              <a:r>
                <a:rPr lang="en-US" altLang="zh-CN" i="1" baseline="-25000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log</a:t>
              </a:r>
              <a:r>
                <a:rPr lang="en-US" altLang="zh-CN" i="1" baseline="-25000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4666487"/>
                </p:ext>
              </p:extLst>
            </p:nvPr>
          </p:nvGraphicFramePr>
          <p:xfrm>
            <a:off x="4392885" y="3723567"/>
            <a:ext cx="10607329" cy="668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9" name="文档" r:id="rId4" imgW="3477813" imgH="219229" progId="Word.Document.12">
                    <p:embed/>
                  </p:oleObj>
                </mc:Choice>
                <mc:Fallback>
                  <p:oleObj name="文档" r:id="rId4" imgW="3477813" imgH="21922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92885" y="3723567"/>
                          <a:ext cx="10607329" cy="6686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/>
          <p:cNvSpPr/>
          <p:nvPr/>
        </p:nvSpPr>
        <p:spPr>
          <a:xfrm>
            <a:off x="9959012" y="2828788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476467" y="339707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638729" y="399107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201197" y="454653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514701" y="510167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80783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对数</a:t>
            </a:r>
            <a:r>
              <a:rPr lang="zh-CN" altLang="zh-CN" dirty="0"/>
              <a:t>运算性质的应用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047048"/>
              </p:ext>
            </p:extLst>
          </p:nvPr>
        </p:nvGraphicFramePr>
        <p:xfrm>
          <a:off x="576461" y="1871935"/>
          <a:ext cx="11671959" cy="2923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文档" r:id="rId4" imgW="3826872" imgH="958464" progId="Word.Document.12">
                  <p:embed/>
                </p:oleObj>
              </mc:Choice>
              <mc:Fallback>
                <p:oleObj name="文档" r:id="rId4" imgW="3826872" imgH="9584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871935"/>
                        <a:ext cx="11671959" cy="2923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581484"/>
              </p:ext>
            </p:extLst>
          </p:nvPr>
        </p:nvGraphicFramePr>
        <p:xfrm>
          <a:off x="577850" y="693738"/>
          <a:ext cx="9628188" cy="557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文档" r:id="rId4" imgW="3467489" imgH="2007852" progId="Word.Document.12">
                  <p:embed/>
                </p:oleObj>
              </mc:Choice>
              <mc:Fallback>
                <p:oleObj name="文档" r:id="rId4" imgW="3467489" imgH="20078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7850" y="693738"/>
                        <a:ext cx="9628188" cy="5570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340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8578"/>
            <a:ext cx="10807700" cy="48197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对数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的化简求值的基本原则和方法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基本原则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对数的化简求值一般是正用或逆用公式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对真数进行处理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选哪种策略化简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取决于问题的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实际情况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两种常用的方法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将同底的两对数的和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收成积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的对数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的对数拆成同底的两对数的和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14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521662"/>
              </p:ext>
            </p:extLst>
          </p:nvPr>
        </p:nvGraphicFramePr>
        <p:xfrm>
          <a:off x="576461" y="1511895"/>
          <a:ext cx="11671959" cy="3169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文档" r:id="rId4" imgW="3826872" imgH="1039325" progId="Word.Document.12">
                  <p:embed/>
                </p:oleObj>
              </mc:Choice>
              <mc:Fallback>
                <p:oleObj name="文档" r:id="rId4" imgW="3826872" imgH="10393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511895"/>
                        <a:ext cx="11671959" cy="3169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7466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512881"/>
              </p:ext>
            </p:extLst>
          </p:nvPr>
        </p:nvGraphicFramePr>
        <p:xfrm>
          <a:off x="504453" y="1079847"/>
          <a:ext cx="11671959" cy="4138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文档" r:id="rId4" imgW="3826872" imgH="1357016" progId="Word.Document.12">
                  <p:embed/>
                </p:oleObj>
              </mc:Choice>
              <mc:Fallback>
                <p:oleObj name="文档" r:id="rId4" imgW="3826872" imgH="13570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079847"/>
                        <a:ext cx="11671959" cy="41388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689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对数</a:t>
            </a:r>
            <a:r>
              <a:rPr lang="zh-CN" altLang="zh-CN" dirty="0"/>
              <a:t>换底公式的应用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055065"/>
              </p:ext>
            </p:extLst>
          </p:nvPr>
        </p:nvGraphicFramePr>
        <p:xfrm>
          <a:off x="360438" y="1655911"/>
          <a:ext cx="11671959" cy="1526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" name="文档" r:id="rId4" imgW="3826872" imgH="500615" progId="Word.Document.12">
                  <p:embed/>
                </p:oleObj>
              </mc:Choice>
              <mc:Fallback>
                <p:oleObj name="文档" r:id="rId4" imgW="3826872" imgH="5006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8" y="1655911"/>
                        <a:ext cx="11671959" cy="1526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225829"/>
              </p:ext>
            </p:extLst>
          </p:nvPr>
        </p:nvGraphicFramePr>
        <p:xfrm>
          <a:off x="360437" y="3253389"/>
          <a:ext cx="11671959" cy="2074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文档" r:id="rId7" imgW="3826872" imgH="680305" progId="Word.Document.12">
                  <p:embed/>
                </p:oleObj>
              </mc:Choice>
              <mc:Fallback>
                <p:oleObj name="文档" r:id="rId7" imgW="3826872" imgH="68030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3253389"/>
                        <a:ext cx="11671959" cy="2074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037293"/>
            <a:ext cx="10807700" cy="4228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对数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换底公式的应用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技巧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对数换底公式的作用是将不同底数的对数转化为同底数的对数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将一般对数式转化成常用对数式或自然对数式来进行运算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要注意对数换底公式的正用和逆用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当要求值的式子中既含有对数式又含有指数式时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应先将它们进行互化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统一形式后再利用相关公式计算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02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873032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(1)(log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125+log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5)×(log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2+log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393353"/>
              </p:ext>
            </p:extLst>
          </p:nvPr>
        </p:nvGraphicFramePr>
        <p:xfrm>
          <a:off x="462135" y="2745240"/>
          <a:ext cx="10607329" cy="2062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5" name="文档" r:id="rId4" imgW="3477813" imgH="676077" progId="Word.Document.12">
                  <p:embed/>
                </p:oleObj>
              </mc:Choice>
              <mc:Fallback>
                <p:oleObj name="文档" r:id="rId4" imgW="3477813" imgH="6760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2135" y="2745240"/>
                        <a:ext cx="10607329" cy="2062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288429" y="4870911"/>
            <a:ext cx="302518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2)3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868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对数</a:t>
            </a:r>
            <a:r>
              <a:rPr lang="zh-CN" altLang="zh-CN" dirty="0"/>
              <a:t>运算的综合问题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894513"/>
              </p:ext>
            </p:extLst>
          </p:nvPr>
        </p:nvGraphicFramePr>
        <p:xfrm>
          <a:off x="504453" y="2520007"/>
          <a:ext cx="10607329" cy="1290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文档" r:id="rId4" imgW="3477813" imgH="422953" progId="Word.Document.12">
                  <p:embed/>
                </p:oleObj>
              </mc:Choice>
              <mc:Fallback>
                <p:oleObj name="文档" r:id="rId4" imgW="3477813" imgH="4229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520007"/>
                        <a:ext cx="10607329" cy="1290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751669"/>
              </p:ext>
            </p:extLst>
          </p:nvPr>
        </p:nvGraphicFramePr>
        <p:xfrm>
          <a:off x="504453" y="909939"/>
          <a:ext cx="10607329" cy="4778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文档" r:id="rId4" imgW="3477813" imgH="1566695" progId="Word.Document.12">
                  <p:embed/>
                </p:oleObj>
              </mc:Choice>
              <mc:Fallback>
                <p:oleObj name="文档" r:id="rId4" imgW="3477813" imgH="15666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909939"/>
                        <a:ext cx="10607329" cy="4778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217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1236268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81959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将本例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,18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“9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4,3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再用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551047"/>
              </p:ext>
            </p:extLst>
          </p:nvPr>
        </p:nvGraphicFramePr>
        <p:xfrm>
          <a:off x="410292" y="3063391"/>
          <a:ext cx="10607329" cy="141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name="文档" r:id="rId5" imgW="3477813" imgH="465141" progId="Word.Document.12">
                  <p:embed/>
                </p:oleObj>
              </mc:Choice>
              <mc:Fallback>
                <p:oleObj name="文档" r:id="rId5" imgW="3477813" imgH="4651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0292" y="3063391"/>
                        <a:ext cx="10607329" cy="1418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2166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081702"/>
              </p:ext>
            </p:extLst>
          </p:nvPr>
        </p:nvGraphicFramePr>
        <p:xfrm>
          <a:off x="360437" y="1151855"/>
          <a:ext cx="10607329" cy="728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2" name="文档" r:id="rId4" imgW="3477813" imgH="238700" progId="Word.Document.12">
                  <p:embed/>
                </p:oleObj>
              </mc:Choice>
              <mc:Fallback>
                <p:oleObj name="文档" r:id="rId4" imgW="3477813" imgH="238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151855"/>
                        <a:ext cx="10607329" cy="728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076449"/>
              </p:ext>
            </p:extLst>
          </p:nvPr>
        </p:nvGraphicFramePr>
        <p:xfrm>
          <a:off x="360436" y="1953403"/>
          <a:ext cx="10607329" cy="2933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3" name="文档" r:id="rId7" imgW="3477813" imgH="961651" progId="Word.Document.12">
                  <p:embed/>
                </p:oleObj>
              </mc:Choice>
              <mc:Fallback>
                <p:oleObj name="文档" r:id="rId7" imgW="3477813" imgH="9616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6" y="1953403"/>
                        <a:ext cx="10607329" cy="29330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999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27461"/>
            <a:ext cx="10807700" cy="4228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对数运算综合问题的基本方法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统一化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如果所求为对数式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那么统一将条件转化为对数式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选底数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针对具体问题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选择恰当的底数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使已知条件中对数的底数与要求的对数的底数联系起来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善结合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要善于将对数的运算性质与对数换底公式结合起来使用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05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853991"/>
            <a:ext cx="11742454" cy="5068596"/>
            <a:chOff x="361950" y="575791"/>
            <a:chExt cx="11742454" cy="506859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144729" y="575791"/>
              <a:ext cx="5242141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忽视对数中的隐含条件致</a:t>
              </a: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错</a:t>
              </a:r>
              <a:r>
                <a:rPr lang="en-US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8871020"/>
                </p:ext>
              </p:extLst>
            </p:nvPr>
          </p:nvGraphicFramePr>
          <p:xfrm>
            <a:off x="432445" y="1326219"/>
            <a:ext cx="11671959" cy="2465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7" name="文档" r:id="rId4" imgW="3826872" imgH="808244" progId="Word.Document.12">
                    <p:embed/>
                  </p:oleObj>
                </mc:Choice>
                <mc:Fallback>
                  <p:oleObj name="文档" r:id="rId4" imgW="3826872" imgH="80824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1326219"/>
                          <a:ext cx="11671959" cy="246514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3835815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答案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2015951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错误原因在于忽视了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对数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真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数大于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这一隐含条件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事实上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由题意应有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这一种情况不符合题意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应舍去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89054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13423"/>
              </p:ext>
            </p:extLst>
          </p:nvPr>
        </p:nvGraphicFramePr>
        <p:xfrm>
          <a:off x="576461" y="971092"/>
          <a:ext cx="11671959" cy="3841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name="文档" r:id="rId4" imgW="3826872" imgH="1259624" progId="Word.Document.12">
                  <p:embed/>
                </p:oleObj>
              </mc:Choice>
              <mc:Fallback>
                <p:oleObj name="文档" r:id="rId4" imgW="3826872" imgH="12596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971092"/>
                        <a:ext cx="11671959" cy="3841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524117" y="4937297"/>
            <a:ext cx="1452642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75983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853226"/>
            <a:ext cx="10807700" cy="18651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求解对数问题时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经常需要去掉对数符号对原式进行转化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这时很容易忽略原式中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对数的真数大于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这一隐含条件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2130225"/>
            <a:ext cx="10807700" cy="6555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67518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23863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值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由已知得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[4(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2)],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但当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不符合题意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舍去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故只有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符合题意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64601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62880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A.0	B.1	C.2	D.4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原式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(10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25=2.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197191"/>
              </p:ext>
            </p:extLst>
          </p:nvPr>
        </p:nvGraphicFramePr>
        <p:xfrm>
          <a:off x="432445" y="3162383"/>
          <a:ext cx="11671959" cy="123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8" name="文档" r:id="rId4" imgW="3826872" imgH="404661" progId="Word.Document.12">
                  <p:embed/>
                </p:oleObj>
              </mc:Choice>
              <mc:Fallback>
                <p:oleObj name="文档" r:id="rId4" imgW="3826872" imgH="4046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3162383"/>
                        <a:ext cx="11671959" cy="12342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170515"/>
              </p:ext>
            </p:extLst>
          </p:nvPr>
        </p:nvGraphicFramePr>
        <p:xfrm>
          <a:off x="435614" y="4545518"/>
          <a:ext cx="11671959" cy="767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" name="文档" r:id="rId7" imgW="3837724" imgH="252402" progId="Word.Document.12">
                  <p:embed/>
                </p:oleObj>
              </mc:Choice>
              <mc:Fallback>
                <p:oleObj name="文档" r:id="rId7" imgW="3837724" imgH="2524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5614" y="4545518"/>
                        <a:ext cx="11671959" cy="7672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42286" y="5302959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71980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,lg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则用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15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b-a+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	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	C.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b-a-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	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760159"/>
              </p:ext>
            </p:extLst>
          </p:nvPr>
        </p:nvGraphicFramePr>
        <p:xfrm>
          <a:off x="425782" y="1937448"/>
          <a:ext cx="11671959" cy="69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2" name="文档" r:id="rId4" imgW="3826872" imgH="228565" progId="Word.Document.12">
                  <p:embed/>
                </p:oleObj>
              </mc:Choice>
              <mc:Fallback>
                <p:oleObj name="文档" r:id="rId4" imgW="3826872" imgH="2285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1937448"/>
                        <a:ext cx="11671959" cy="697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27669" y="2624739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361950" y="3333457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932022"/>
              </p:ext>
            </p:extLst>
          </p:nvPr>
        </p:nvGraphicFramePr>
        <p:xfrm>
          <a:off x="415950" y="4033817"/>
          <a:ext cx="11671959" cy="1294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3" name="文档" r:id="rId7" imgW="3826872" imgH="424427" progId="Word.Document.12">
                  <p:embed/>
                </p:oleObj>
              </mc:Choice>
              <mc:Fallback>
                <p:oleObj name="文档" r:id="rId7" imgW="3826872" imgH="4244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5950" y="4033817"/>
                        <a:ext cx="11671959" cy="1294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>
            <a:spLocks noChangeAspect="1"/>
          </p:cNvSpPr>
          <p:nvPr/>
        </p:nvSpPr>
        <p:spPr>
          <a:xfrm>
            <a:off x="337501" y="5365135"/>
            <a:ext cx="165782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81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2134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655289"/>
              </p:ext>
            </p:extLst>
          </p:nvPr>
        </p:nvGraphicFramePr>
        <p:xfrm>
          <a:off x="432445" y="1368661"/>
          <a:ext cx="10607329" cy="796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4" name="文档" r:id="rId4" imgW="3477813" imgH="261056" progId="Word.Document.12">
                  <p:embed/>
                </p:oleObj>
              </mc:Choice>
              <mc:Fallback>
                <p:oleObj name="文档" r:id="rId4" imgW="3477813" imgH="2610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368661"/>
                        <a:ext cx="10607329" cy="7962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947112"/>
              </p:ext>
            </p:extLst>
          </p:nvPr>
        </p:nvGraphicFramePr>
        <p:xfrm>
          <a:off x="428843" y="2242589"/>
          <a:ext cx="10607329" cy="1374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5" name="文档" r:id="rId7" imgW="3477813" imgH="450718" progId="Word.Document.12">
                  <p:embed/>
                </p:oleObj>
              </mc:Choice>
              <mc:Fallback>
                <p:oleObj name="文档" r:id="rId7" imgW="3477813" imgH="4507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8843" y="2242589"/>
                        <a:ext cx="10607329" cy="1374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424058" y="3617279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66839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65</TotalTime>
  <Words>840</Words>
  <Application>Microsoft Office PowerPoint</Application>
  <PresentationFormat>自定义</PresentationFormat>
  <Paragraphs>73</Paragraphs>
  <Slides>37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3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22</cp:revision>
  <dcterms:created xsi:type="dcterms:W3CDTF">2020-09-12T05:36:12Z</dcterms:created>
  <dcterms:modified xsi:type="dcterms:W3CDTF">2025-08-18T05:19:32Z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