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37" r:id="rId15"/>
    <p:sldId id="750" r:id="rId16"/>
    <p:sldId id="763" r:id="rId17"/>
    <p:sldId id="764" r:id="rId18"/>
    <p:sldId id="754" r:id="rId19"/>
    <p:sldId id="765" r:id="rId20"/>
    <p:sldId id="766" r:id="rId21"/>
    <p:sldId id="767" r:id="rId22"/>
    <p:sldId id="755" r:id="rId23"/>
    <p:sldId id="768" r:id="rId24"/>
    <p:sldId id="769" r:id="rId25"/>
    <p:sldId id="770" r:id="rId26"/>
    <p:sldId id="771" r:id="rId27"/>
    <p:sldId id="747" r:id="rId28"/>
    <p:sldId id="751" r:id="rId29"/>
    <p:sldId id="772" r:id="rId30"/>
    <p:sldId id="773" r:id="rId31"/>
    <p:sldId id="774" r:id="rId32"/>
    <p:sldId id="775" r:id="rId33"/>
    <p:sldId id="776" r:id="rId34"/>
    <p:sldId id="748" r:id="rId35"/>
    <p:sldId id="752" r:id="rId36"/>
    <p:sldId id="778" r:id="rId37"/>
    <p:sldId id="779" r:id="rId38"/>
    <p:sldId id="780" r:id="rId39"/>
    <p:sldId id="735" r:id="rId4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7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1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4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7.docx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8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9.docx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290248" y="2511134"/>
            <a:ext cx="109532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用二分法求方程的近似解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38263"/>
            <a:ext cx="10729192" cy="3802024"/>
            <a:chOff x="360437" y="1766578"/>
            <a:chExt cx="10729192" cy="38020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766578"/>
              <a:ext cx="10729192" cy="3802024"/>
              <a:chOff x="360437" y="2177672"/>
              <a:chExt cx="10729192" cy="259683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177672"/>
                <a:ext cx="10729192" cy="259683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246527"/>
                <a:ext cx="0" cy="248863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94750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901040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结合具体的函数及其图象的特点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探索用二分法求方程近似解的思路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能借助计算工具用二分法求方程的近似解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了解用二分法求方程近似解具有一般性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体会具体问题中数学运算的过程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一、二分法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某电视台有一档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节目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主持人让选手在限定时间内猜某一物品的售价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如果猜中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就把物品奖给选手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某次猜一种品牌的手机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手机价格在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元之间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选手开始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报价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主持人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说高了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紧接着报价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;700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低了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;880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 850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低了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;851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恭喜你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猜中了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表面上看猜价格具有很大的碰运气的成分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实际上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游戏报价过程体现了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逐步逼近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的思想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你能设计出可行的猜价方案来帮助选手猜价吗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4579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取价格区间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[500,1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的中间值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如果主持人说低了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就取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[750,1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的中间值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875;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否则取另一个区间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[500,750]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的中间值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若遇到中间值为小数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则取整数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按照这种方案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游戏过程猜价如下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:750,875,812,843,859,851,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大约经过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次可以猜中价格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0338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0468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上图象连续不断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通过不断地把它的零点所在区间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一分为二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使所得区间的两个端点逐步逼近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进而得到零点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近似值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的方法叫做二分法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15833" y="1810685"/>
            <a:ext cx="178198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811661" y="2274783"/>
            <a:ext cx="17799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187426" y="2380788"/>
            <a:ext cx="15841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183253" y="2844886"/>
            <a:ext cx="15823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337019" y="293053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332429" y="339463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688289" y="2941297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6683944" y="3405395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49019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67463"/>
            <a:ext cx="10807700" cy="5624913"/>
            <a:chOff x="361950" y="647799"/>
            <a:chExt cx="10807700" cy="5624913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函数图象与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轴均有公共点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其中能用二分法求零点的是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ZMG1TRA154.eps" descr="id:2147497436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168749" y="1883728"/>
              <a:ext cx="4608512" cy="43889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259831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只有选项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中零点左右的函数值符号相反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且函数的图象连续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可以利用二分法求解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495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1723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二、用二分法求方程的近似解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我们已经知道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如何缩小零点所在区间的范围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用计算器算得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018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所以零点在区间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475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25526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给定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精确度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用二分法求函数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的近似值的一般步骤如下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确定零点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初始区间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验证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中点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并进一步确定零点所在的区间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就是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函数的零点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b=c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a=c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判断是否达到精确度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a-b|&lt;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ε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则得到零点近似值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否则重复步骤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02007" y="1770951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297835" y="2235049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654109" y="1792467"/>
            <a:ext cx="177122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649937" y="2256565"/>
            <a:ext cx="17692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339010" y="2365233"/>
            <a:ext cx="99262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334837" y="2829331"/>
            <a:ext cx="9915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758309" y="2952055"/>
            <a:ext cx="74577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753996" y="3416153"/>
            <a:ext cx="7449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660354" y="3490121"/>
            <a:ext cx="3162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655799" y="3954219"/>
            <a:ext cx="3159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37211" y="4120227"/>
            <a:ext cx="72925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6432614" y="4584325"/>
            <a:ext cx="7284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6445961" y="4691005"/>
            <a:ext cx="72925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6441364" y="5155103"/>
            <a:ext cx="7284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381175" y="529934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5376830" y="576344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95996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1" grpId="0" animBg="1"/>
      <p:bldP spid="13" grpId="0" animBg="1"/>
      <p:bldP spid="17" grpId="0" animBg="1"/>
      <p:bldP spid="19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56417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用二分法求出方程的解一定是近似解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=|x|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的零点可以用二分法求解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用二分法求函数零点的近似值时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每次等分区间后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零点必定在右侧区间内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若给定的精确度为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|a-b|&lt;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时即可得到零点近似值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70780" y="266402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870780" y="320200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672805" y="439221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88629" y="55443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8925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对</a:t>
            </a:r>
            <a:r>
              <a:rPr lang="zh-CN" altLang="zh-CN" dirty="0"/>
              <a:t>二分法概念的理解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8246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的零点的个数与可以用二分法求解的零点的个数分别为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A.4,4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B.3,4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C.5,4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D.4,3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函数的图象与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轴一共有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公共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因此函数有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其中左右函数值异号的零点只有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即可以用二分法求解的零点有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ZMG1TRA155.eps" descr="id:214749745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273205" y="1972433"/>
            <a:ext cx="2592288" cy="18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判断一个函数的零点能否用二分法求解的依据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该函数在零点附近的图象是连续不断的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且该零点两侧的函数值异号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若不满足依据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则不能用二分法求解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18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274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下列函数中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且能用二分法求其零点的是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472818"/>
              </p:ext>
            </p:extLst>
          </p:nvPr>
        </p:nvGraphicFramePr>
        <p:xfrm>
          <a:off x="551211" y="1769447"/>
          <a:ext cx="10607329" cy="170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文档" r:id="rId4" imgW="3477813" imgH="558529" progId="Word.Document.12">
                  <p:embed/>
                </p:oleObj>
              </mc:Choice>
              <mc:Fallback>
                <p:oleObj name="文档" r:id="rId4" imgW="3477813" imgH="5585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1211" y="1769447"/>
                        <a:ext cx="10607329" cy="1703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61950" y="3435791"/>
            <a:ext cx="12639649" cy="2399503"/>
            <a:chOff x="361950" y="3600127"/>
            <a:chExt cx="12639649" cy="2399503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3600127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Δ=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函数没有零点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;B,C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函数有零点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且零点两侧函数值异号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能用二分法求零点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函数有零点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但零点两侧函数值同号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不能用二分法求零点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0178365"/>
                </p:ext>
              </p:extLst>
            </p:nvPr>
          </p:nvGraphicFramePr>
          <p:xfrm>
            <a:off x="1296541" y="4767782"/>
            <a:ext cx="11705058" cy="699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7" name="文档" r:id="rId7" imgW="3837724" imgH="229325" progId="Word.Document.12">
                    <p:embed/>
                  </p:oleObj>
                </mc:Choice>
                <mc:Fallback>
                  <p:oleObj name="文档" r:id="rId7" imgW="3837724" imgH="22932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6541" y="4767782"/>
                          <a:ext cx="11705058" cy="6994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87478" y="5776863"/>
            <a:ext cx="18181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93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58390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二分法</a:t>
            </a:r>
            <a:r>
              <a:rPr lang="zh-CN" altLang="zh-CN" dirty="0"/>
              <a:t>取中点的次数问题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30398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要使零点的近似值满足的精确度为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则对区间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至少二等分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C.7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D.8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128318"/>
              </p:ext>
            </p:extLst>
          </p:nvPr>
        </p:nvGraphicFramePr>
        <p:xfrm>
          <a:off x="430213" y="772151"/>
          <a:ext cx="11661775" cy="478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文档" r:id="rId4" imgW="3837724" imgH="1580036" progId="Word.Document.12">
                  <p:embed/>
                </p:oleObj>
              </mc:Choice>
              <mc:Fallback>
                <p:oleObj name="文档" r:id="rId4" imgW="3837724" imgH="15800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772151"/>
                        <a:ext cx="11661775" cy="4786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552388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8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255749" y="1079847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 dirty="0" smtClean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sz="3200" b="1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597304"/>
              </p:ext>
            </p:extLst>
          </p:nvPr>
        </p:nvGraphicFramePr>
        <p:xfrm>
          <a:off x="255749" y="1764750"/>
          <a:ext cx="10607329" cy="331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文档" r:id="rId4" imgW="3477813" imgH="1088213" progId="Word.Document.12">
                  <p:embed/>
                </p:oleObj>
              </mc:Choice>
              <mc:Fallback>
                <p:oleObj name="文档" r:id="rId4" imgW="3477813" imgH="10882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749" y="1764750"/>
                        <a:ext cx="10607329" cy="3319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00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83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在用二分法求方程的近似解时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若初始区间的长度为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则取中点的次数不小于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45483"/>
              </p:ext>
            </p:extLst>
          </p:nvPr>
        </p:nvGraphicFramePr>
        <p:xfrm>
          <a:off x="484188" y="2161481"/>
          <a:ext cx="11644312" cy="282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文档" r:id="rId4" imgW="3826872" imgH="930792" progId="Word.Document.12">
                  <p:embed/>
                </p:oleObj>
              </mc:Choice>
              <mc:Fallback>
                <p:oleObj name="文档" r:id="rId4" imgW="3826872" imgH="9307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188" y="2161481"/>
                        <a:ext cx="11644312" cy="2827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410131" y="4989641"/>
            <a:ext cx="145264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3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二分法求零点的近似值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72604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内的零点的近似值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01)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294368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所以可取区间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作为计算的初始区间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用二分法逐步计算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列表如下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417082"/>
              </p:ext>
            </p:extLst>
          </p:nvPr>
        </p:nvGraphicFramePr>
        <p:xfrm>
          <a:off x="360437" y="729639"/>
          <a:ext cx="10782967" cy="496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文档" r:id="rId4" imgW="3535399" imgH="1627271" progId="Word.Document.12">
                  <p:embed/>
                </p:oleObj>
              </mc:Choice>
              <mc:Fallback>
                <p:oleObj name="文档" r:id="rId4" imgW="3535399" imgH="16272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729639"/>
                        <a:ext cx="10782967" cy="496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498460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929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687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937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007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812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内的零点的近似值可取为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929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687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64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1089679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70526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若将本例中的函数改为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请求出该函数在区间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(0,2)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内的零点的近似值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可取区间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作为计算的初始区间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用二分法逐步计算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列表如下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079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777730"/>
              </p:ext>
            </p:extLst>
          </p:nvPr>
        </p:nvGraphicFramePr>
        <p:xfrm>
          <a:off x="-143619" y="1096174"/>
          <a:ext cx="11844910" cy="3429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文档" r:id="rId4" imgW="3894589" imgH="1128237" progId="Word.Document.12">
                  <p:embed/>
                </p:oleObj>
              </mc:Choice>
              <mc:Fallback>
                <p:oleObj name="文档" r:id="rId4" imgW="3894589" imgH="11282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43619" y="1096174"/>
                        <a:ext cx="11844910" cy="34297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87180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75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687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062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(0,2)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内的零点的近似值可取为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687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806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二分法求函数零点近似值的步骤可以概括如下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E55.eps" descr="id:214752639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160637" y="1819591"/>
            <a:ext cx="6840760" cy="451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658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对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精确度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理解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不清致错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用二分法求方程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的一个近似正解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内有零点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再取区间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062 5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6585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225,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225)≈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049 4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225,2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同理可得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225,2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237 5)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237 5)≈0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006 4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006 4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049 4)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055 8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所以原方程的近似正解可取为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237 5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7224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88176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对精确度的理解不清而导致错解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误认为精确度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应满足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事实上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精确度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|a-b|&lt;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ε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89739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35358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内有零点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再取区间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062 5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所以原方程的近似正解可取为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7284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2142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二分法求函数零点的近似值或方程的近似解时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务必弄清楚精确度的要求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以便确定计算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取中点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的次数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从而求得近似值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699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984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某方程在区间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内有一无理根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若用二分法求此根的近似值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要使所得的近似值的精确度达到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则应将区间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等分的次数至少是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075461"/>
              </p:ext>
            </p:extLst>
          </p:nvPr>
        </p:nvGraphicFramePr>
        <p:xfrm>
          <a:off x="504453" y="2880393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文档" r:id="rId4" imgW="3826872" imgH="401067" progId="Word.Document.12">
                  <p:embed/>
                </p:oleObj>
              </mc:Choice>
              <mc:Fallback>
                <p:oleObj name="文档" r:id="rId4" imgW="3826872" imgH="401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880393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419963" y="4156527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21796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5098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下列函数图象与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轴均有公共点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其中能用二分法求函数的零点的是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Q26.eps" descr="id:214749860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384773" y="1868624"/>
            <a:ext cx="4464496" cy="4279695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5787351"/>
            <a:ext cx="213712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用二分法求函数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内的唯一零点时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精确度为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001,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则结束计算的条件是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|a-b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|a-b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001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|a-b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|&gt;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001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|a-b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001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根据二分法的步骤知当区间长度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|a-b|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小于精确度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便可结束计算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8281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70875"/>
              </p:ext>
            </p:extLst>
          </p:nvPr>
        </p:nvGraphicFramePr>
        <p:xfrm>
          <a:off x="461941" y="1511895"/>
          <a:ext cx="11671959" cy="1750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文档" r:id="rId4" imgW="3826872" imgH="573929" progId="Word.Document.12">
                  <p:embed/>
                </p:oleObj>
              </mc:Choice>
              <mc:Fallback>
                <p:oleObj name="文档" r:id="rId4" imgW="3826872" imgH="5739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1941" y="1511895"/>
                        <a:ext cx="11671959" cy="1750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2990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所以零点在区间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(2,3)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31101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53124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某同学在借助计算器求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的近似解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算得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在以下过程中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他用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二分法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又取了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计算了其函数值的正负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并得出方程的近似解是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≈1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则他取的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个值依次是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第一次用二分法计算得区间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次得区间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75,2),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第三次得区间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75,1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875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第四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次得区间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75,1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812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75,1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875,1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812 5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71368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30</TotalTime>
  <Words>1840</Words>
  <Application>Microsoft Office PowerPoint</Application>
  <PresentationFormat>自定义</PresentationFormat>
  <Paragraphs>118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6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21</cp:revision>
  <dcterms:created xsi:type="dcterms:W3CDTF">2020-09-12T05:36:12Z</dcterms:created>
  <dcterms:modified xsi:type="dcterms:W3CDTF">2025-08-18T05:25:52Z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