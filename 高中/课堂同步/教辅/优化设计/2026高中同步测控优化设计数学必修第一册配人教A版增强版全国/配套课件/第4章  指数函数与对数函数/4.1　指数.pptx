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37" r:id="rId19"/>
    <p:sldId id="750" r:id="rId20"/>
    <p:sldId id="767" r:id="rId21"/>
    <p:sldId id="768" r:id="rId22"/>
    <p:sldId id="769" r:id="rId23"/>
    <p:sldId id="754" r:id="rId24"/>
    <p:sldId id="770" r:id="rId25"/>
    <p:sldId id="771" r:id="rId26"/>
    <p:sldId id="772" r:id="rId27"/>
    <p:sldId id="780" r:id="rId28"/>
    <p:sldId id="755" r:id="rId29"/>
    <p:sldId id="773" r:id="rId30"/>
    <p:sldId id="747" r:id="rId31"/>
    <p:sldId id="751" r:id="rId32"/>
    <p:sldId id="774" r:id="rId33"/>
    <p:sldId id="775" r:id="rId34"/>
    <p:sldId id="748" r:id="rId35"/>
    <p:sldId id="752" r:id="rId36"/>
    <p:sldId id="776" r:id="rId37"/>
    <p:sldId id="777" r:id="rId38"/>
    <p:sldId id="778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24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30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1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3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6.doc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7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9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2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4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5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7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9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47999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指数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0437" y="791815"/>
            <a:ext cx="11993090" cy="5060491"/>
            <a:chOff x="360437" y="791815"/>
            <a:chExt cx="11993090" cy="5060491"/>
          </a:xfrm>
        </p:grpSpPr>
        <p:grpSp>
          <p:nvGrpSpPr>
            <p:cNvPr id="3" name="组合 2"/>
            <p:cNvGrpSpPr/>
            <p:nvPr/>
          </p:nvGrpSpPr>
          <p:grpSpPr>
            <a:xfrm>
              <a:off x="360437" y="791815"/>
              <a:ext cx="10729192" cy="5060491"/>
              <a:chOff x="360437" y="791815"/>
              <a:chExt cx="10729192" cy="506049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60437" y="791815"/>
                <a:ext cx="10729192" cy="5060491"/>
                <a:chOff x="360437" y="1511895"/>
                <a:chExt cx="10729192" cy="3456384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360437" y="1511895"/>
                  <a:ext cx="10729192" cy="3456384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448669" y="1573017"/>
                  <a:ext cx="0" cy="3312368"/>
                </a:xfrm>
                <a:prstGeom prst="line">
                  <a:avLst/>
                </a:prstGeom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>
                <a:off x="360437" y="2447999"/>
                <a:ext cx="2086719" cy="1195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课标定位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素养阐释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2552207" y="955495"/>
                <a:ext cx="8496944" cy="4819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掌握有理数指数幂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≠1,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为整数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0)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的概念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理解有理数指数幂的运算性质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掌握根式的概念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能进行分数指数幂与根式的互化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了解指数幂的拓展过程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掌握指数幂的运算性质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感受数学抽象与逻辑推理的过程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提升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数学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运算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素养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7818781"/>
                </p:ext>
              </p:extLst>
            </p:nvPr>
          </p:nvGraphicFramePr>
          <p:xfrm>
            <a:off x="648469" y="935831"/>
            <a:ext cx="11705058" cy="65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1" name="文档" r:id="rId4" imgW="3837724" imgH="215623" progId="Word.Document.12">
                    <p:embed/>
                  </p:oleObj>
                </mc:Choice>
                <mc:Fallback>
                  <p:oleObj name="文档" r:id="rId4" imgW="3837724" imgH="2156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8469" y="935831"/>
                          <a:ext cx="11705058" cy="657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次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方根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的平方根是什么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以及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的立方根分别是什么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的平方根是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3,125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的立方根分别是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9418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77332"/>
              </p:ext>
            </p:extLst>
          </p:nvPr>
        </p:nvGraphicFramePr>
        <p:xfrm>
          <a:off x="365125" y="1312863"/>
          <a:ext cx="10715625" cy="543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文档" r:id="rId4" imgW="4276454" imgH="2173541" progId="Word.Document.12">
                  <p:embed/>
                </p:oleObj>
              </mc:Choice>
              <mc:Fallback>
                <p:oleObj name="文档" r:id="rId4" imgW="4276454" imgH="21735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125" y="1312863"/>
                        <a:ext cx="10715625" cy="543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437117" y="1431762"/>
            <a:ext cx="706495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445713" y="1767247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082633" y="2271629"/>
            <a:ext cx="706495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091229" y="2664023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092465" y="3169769"/>
            <a:ext cx="706495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101061" y="3562163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676052" y="4098134"/>
            <a:ext cx="706495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684648" y="4490528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207917" y="4510192"/>
            <a:ext cx="642268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6216477" y="4902586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464893" y="5636341"/>
            <a:ext cx="642268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473453" y="6028735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441855" y="5628517"/>
            <a:ext cx="642268" cy="374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7450415" y="6020911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528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11881"/>
            <a:ext cx="11735791" cy="4560454"/>
            <a:chOff x="361950" y="911881"/>
            <a:chExt cx="11735791" cy="456045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11881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方根的性质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为奇数时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正数的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次方根是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正数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负数的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次方根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负数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7279826"/>
                </p:ext>
              </p:extLst>
            </p:nvPr>
          </p:nvGraphicFramePr>
          <p:xfrm>
            <a:off x="425782" y="2777007"/>
            <a:ext cx="11671959" cy="2695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" name="文档" r:id="rId4" imgW="3826872" imgH="883714" progId="Word.Document.12">
                    <p:embed/>
                  </p:oleObj>
                </mc:Choice>
                <mc:Fallback>
                  <p:oleObj name="文档" r:id="rId4" imgW="3826872" imgH="88371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2777007"/>
                          <a:ext cx="11671959" cy="26953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6358617" y="156568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354027" y="202978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0531" y="215323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65941" y="261732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741720" y="276222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737130" y="322631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200347" y="3292736"/>
            <a:ext cx="5308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195618" y="3756834"/>
            <a:ext cx="5301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651500" y="3859407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646870" y="4323505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52877" y="4917787"/>
            <a:ext cx="22511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447975" y="5381885"/>
            <a:ext cx="2248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070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997136"/>
              </p:ext>
            </p:extLst>
          </p:nvPr>
        </p:nvGraphicFramePr>
        <p:xfrm>
          <a:off x="432445" y="2374680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74680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186693" y="2374680"/>
            <a:ext cx="58388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181994" y="2838778"/>
            <a:ext cx="583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011005" y="2374680"/>
            <a:ext cx="2996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8006145" y="2838778"/>
            <a:ext cx="2992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52880" y="2952055"/>
            <a:ext cx="706495" cy="654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148250" y="3608123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4941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7535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根式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324413"/>
              </p:ext>
            </p:extLst>
          </p:nvPr>
        </p:nvGraphicFramePr>
        <p:xfrm>
          <a:off x="361950" y="1721879"/>
          <a:ext cx="11671959" cy="1518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文档" r:id="rId4" imgW="3826872" imgH="497740" progId="Word.Document.12">
                  <p:embed/>
                </p:oleObj>
              </mc:Choice>
              <mc:Fallback>
                <p:oleObj name="文档" r:id="rId4" imgW="3826872" imgH="4977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721879"/>
                        <a:ext cx="11671959" cy="1518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89713"/>
              </p:ext>
            </p:extLst>
          </p:nvPr>
        </p:nvGraphicFramePr>
        <p:xfrm>
          <a:off x="365125" y="3287256"/>
          <a:ext cx="1166177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文档" r:id="rId7" imgW="3837724" imgH="506246" progId="Word.Document.12">
                  <p:embed/>
                </p:oleObj>
              </mc:Choice>
              <mc:Fallback>
                <p:oleObj name="文档" r:id="rId7" imgW="3837724" imgH="5062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125" y="3287256"/>
                        <a:ext cx="11661775" cy="152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66993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188776"/>
              </p:ext>
            </p:extLst>
          </p:nvPr>
        </p:nvGraphicFramePr>
        <p:xfrm>
          <a:off x="360437" y="1367879"/>
          <a:ext cx="11671959" cy="212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文档" r:id="rId4" imgW="3837724" imgH="697711" progId="Word.Document.12">
                  <p:embed/>
                </p:oleObj>
              </mc:Choice>
              <mc:Fallback>
                <p:oleObj name="文档" r:id="rId4" imgW="3837724" imgH="6977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67879"/>
                        <a:ext cx="11671959" cy="21209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554826"/>
              </p:ext>
            </p:extLst>
          </p:nvPr>
        </p:nvGraphicFramePr>
        <p:xfrm>
          <a:off x="360436" y="3563919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文档" r:id="rId7" imgW="3826872" imgH="325238" progId="Word.Document.12">
                  <p:embed/>
                </p:oleObj>
              </mc:Choice>
              <mc:Fallback>
                <p:oleObj name="文档" r:id="rId7" imgW="3826872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3563919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817726" y="1375823"/>
            <a:ext cx="12026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813381" y="1839921"/>
            <a:ext cx="12012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244482" y="1372909"/>
            <a:ext cx="160569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240347" y="1837007"/>
            <a:ext cx="16038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5288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014125"/>
              </p:ext>
            </p:extLst>
          </p:nvPr>
        </p:nvGraphicFramePr>
        <p:xfrm>
          <a:off x="581025" y="1797050"/>
          <a:ext cx="11661775" cy="262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4" imgW="3837724" imgH="865378" progId="Word.Document.12">
                  <p:embed/>
                </p:oleObj>
              </mc:Choice>
              <mc:Fallback>
                <p:oleObj name="文档" r:id="rId4" imgW="3837724" imgH="865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25" y="1797050"/>
                        <a:ext cx="11661775" cy="262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708654" y="2867793"/>
            <a:ext cx="29962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83664" y="3398147"/>
            <a:ext cx="1944216" cy="973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278820" y="4372551"/>
            <a:ext cx="19420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465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376252"/>
              </p:ext>
            </p:extLst>
          </p:nvPr>
        </p:nvGraphicFramePr>
        <p:xfrm>
          <a:off x="147638" y="704850"/>
          <a:ext cx="11644312" cy="249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文档" r:id="rId4" imgW="3826872" imgH="822619" progId="Word.Document.12">
                  <p:embed/>
                </p:oleObj>
              </mc:Choice>
              <mc:Fallback>
                <p:oleObj name="文档" r:id="rId4" imgW="3826872" imgH="8226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7638" y="704850"/>
                        <a:ext cx="11644312" cy="2490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57213"/>
              </p:ext>
            </p:extLst>
          </p:nvPr>
        </p:nvGraphicFramePr>
        <p:xfrm>
          <a:off x="124749" y="3177911"/>
          <a:ext cx="11661775" cy="252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文档" r:id="rId7" imgW="3837724" imgH="836532" progId="Word.Document.12">
                  <p:embed/>
                </p:oleObj>
              </mc:Choice>
              <mc:Fallback>
                <p:oleObj name="文档" r:id="rId7" imgW="3837724" imgH="8365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4749" y="3177911"/>
                        <a:ext cx="11661775" cy="252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72405" y="5793047"/>
            <a:ext cx="21755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557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367879"/>
            <a:ext cx="11742454" cy="2469634"/>
            <a:chOff x="361950" y="1274509"/>
            <a:chExt cx="11742454" cy="246963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74509"/>
              <a:ext cx="10807700" cy="6443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三、分数指数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幂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5339661"/>
                </p:ext>
              </p:extLst>
            </p:nvPr>
          </p:nvGraphicFramePr>
          <p:xfrm>
            <a:off x="432445" y="1992565"/>
            <a:ext cx="11671959" cy="1751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文档" r:id="rId4" imgW="3826872" imgH="574288" progId="Word.Document.12">
                    <p:embed/>
                  </p:oleObj>
                </mc:Choice>
                <mc:Fallback>
                  <p:oleObj name="文档" r:id="rId4" imgW="3826872" imgH="57428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992565"/>
                          <a:ext cx="11671959" cy="17515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5301" y="3909521"/>
            <a:ext cx="464582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分数指数幂的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形式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09876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326094"/>
              </p:ext>
            </p:extLst>
          </p:nvPr>
        </p:nvGraphicFramePr>
        <p:xfrm>
          <a:off x="430213" y="1011238"/>
          <a:ext cx="11661775" cy="466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文档" r:id="rId4" imgW="3837724" imgH="1540373" progId="Word.Document.12">
                  <p:embed/>
                </p:oleObj>
              </mc:Choice>
              <mc:Fallback>
                <p:oleObj name="文档" r:id="rId4" imgW="3837724" imgH="15403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011238"/>
                        <a:ext cx="11661775" cy="466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792947" y="4114941"/>
            <a:ext cx="58388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788248" y="4579039"/>
            <a:ext cx="583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837556" y="462096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832799" y="5085058"/>
            <a:ext cx="4819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963032" y="5139044"/>
            <a:ext cx="6422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58366" y="5603142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94937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5887"/>
              </p:ext>
            </p:extLst>
          </p:nvPr>
        </p:nvGraphicFramePr>
        <p:xfrm>
          <a:off x="430213" y="841375"/>
          <a:ext cx="116459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文档" r:id="rId4" imgW="3826872" imgH="737087" progId="Word.Document.12">
                  <p:embed/>
                </p:oleObj>
              </mc:Choice>
              <mc:Fallback>
                <p:oleObj name="文档" r:id="rId4" imgW="3826872" imgH="7370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841375"/>
                        <a:ext cx="11645900" cy="223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196035"/>
              </p:ext>
            </p:extLst>
          </p:nvPr>
        </p:nvGraphicFramePr>
        <p:xfrm>
          <a:off x="432445" y="3120223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文档" r:id="rId7" imgW="3826872" imgH="622085" progId="Word.Document.12">
                  <p:embed/>
                </p:oleObj>
              </mc:Choice>
              <mc:Fallback>
                <p:oleObj name="文档" r:id="rId7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120223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10892" y="508693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6454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02667"/>
            <a:ext cx="11742454" cy="4631844"/>
            <a:chOff x="361950" y="808468"/>
            <a:chExt cx="11742454" cy="463184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808468"/>
              <a:ext cx="10807700" cy="30076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任何实数的奇次方根只有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的任何次幂都等于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7977687"/>
                </p:ext>
              </p:extLst>
            </p:nvPr>
          </p:nvGraphicFramePr>
          <p:xfrm>
            <a:off x="432445" y="3868495"/>
            <a:ext cx="11671959" cy="1571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3" name="文档" r:id="rId4" imgW="3826872" imgH="515350" progId="Word.Document.12">
                    <p:embed/>
                  </p:oleObj>
                </mc:Choice>
                <mc:Fallback>
                  <p:oleObj name="文档" r:id="rId4" imgW="3826872" imgH="5153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868495"/>
                          <a:ext cx="11671959" cy="15718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6409109" y="273603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40957" y="34473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67836" y="40281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60837" y="486533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0139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根式</a:t>
            </a:r>
            <a:r>
              <a:rPr lang="zh-CN" altLang="zh-CN" dirty="0"/>
              <a:t>的化简与求值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863884"/>
              </p:ext>
            </p:extLst>
          </p:nvPr>
        </p:nvGraphicFramePr>
        <p:xfrm>
          <a:off x="144413" y="1951947"/>
          <a:ext cx="11671959" cy="251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文档" r:id="rId4" imgW="3826872" imgH="825494" progId="Word.Document.12">
                  <p:embed/>
                </p:oleObj>
              </mc:Choice>
              <mc:Fallback>
                <p:oleObj name="文档" r:id="rId4" imgW="3826872" imgH="8254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413" y="1951947"/>
                        <a:ext cx="11671959" cy="2512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086697"/>
              </p:ext>
            </p:extLst>
          </p:nvPr>
        </p:nvGraphicFramePr>
        <p:xfrm>
          <a:off x="430213" y="1071563"/>
          <a:ext cx="11645900" cy="285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文档" r:id="rId4" imgW="3826872" imgH="943371" progId="Word.Document.12">
                  <p:embed/>
                </p:oleObj>
              </mc:Choice>
              <mc:Fallback>
                <p:oleObj name="文档" r:id="rId4" imgW="3826872" imgH="9433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071563"/>
                        <a:ext cx="11645900" cy="285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468441"/>
              </p:ext>
            </p:extLst>
          </p:nvPr>
        </p:nvGraphicFramePr>
        <p:xfrm>
          <a:off x="430213" y="4098925"/>
          <a:ext cx="116459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文档" r:id="rId7" imgW="3826872" imgH="369082" progId="Word.Document.12">
                  <p:embed/>
                </p:oleObj>
              </mc:Choice>
              <mc:Fallback>
                <p:oleObj name="文档" r:id="rId7" imgW="3826872" imgH="3690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4098925"/>
                        <a:ext cx="11645900" cy="111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413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295871"/>
            <a:ext cx="18278359" cy="3637919"/>
            <a:chOff x="361950" y="1473789"/>
            <a:chExt cx="18278359" cy="363791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473789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根式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化简与求值的基本原则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被开方数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中不能含有能开得尽方的因数或因式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被开方数是带分数的要化成假分数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被开方数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不能含有分母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使用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                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化简时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如果被开方数不是乘积形式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先化成乘积形式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0596522"/>
                </p:ext>
              </p:extLst>
            </p:nvPr>
          </p:nvGraphicFramePr>
          <p:xfrm>
            <a:off x="6968350" y="3877999"/>
            <a:ext cx="11671959" cy="565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5" name="文档" r:id="rId4" imgW="3826872" imgH="185440" progId="Word.Document.12">
                    <p:embed/>
                  </p:oleObj>
                </mc:Choice>
                <mc:Fallback>
                  <p:oleObj name="文档" r:id="rId4" imgW="3826872" imgH="1854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968350" y="3877999"/>
                          <a:ext cx="11671959" cy="5655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5901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141653"/>
              </p:ext>
            </p:extLst>
          </p:nvPr>
        </p:nvGraphicFramePr>
        <p:xfrm>
          <a:off x="65742" y="659091"/>
          <a:ext cx="11671959" cy="250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文档" r:id="rId4" imgW="3826872" imgH="822619" progId="Word.Document.12">
                  <p:embed/>
                </p:oleObj>
              </mc:Choice>
              <mc:Fallback>
                <p:oleObj name="文档" r:id="rId4" imgW="3826872" imgH="8226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742" y="659091"/>
                        <a:ext cx="11671959" cy="250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391991"/>
              </p:ext>
            </p:extLst>
          </p:nvPr>
        </p:nvGraphicFramePr>
        <p:xfrm>
          <a:off x="33825" y="3240087"/>
          <a:ext cx="11671959" cy="2983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文档" r:id="rId7" imgW="3837724" imgH="981483" progId="Word.Document.12">
                  <p:embed/>
                </p:oleObj>
              </mc:Choice>
              <mc:Fallback>
                <p:oleObj name="文档" r:id="rId7" imgW="3837724" imgH="9814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825" y="3240087"/>
                        <a:ext cx="11671959" cy="2983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7129189" y="5328319"/>
            <a:ext cx="387798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03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分数指数</a:t>
            </a:r>
            <a:r>
              <a:rPr lang="zh-CN" altLang="zh-CN" dirty="0"/>
              <a:t>幂的运算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022803"/>
              </p:ext>
            </p:extLst>
          </p:nvPr>
        </p:nvGraphicFramePr>
        <p:xfrm>
          <a:off x="504453" y="1727919"/>
          <a:ext cx="11671959" cy="349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文档" r:id="rId4" imgW="3837724" imgH="1209005" progId="Word.Document.12">
                  <p:embed/>
                </p:oleObj>
              </mc:Choice>
              <mc:Fallback>
                <p:oleObj name="文档" r:id="rId4" imgW="3837724" imgH="12090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727919"/>
                        <a:ext cx="11671959" cy="3494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752980"/>
              </p:ext>
            </p:extLst>
          </p:nvPr>
        </p:nvGraphicFramePr>
        <p:xfrm>
          <a:off x="515938" y="1439887"/>
          <a:ext cx="11672887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文档" r:id="rId4" imgW="3837724" imgH="1092179" progId="Word.Document.12">
                  <p:embed/>
                </p:oleObj>
              </mc:Choice>
              <mc:Fallback>
                <p:oleObj name="文档" r:id="rId4" imgW="3837724" imgH="10921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938" y="1439887"/>
                        <a:ext cx="11672887" cy="331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55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指数幂的运算性质化简求值的方法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进行指数幂的运算时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一般化负指数为正指数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化根式为分数指数幂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化小数为分数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同时兼顾运算的顺序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在明确根指数的奇偶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或具体次数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若能明确被开方数的符号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则可以对根式进行化简运算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对于含有字母的化简求值的结果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一般用分数指数幂的形式表示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69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352432"/>
              </p:ext>
            </p:extLst>
          </p:nvPr>
        </p:nvGraphicFramePr>
        <p:xfrm>
          <a:off x="432445" y="1483240"/>
          <a:ext cx="10575841" cy="3124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文档" r:id="rId4" imgW="3467489" imgH="1024590" progId="Word.Document.12">
                  <p:embed/>
                </p:oleObj>
              </mc:Choice>
              <mc:Fallback>
                <p:oleObj name="文档" r:id="rId4" imgW="3467489" imgH="10245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483240"/>
                        <a:ext cx="10575841" cy="3124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660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977059"/>
              </p:ext>
            </p:extLst>
          </p:nvPr>
        </p:nvGraphicFramePr>
        <p:xfrm>
          <a:off x="504453" y="1345983"/>
          <a:ext cx="10575841" cy="355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文档" r:id="rId4" imgW="3467489" imgH="1164029" progId="Word.Document.12">
                  <p:embed/>
                </p:oleObj>
              </mc:Choice>
              <mc:Fallback>
                <p:oleObj name="文档" r:id="rId4" imgW="3467489" imgH="11640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45983"/>
                        <a:ext cx="10575841" cy="3550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487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条件</a:t>
            </a:r>
            <a:r>
              <a:rPr lang="zh-CN" altLang="zh-CN" dirty="0"/>
              <a:t>求值问题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134069"/>
              </p:ext>
            </p:extLst>
          </p:nvPr>
        </p:nvGraphicFramePr>
        <p:xfrm>
          <a:off x="504453" y="1449719"/>
          <a:ext cx="11671959" cy="119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文档" r:id="rId4" imgW="3826872" imgH="392083" progId="Word.Document.12">
                  <p:embed/>
                </p:oleObj>
              </mc:Choice>
              <mc:Fallback>
                <p:oleObj name="文档" r:id="rId4" imgW="3826872" imgH="3920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49719"/>
                        <a:ext cx="11671959" cy="1195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891769"/>
              </p:ext>
            </p:extLst>
          </p:nvPr>
        </p:nvGraphicFramePr>
        <p:xfrm>
          <a:off x="504452" y="2766053"/>
          <a:ext cx="11671959" cy="317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文档" r:id="rId7" imgW="3826872" imgH="1042200" progId="Word.Document.12">
                  <p:embed/>
                </p:oleObj>
              </mc:Choice>
              <mc:Fallback>
                <p:oleObj name="文档" r:id="rId7" imgW="3826872" imgH="10422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766053"/>
                        <a:ext cx="11671959" cy="3178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935831"/>
            <a:ext cx="2740119" cy="499725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15020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2788375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条件求值问题的常用方法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观察已知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条件与未知表达式之间存在的联系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然后根据指数幂的运算法则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配方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进行化简或计算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4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407622" y="739471"/>
            <a:ext cx="4716356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利用根式的性质不当致错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953540"/>
              </p:ext>
            </p:extLst>
          </p:nvPr>
        </p:nvGraphicFramePr>
        <p:xfrm>
          <a:off x="425782" y="1425652"/>
          <a:ext cx="11671959" cy="198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4" imgW="3826872" imgH="652273" progId="Word.Document.12">
                  <p:embed/>
                </p:oleObj>
              </mc:Choice>
              <mc:Fallback>
                <p:oleObj name="文档" r:id="rId4" imgW="3826872" imgH="6522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425652"/>
                        <a:ext cx="11671959" cy="19894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52454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上解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答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错解中使用根式的性质不当导致错误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应注意根式性质成立的条件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282225"/>
              </p:ext>
            </p:extLst>
          </p:nvPr>
        </p:nvGraphicFramePr>
        <p:xfrm>
          <a:off x="216421" y="1511895"/>
          <a:ext cx="11671959" cy="995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文档" r:id="rId4" imgW="3826872" imgH="326316" progId="Word.Document.12">
                  <p:embed/>
                </p:oleObj>
              </mc:Choice>
              <mc:Fallback>
                <p:oleObj name="文档" r:id="rId4" imgW="3826872" imgH="326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511895"/>
                        <a:ext cx="11671959" cy="995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214652" y="2683687"/>
            <a:ext cx="11694773" cy="1780363"/>
            <a:chOff x="214652" y="2813521"/>
            <a:chExt cx="11694773" cy="178036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214652" y="2813521"/>
              <a:ext cx="183255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3200" b="1" dirty="0" smtClean="0"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endParaRPr lang="zh-CN" altLang="zh-CN" sz="32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4987150"/>
                </p:ext>
              </p:extLst>
            </p:nvPr>
          </p:nvGraphicFramePr>
          <p:xfrm>
            <a:off x="290513" y="3496922"/>
            <a:ext cx="11618912" cy="1096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" name="文档" r:id="rId7" imgW="3826872" imgH="364411" progId="Word.Document.12">
                    <p:embed/>
                  </p:oleObj>
                </mc:Choice>
                <mc:Fallback>
                  <p:oleObj name="文档" r:id="rId7" imgW="3826872" imgH="3644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0513" y="3496922"/>
                          <a:ext cx="11618912" cy="10969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649901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239060"/>
              </p:ext>
            </p:extLst>
          </p:nvPr>
        </p:nvGraphicFramePr>
        <p:xfrm>
          <a:off x="360437" y="978343"/>
          <a:ext cx="11671959" cy="1518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文档" r:id="rId4" imgW="3826872" imgH="497740" progId="Word.Document.12">
                  <p:embed/>
                </p:oleObj>
              </mc:Choice>
              <mc:Fallback>
                <p:oleObj name="文档" r:id="rId4" imgW="3826872" imgH="4977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78343"/>
                        <a:ext cx="11671959" cy="1518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784268"/>
              </p:ext>
            </p:extLst>
          </p:nvPr>
        </p:nvGraphicFramePr>
        <p:xfrm>
          <a:off x="360437" y="2582183"/>
          <a:ext cx="11671959" cy="198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文档" r:id="rId7" imgW="3826872" imgH="650117" progId="Word.Document.12">
                  <p:embed/>
                </p:oleObj>
              </mc:Choice>
              <mc:Fallback>
                <p:oleObj name="文档" r:id="rId7" imgW="3826872" imgH="6501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582183"/>
                        <a:ext cx="11671959" cy="1982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4722759"/>
            <a:ext cx="220445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302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795822"/>
              </p:ext>
            </p:extLst>
          </p:nvPr>
        </p:nvGraphicFramePr>
        <p:xfrm>
          <a:off x="432445" y="1655911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文档" r:id="rId4" imgW="3837724" imgH="325959" progId="Word.Document.12">
                  <p:embed/>
                </p:oleObj>
              </mc:Choice>
              <mc:Fallback>
                <p:oleObj name="文档" r:id="rId4" imgW="3837724" imgH="325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655911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2742526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95371"/>
              </p:ext>
            </p:extLst>
          </p:nvPr>
        </p:nvGraphicFramePr>
        <p:xfrm>
          <a:off x="576461" y="680479"/>
          <a:ext cx="10607329" cy="192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name="文档" r:id="rId4" imgW="3477813" imgH="631365" progId="Word.Document.12">
                  <p:embed/>
                </p:oleObj>
              </mc:Choice>
              <mc:Fallback>
                <p:oleObj name="文档" r:id="rId4" imgW="3477813" imgH="631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680479"/>
                        <a:ext cx="10607329" cy="1925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732510"/>
              </p:ext>
            </p:extLst>
          </p:nvPr>
        </p:nvGraphicFramePr>
        <p:xfrm>
          <a:off x="563598" y="2596310"/>
          <a:ext cx="10607329" cy="3343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文档" r:id="rId7" imgW="3477813" imgH="1096145" progId="Word.Document.12">
                  <p:embed/>
                </p:oleObj>
              </mc:Choice>
              <mc:Fallback>
                <p:oleObj name="文档" r:id="rId7" imgW="3477813" imgH="10961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598" y="2596310"/>
                        <a:ext cx="10607329" cy="3343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550735" y="5730871"/>
            <a:ext cx="213712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956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047645"/>
              </p:ext>
            </p:extLst>
          </p:nvPr>
        </p:nvGraphicFramePr>
        <p:xfrm>
          <a:off x="548228" y="998007"/>
          <a:ext cx="11671959" cy="198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文档" r:id="rId4" imgW="3826872" imgH="651914" progId="Word.Document.12">
                  <p:embed/>
                </p:oleObj>
              </mc:Choice>
              <mc:Fallback>
                <p:oleObj name="文档" r:id="rId4" imgW="3826872" imgH="6519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8228" y="998007"/>
                        <a:ext cx="11671959" cy="1988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266337"/>
              </p:ext>
            </p:extLst>
          </p:nvPr>
        </p:nvGraphicFramePr>
        <p:xfrm>
          <a:off x="548228" y="3005004"/>
          <a:ext cx="11671959" cy="152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文档" r:id="rId7" imgW="3826872" imgH="498818" progId="Word.Document.12">
                  <p:embed/>
                </p:oleObj>
              </mc:Choice>
              <mc:Fallback>
                <p:oleObj name="文档" r:id="rId7" imgW="3826872" imgH="4988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228" y="3005004"/>
                        <a:ext cx="11671959" cy="1521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72609" y="463522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580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408949"/>
              </p:ext>
            </p:extLst>
          </p:nvPr>
        </p:nvGraphicFramePr>
        <p:xfrm>
          <a:off x="444376" y="1079847"/>
          <a:ext cx="11671959" cy="96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文档" r:id="rId4" imgW="3826872" imgH="316254" progId="Word.Document.12">
                  <p:embed/>
                </p:oleObj>
              </mc:Choice>
              <mc:Fallback>
                <p:oleObj name="文档" r:id="rId4" imgW="3826872" imgH="3162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376" y="1079847"/>
                        <a:ext cx="11671959" cy="96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361458"/>
              </p:ext>
            </p:extLst>
          </p:nvPr>
        </p:nvGraphicFramePr>
        <p:xfrm>
          <a:off x="444376" y="2150135"/>
          <a:ext cx="11671959" cy="2046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7" name="文档" r:id="rId7" imgW="3826872" imgH="670961" progId="Word.Document.12">
                  <p:embed/>
                </p:oleObj>
              </mc:Choice>
              <mc:Fallback>
                <p:oleObj name="文档" r:id="rId7" imgW="3826872" imgH="6709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4376" y="2150135"/>
                        <a:ext cx="11671959" cy="2046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299110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99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210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83</TotalTime>
  <Words>618</Words>
  <Application>Microsoft Office PowerPoint</Application>
  <PresentationFormat>自定义</PresentationFormat>
  <Paragraphs>61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2025-08-18T05:15:56Z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