
<file path=[Content_Types].xml><?xml version="1.0" encoding="utf-8"?>
<Types xmlns="http://schemas.openxmlformats.org/package/2006/content-types">
  <Default Extension="png" ContentType="image/png"/>
  <Default Extension="bin" ContentType="application/vnd.openxmlformats-officedocument.oleObject"/>
  <Default Extension="emf" ContentType="image/x-emf"/>
  <Default Extension="jpeg" ContentType="image/jpeg"/>
  <Default Extension="rels" ContentType="application/vnd.openxmlformats-package.relationships+xml"/>
  <Default Extension="xml" ContentType="application/xml"/>
  <Default Extension="wav" ContentType="audio/x-wav"/>
  <Default Extension="docx" ContentType="application/vnd.openxmlformats-officedocument.wordprocessingml.document"/>
  <Default Extension="vml" ContentType="application/vnd.openxmlformats-officedocument.vmlDrawing"/>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44"/>
  </p:notesMasterIdLst>
  <p:sldIdLst>
    <p:sldId id="731" r:id="rId2"/>
    <p:sldId id="753" r:id="rId3"/>
    <p:sldId id="736" r:id="rId4"/>
    <p:sldId id="744" r:id="rId5"/>
    <p:sldId id="746" r:id="rId6"/>
    <p:sldId id="749" r:id="rId7"/>
    <p:sldId id="756" r:id="rId8"/>
    <p:sldId id="757" r:id="rId9"/>
    <p:sldId id="758" r:id="rId10"/>
    <p:sldId id="759" r:id="rId11"/>
    <p:sldId id="760" r:id="rId12"/>
    <p:sldId id="761" r:id="rId13"/>
    <p:sldId id="762" r:id="rId14"/>
    <p:sldId id="737" r:id="rId15"/>
    <p:sldId id="750" r:id="rId16"/>
    <p:sldId id="763" r:id="rId17"/>
    <p:sldId id="764" r:id="rId18"/>
    <p:sldId id="765" r:id="rId19"/>
    <p:sldId id="766" r:id="rId20"/>
    <p:sldId id="754" r:id="rId21"/>
    <p:sldId id="767" r:id="rId22"/>
    <p:sldId id="768" r:id="rId23"/>
    <p:sldId id="769" r:id="rId24"/>
    <p:sldId id="770" r:id="rId25"/>
    <p:sldId id="755" r:id="rId26"/>
    <p:sldId id="771" r:id="rId27"/>
    <p:sldId id="772" r:id="rId28"/>
    <p:sldId id="773" r:id="rId29"/>
    <p:sldId id="774" r:id="rId30"/>
    <p:sldId id="747" r:id="rId31"/>
    <p:sldId id="751" r:id="rId32"/>
    <p:sldId id="775" r:id="rId33"/>
    <p:sldId id="776" r:id="rId34"/>
    <p:sldId id="777" r:id="rId35"/>
    <p:sldId id="748" r:id="rId36"/>
    <p:sldId id="752" r:id="rId37"/>
    <p:sldId id="778" r:id="rId38"/>
    <p:sldId id="779" r:id="rId39"/>
    <p:sldId id="780" r:id="rId40"/>
    <p:sldId id="781" r:id="rId41"/>
    <p:sldId id="782" r:id="rId42"/>
    <p:sldId id="735" r:id="rId43"/>
  </p:sldIdLst>
  <p:sldSz cx="11522075" cy="6480175"/>
  <p:notesSz cx="6858000" cy="9144000"/>
  <p:defaultTextStyle>
    <a:defPPr>
      <a:defRPr lang="zh-CN"/>
    </a:defPPr>
    <a:lvl1pPr algn="l" rtl="0" fontAlgn="base">
      <a:spcBef>
        <a:spcPct val="0"/>
      </a:spcBef>
      <a:spcAft>
        <a:spcPct val="0"/>
      </a:spcAft>
      <a:buFont typeface="Arial" panose="020B0604020202020204" pitchFamily="34" charset="0"/>
      <a:defRPr sz="3200" b="1" kern="1200">
        <a:solidFill>
          <a:srgbClr val="FF0000"/>
        </a:solidFill>
        <a:latin typeface="Times New Roman" panose="02020603050405020304" pitchFamily="18" charset="0"/>
        <a:ea typeface="黑体" panose="02010609060101010101" pitchFamily="49" charset="-122"/>
        <a:cs typeface="+mn-cs"/>
      </a:defRPr>
    </a:lvl1pPr>
    <a:lvl2pPr marL="457200" algn="l" rtl="0" fontAlgn="base">
      <a:spcBef>
        <a:spcPct val="0"/>
      </a:spcBef>
      <a:spcAft>
        <a:spcPct val="0"/>
      </a:spcAft>
      <a:buFont typeface="Arial" panose="020B0604020202020204" pitchFamily="34" charset="0"/>
      <a:defRPr sz="3200" b="1" kern="1200">
        <a:solidFill>
          <a:srgbClr val="FF0000"/>
        </a:solidFill>
        <a:latin typeface="Times New Roman" panose="02020603050405020304" pitchFamily="18" charset="0"/>
        <a:ea typeface="黑体" panose="02010609060101010101" pitchFamily="49" charset="-122"/>
        <a:cs typeface="+mn-cs"/>
      </a:defRPr>
    </a:lvl2pPr>
    <a:lvl3pPr marL="914400" algn="l" rtl="0" fontAlgn="base">
      <a:spcBef>
        <a:spcPct val="0"/>
      </a:spcBef>
      <a:spcAft>
        <a:spcPct val="0"/>
      </a:spcAft>
      <a:buFont typeface="Arial" panose="020B0604020202020204" pitchFamily="34" charset="0"/>
      <a:defRPr sz="3200" b="1" kern="1200">
        <a:solidFill>
          <a:srgbClr val="FF0000"/>
        </a:solidFill>
        <a:latin typeface="Times New Roman" panose="02020603050405020304" pitchFamily="18" charset="0"/>
        <a:ea typeface="黑体" panose="02010609060101010101" pitchFamily="49" charset="-122"/>
        <a:cs typeface="+mn-cs"/>
      </a:defRPr>
    </a:lvl3pPr>
    <a:lvl4pPr marL="1371600" algn="l" rtl="0" fontAlgn="base">
      <a:spcBef>
        <a:spcPct val="0"/>
      </a:spcBef>
      <a:spcAft>
        <a:spcPct val="0"/>
      </a:spcAft>
      <a:buFont typeface="Arial" panose="020B0604020202020204" pitchFamily="34" charset="0"/>
      <a:defRPr sz="3200" b="1" kern="1200">
        <a:solidFill>
          <a:srgbClr val="FF0000"/>
        </a:solidFill>
        <a:latin typeface="Times New Roman" panose="02020603050405020304" pitchFamily="18" charset="0"/>
        <a:ea typeface="黑体" panose="02010609060101010101" pitchFamily="49" charset="-122"/>
        <a:cs typeface="+mn-cs"/>
      </a:defRPr>
    </a:lvl4pPr>
    <a:lvl5pPr marL="1828800" algn="l" rtl="0" fontAlgn="base">
      <a:spcBef>
        <a:spcPct val="0"/>
      </a:spcBef>
      <a:spcAft>
        <a:spcPct val="0"/>
      </a:spcAft>
      <a:buFont typeface="Arial" panose="020B0604020202020204" pitchFamily="34" charset="0"/>
      <a:defRPr sz="3200" b="1" kern="1200">
        <a:solidFill>
          <a:srgbClr val="FF0000"/>
        </a:solidFill>
        <a:latin typeface="Times New Roman" panose="02020603050405020304" pitchFamily="18" charset="0"/>
        <a:ea typeface="黑体" panose="02010609060101010101" pitchFamily="49" charset="-122"/>
        <a:cs typeface="+mn-cs"/>
      </a:defRPr>
    </a:lvl5pPr>
    <a:lvl6pPr marL="2286000" algn="l" defTabSz="914400" rtl="0" eaLnBrk="1" latinLnBrk="0" hangingPunct="1">
      <a:defRPr sz="3200" b="1" kern="1200">
        <a:solidFill>
          <a:srgbClr val="FF0000"/>
        </a:solidFill>
        <a:latin typeface="Times New Roman" panose="02020603050405020304" pitchFamily="18" charset="0"/>
        <a:ea typeface="黑体" panose="02010609060101010101" pitchFamily="49" charset="-122"/>
        <a:cs typeface="+mn-cs"/>
      </a:defRPr>
    </a:lvl6pPr>
    <a:lvl7pPr marL="2743200" algn="l" defTabSz="914400" rtl="0" eaLnBrk="1" latinLnBrk="0" hangingPunct="1">
      <a:defRPr sz="3200" b="1" kern="1200">
        <a:solidFill>
          <a:srgbClr val="FF0000"/>
        </a:solidFill>
        <a:latin typeface="Times New Roman" panose="02020603050405020304" pitchFamily="18" charset="0"/>
        <a:ea typeface="黑体" panose="02010609060101010101" pitchFamily="49" charset="-122"/>
        <a:cs typeface="+mn-cs"/>
      </a:defRPr>
    </a:lvl7pPr>
    <a:lvl8pPr marL="3200400" algn="l" defTabSz="914400" rtl="0" eaLnBrk="1" latinLnBrk="0" hangingPunct="1">
      <a:defRPr sz="3200" b="1" kern="1200">
        <a:solidFill>
          <a:srgbClr val="FF0000"/>
        </a:solidFill>
        <a:latin typeface="Times New Roman" panose="02020603050405020304" pitchFamily="18" charset="0"/>
        <a:ea typeface="黑体" panose="02010609060101010101" pitchFamily="49" charset="-122"/>
        <a:cs typeface="+mn-cs"/>
      </a:defRPr>
    </a:lvl8pPr>
    <a:lvl9pPr marL="3657600" algn="l" defTabSz="914400" rtl="0" eaLnBrk="1" latinLnBrk="0" hangingPunct="1">
      <a:defRPr sz="3200" b="1" kern="1200">
        <a:solidFill>
          <a:srgbClr val="FF0000"/>
        </a:solidFill>
        <a:latin typeface="Times New Roman" panose="02020603050405020304" pitchFamily="18" charset="0"/>
        <a:ea typeface="黑体" panose="02010609060101010101" pitchFamily="49" charset="-122"/>
        <a:cs typeface="+mn-cs"/>
      </a:defRPr>
    </a:lvl9pPr>
  </p:defaultTextStyle>
  <p:extLst>
    <p:ext uri="{EFAFB233-063F-42B5-8137-9DF3F51BA10A}">
      <p15:sldGuideLst xmlns:p15="http://schemas.microsoft.com/office/powerpoint/2012/main">
        <p15:guide id="1" orient="horz" pos="2059">
          <p15:clr>
            <a:srgbClr val="A4A3A4"/>
          </p15:clr>
        </p15:guide>
        <p15:guide id="2" pos="3629">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6600"/>
    <a:srgbClr val="FF9933"/>
    <a:srgbClr val="FF3399"/>
    <a:srgbClr val="FF7C80"/>
    <a:srgbClr val="FFFFFF"/>
    <a:srgbClr val="C6A7DD"/>
    <a:srgbClr val="9E5ECE"/>
    <a:srgbClr val="D60093"/>
    <a:srgbClr val="934BC9"/>
    <a:srgbClr val="33996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4" autoAdjust="0"/>
    <p:restoredTop sz="94591" autoAdjust="0"/>
  </p:normalViewPr>
  <p:slideViewPr>
    <p:cSldViewPr>
      <p:cViewPr varScale="1">
        <p:scale>
          <a:sx n="97" d="100"/>
          <a:sy n="97" d="100"/>
        </p:scale>
        <p:origin x="504" y="78"/>
      </p:cViewPr>
      <p:guideLst>
        <p:guide orient="horz" pos="2059"/>
        <p:guide pos="3629"/>
      </p:guideLst>
    </p:cSldViewPr>
  </p:slideViewPr>
  <p:outlineViewPr>
    <p:cViewPr>
      <p:scale>
        <a:sx n="33" d="100"/>
        <a:sy n="33" d="100"/>
      </p:scale>
      <p:origin x="0" y="0"/>
    </p:cViewPr>
  </p:outlineViewPr>
  <p:notesTextViewPr>
    <p:cViewPr>
      <p:scale>
        <a:sx n="3" d="2"/>
        <a:sy n="3" d="2"/>
      </p:scale>
      <p:origin x="0" y="0"/>
    </p:cViewPr>
  </p:notesTextViewPr>
  <p:sorterViewPr>
    <p:cViewPr>
      <p:scale>
        <a:sx n="130" d="100"/>
        <a:sy n="130"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s>
</file>

<file path=ppt/drawings/_rels/vmlDrawing1.v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image" Target="../media/image3.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5.emf"/></Relationships>
</file>

<file path=ppt/drawings/_rels/vmlDrawing3.v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image" Target="../media/image6.e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8.e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9.e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10.e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11.emf"/></Relationships>
</file>

<file path=ppt/drawings/_rels/vmlDrawing8.vml.rels><?xml version="1.0" encoding="UTF-8" standalone="yes"?>
<Relationships xmlns="http://schemas.openxmlformats.org/package/2006/relationships"><Relationship Id="rId2" Type="http://schemas.openxmlformats.org/officeDocument/2006/relationships/image" Target="../media/image13.emf"/><Relationship Id="rId1" Type="http://schemas.openxmlformats.org/officeDocument/2006/relationships/image" Target="../media/image12.emf"/></Relationships>
</file>

<file path=ppt/drawings/_rels/vmlDrawing9.vml.rels><?xml version="1.0" encoding="UTF-8" standalone="yes"?>
<Relationships xmlns="http://schemas.openxmlformats.org/package/2006/relationships"><Relationship Id="rId1" Type="http://schemas.openxmlformats.org/officeDocument/2006/relationships/image" Target="../media/image15.emf"/></Relationships>
</file>

<file path=ppt/drawings/_rels/vmlDrawing10.vml.rels><?xml version="1.0" encoding="UTF-8" standalone="yes"?>
<Relationships xmlns="http://schemas.openxmlformats.org/package/2006/relationships"><Relationship Id="rId1" Type="http://schemas.openxmlformats.org/officeDocument/2006/relationships/image" Target="../media/image16.emf"/></Relationships>
</file>

<file path=ppt/drawings/_rels/vmlDrawing11.vml.rels><?xml version="1.0" encoding="UTF-8" standalone="yes"?>
<Relationships xmlns="http://schemas.openxmlformats.org/package/2006/relationships"><Relationship Id="rId1" Type="http://schemas.openxmlformats.org/officeDocument/2006/relationships/image" Target="../media/image17.emf"/></Relationships>
</file>

<file path=ppt/drawings/_rels/vmlDrawing12.vml.rels><?xml version="1.0" encoding="UTF-8" standalone="yes"?>
<Relationships xmlns="http://schemas.openxmlformats.org/package/2006/relationships"><Relationship Id="rId1" Type="http://schemas.openxmlformats.org/officeDocument/2006/relationships/image" Target="../media/image18.emf"/></Relationships>
</file>

<file path=ppt/drawings/_rels/vmlDrawing13.vml.rels><?xml version="1.0" encoding="UTF-8" standalone="yes"?>
<Relationships xmlns="http://schemas.openxmlformats.org/package/2006/relationships"><Relationship Id="rId1" Type="http://schemas.openxmlformats.org/officeDocument/2006/relationships/image" Target="../media/image19.emf"/></Relationships>
</file>

<file path=ppt/drawings/_rels/vmlDrawing14.vml.rels><?xml version="1.0" encoding="UTF-8" standalone="yes"?>
<Relationships xmlns="http://schemas.openxmlformats.org/package/2006/relationships"><Relationship Id="rId1" Type="http://schemas.openxmlformats.org/officeDocument/2006/relationships/image" Target="../media/image20.emf"/></Relationships>
</file>

<file path=ppt/drawings/_rels/vmlDrawing15.vml.rels><?xml version="1.0" encoding="UTF-8" standalone="yes"?>
<Relationships xmlns="http://schemas.openxmlformats.org/package/2006/relationships"><Relationship Id="rId2" Type="http://schemas.openxmlformats.org/officeDocument/2006/relationships/image" Target="../media/image22.emf"/><Relationship Id="rId1" Type="http://schemas.openxmlformats.org/officeDocument/2006/relationships/image" Target="../media/image21.emf"/></Relationships>
</file>

<file path=ppt/drawings/_rels/vmlDrawing16.vml.rels><?xml version="1.0" encoding="UTF-8" standalone="yes"?>
<Relationships xmlns="http://schemas.openxmlformats.org/package/2006/relationships"><Relationship Id="rId2" Type="http://schemas.openxmlformats.org/officeDocument/2006/relationships/image" Target="../media/image24.emf"/><Relationship Id="rId1" Type="http://schemas.openxmlformats.org/officeDocument/2006/relationships/image" Target="../media/image23.emf"/></Relationships>
</file>

<file path=ppt/drawings/_rels/vmlDrawing17.vml.rels><?xml version="1.0" encoding="UTF-8" standalone="yes"?>
<Relationships xmlns="http://schemas.openxmlformats.org/package/2006/relationships"><Relationship Id="rId1" Type="http://schemas.openxmlformats.org/officeDocument/2006/relationships/image" Target="../media/image26.emf"/></Relationships>
</file>

<file path=ppt/drawings/_rels/vmlDrawing18.vml.rels><?xml version="1.0" encoding="UTF-8" standalone="yes"?>
<Relationships xmlns="http://schemas.openxmlformats.org/package/2006/relationships"><Relationship Id="rId1" Type="http://schemas.openxmlformats.org/officeDocument/2006/relationships/image" Target="../media/image27.emf"/></Relationships>
</file>

<file path=ppt/drawings/_rels/vmlDrawing19.vml.rels><?xml version="1.0" encoding="UTF-8" standalone="yes"?>
<Relationships xmlns="http://schemas.openxmlformats.org/package/2006/relationships"><Relationship Id="rId1" Type="http://schemas.openxmlformats.org/officeDocument/2006/relationships/image" Target="../media/image28.e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fontAlgn="auto">
              <a:spcBef>
                <a:spcPts val="0"/>
              </a:spcBef>
              <a:spcAft>
                <a:spcPts val="0"/>
              </a:spcAft>
              <a:buFontTx/>
              <a:buNone/>
              <a:defRPr sz="1200" b="0">
                <a:solidFill>
                  <a:schemeClr val="tx1"/>
                </a:solidFill>
                <a:latin typeface="+mn-lt"/>
                <a:ea typeface="+mn-ea"/>
              </a:defRPr>
            </a:lvl1pPr>
          </a:lstStyle>
          <a:p>
            <a:pPr>
              <a:defRPr/>
            </a:pPr>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fontAlgn="auto">
              <a:spcBef>
                <a:spcPts val="0"/>
              </a:spcBef>
              <a:spcAft>
                <a:spcPts val="0"/>
              </a:spcAft>
              <a:buFontTx/>
              <a:buNone/>
              <a:defRPr sz="1200" b="0">
                <a:solidFill>
                  <a:schemeClr val="tx1"/>
                </a:solidFill>
                <a:latin typeface="+mn-lt"/>
                <a:ea typeface="+mn-ea"/>
              </a:defRPr>
            </a:lvl1pPr>
          </a:lstStyle>
          <a:p>
            <a:pPr>
              <a:defRPr/>
            </a:pPr>
            <a:endParaRPr lang="zh-CN" altLang="en-US"/>
          </a:p>
        </p:txBody>
      </p:sp>
      <p:sp>
        <p:nvSpPr>
          <p:cNvPr id="5124" name="幻灯片图像占位符 3"/>
          <p:cNvSpPr>
            <a:spLocks noGrp="1" noRot="1" noChangeAspect="1" noChangeArrowheads="1"/>
          </p:cNvSpPr>
          <p:nvPr>
            <p:ph type="sldImg" idx="4294967295"/>
          </p:nvPr>
        </p:nvSpPr>
        <p:spPr bwMode="auto">
          <a:xfrm>
            <a:off x="381000" y="685800"/>
            <a:ext cx="6096000" cy="3429000"/>
          </a:xfrm>
          <a:prstGeom prst="rect">
            <a:avLst/>
          </a:prstGeom>
          <a:noFill/>
          <a:ln w="12700">
            <a:solidFill>
              <a:srgbClr val="000000"/>
            </a:solidFill>
            <a:miter lim="800000"/>
          </a:ln>
          <a:extLst>
            <a:ext uri="{909E8E84-426E-40DD-AFC4-6F175D3DCCD1}">
              <a14:hiddenFill xmlns:a14="http://schemas.microsoft.com/office/drawing/2010/main">
                <a:solidFill>
                  <a:srgbClr val="FFFFFF"/>
                </a:solidFill>
              </a14:hiddenFill>
            </a:ext>
          </a:extLst>
        </p:spPr>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fontAlgn="auto">
              <a:spcBef>
                <a:spcPts val="0"/>
              </a:spcBef>
              <a:spcAft>
                <a:spcPts val="0"/>
              </a:spcAft>
              <a:buFontTx/>
              <a:buNone/>
              <a:defRPr sz="1200" b="0">
                <a:solidFill>
                  <a:schemeClr val="tx1"/>
                </a:solidFill>
                <a:latin typeface="+mn-lt"/>
                <a:ea typeface="+mn-ea"/>
              </a:defRPr>
            </a:lvl1pPr>
          </a:lstStyle>
          <a:p>
            <a:pPr>
              <a:defRPr/>
            </a:pPr>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b="0" noProof="1" dirty="0">
                <a:ea typeface="黑体" panose="02010609060101010101" pitchFamily="49" charset="-122"/>
              </a:defRPr>
            </a:lvl1pPr>
          </a:lstStyle>
          <a:p>
            <a:fld id="{A64CA497-71E0-4184-919F-D45F39379D11}" type="slidenum">
              <a:rPr lang="zh-CN" altLang="en-US"/>
              <a:pPr/>
              <a:t>‹#›</a:t>
            </a:fld>
            <a:endParaRPr lang="zh-CN" altLang="en-US">
              <a:ea typeface="黑体" panose="02010609060101010101" pitchFamily="49" charset="-122"/>
            </a:endParaRPr>
          </a:p>
        </p:txBody>
      </p:sp>
    </p:spTree>
    <p:extLst>
      <p:ext uri="{BB962C8B-B14F-4D97-AF65-F5344CB8AC3E}">
        <p14:creationId xmlns:p14="http://schemas.microsoft.com/office/powerpoint/2010/main" val="1747822530"/>
      </p:ext>
    </p:extLst>
  </p:cSld>
  <p:clrMap bg1="lt1" tx1="dk1" bg2="lt2" tx2="dk2" accent1="accent1" accent2="accent2" accent3="accent3" accent4="accent4" accent5="accent5" accent6="accent6" hlink="hlink" folHlink="folHlink"/>
  <p:notesStyle>
    <a:lvl1pPr algn="l" rtl="0" fontAlgn="base">
      <a:spcBef>
        <a:spcPct val="0"/>
      </a:spcBef>
      <a:spcAft>
        <a:spcPct val="0"/>
      </a:spcAft>
      <a:defRPr sz="1200" kern="1200">
        <a:solidFill>
          <a:schemeClr val="tx1"/>
        </a:solidFill>
        <a:latin typeface="+mn-lt"/>
        <a:ea typeface="+mn-ea"/>
        <a:cs typeface="+mn-cs"/>
      </a:defRPr>
    </a:lvl1pPr>
    <a:lvl2pPr marL="457200" algn="l" rtl="0" fontAlgn="base">
      <a:spcBef>
        <a:spcPct val="0"/>
      </a:spcBef>
      <a:spcAft>
        <a:spcPct val="0"/>
      </a:spcAft>
      <a:defRPr sz="1200" kern="1200">
        <a:solidFill>
          <a:schemeClr val="tx1"/>
        </a:solidFill>
        <a:latin typeface="+mn-lt"/>
        <a:ea typeface="+mn-ea"/>
        <a:cs typeface="+mn-cs"/>
      </a:defRPr>
    </a:lvl2pPr>
    <a:lvl3pPr marL="914400" algn="l" rtl="0" fontAlgn="base">
      <a:spcBef>
        <a:spcPct val="0"/>
      </a:spcBef>
      <a:spcAft>
        <a:spcPct val="0"/>
      </a:spcAft>
      <a:defRPr sz="1200" kern="1200">
        <a:solidFill>
          <a:schemeClr val="tx1"/>
        </a:solidFill>
        <a:latin typeface="+mn-lt"/>
        <a:ea typeface="+mn-ea"/>
        <a:cs typeface="+mn-cs"/>
      </a:defRPr>
    </a:lvl3pPr>
    <a:lvl4pPr marL="1371600" algn="l" rtl="0" fontAlgn="base">
      <a:spcBef>
        <a:spcPct val="0"/>
      </a:spcBef>
      <a:spcAft>
        <a:spcPct val="0"/>
      </a:spcAft>
      <a:defRPr sz="1200" kern="1200">
        <a:solidFill>
          <a:schemeClr val="tx1"/>
        </a:solidFill>
        <a:latin typeface="+mn-lt"/>
        <a:ea typeface="+mn-ea"/>
        <a:cs typeface="+mn-cs"/>
      </a:defRPr>
    </a:lvl4pPr>
    <a:lvl5pPr marL="1828800" algn="l" rtl="0" fontAlgn="base">
      <a:spcBef>
        <a:spcPct val="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A64CA497-71E0-4184-919F-D45F39379D11}" type="slidenum">
              <a:rPr lang="zh-CN" altLang="en-US" smtClean="0"/>
              <a:pPr/>
              <a:t>42</a:t>
            </a:fld>
            <a:endParaRPr lang="zh-CN" altLang="en-US">
              <a:ea typeface="黑体" panose="02010609060101010101" pitchFamily="49" charset="-122"/>
            </a:endParaRPr>
          </a:p>
        </p:txBody>
      </p:sp>
    </p:spTree>
    <p:extLst>
      <p:ext uri="{BB962C8B-B14F-4D97-AF65-F5344CB8AC3E}">
        <p14:creationId xmlns:p14="http://schemas.microsoft.com/office/powerpoint/2010/main" val="858147645"/>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161196167"/>
      </p:ext>
    </p:extLst>
  </p:cSld>
  <p:clrMapOvr>
    <a:masterClrMapping/>
  </p:clrMapOvr>
  <p:transition>
    <p:fade/>
  </p:transition>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2_标题幻灯片">
    <p:bg>
      <p:bgPr>
        <a:pattFill prst="lgGrid">
          <a:fgClr>
            <a:schemeClr val="bg2">
              <a:lumMod val="90000"/>
            </a:schemeClr>
          </a:fgClr>
          <a:bgClr>
            <a:schemeClr val="bg1"/>
          </a:bgClr>
        </a:pattFill>
        <a:effectLst/>
      </p:bgPr>
    </p:bg>
    <p:spTree>
      <p:nvGrpSpPr>
        <p:cNvPr id="1" name=""/>
        <p:cNvGrpSpPr/>
        <p:nvPr/>
      </p:nvGrpSpPr>
      <p:grpSpPr>
        <a:xfrm>
          <a:off x="0" y="0"/>
          <a:ext cx="0" cy="0"/>
          <a:chOff x="0" y="0"/>
          <a:chExt cx="0" cy="0"/>
        </a:xfrm>
      </p:grpSpPr>
      <p:sp>
        <p:nvSpPr>
          <p:cNvPr id="8" name="云形标注 7"/>
          <p:cNvSpPr/>
          <p:nvPr userDrawn="1"/>
        </p:nvSpPr>
        <p:spPr>
          <a:xfrm>
            <a:off x="8868398" y="132726"/>
            <a:ext cx="2460413" cy="1360458"/>
          </a:xfrm>
          <a:prstGeom prst="cloudCallou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zh-CN" altLang="en-US" sz="6600" dirty="0" smtClean="0">
                <a:solidFill>
                  <a:srgbClr val="FF0000"/>
                </a:solidFill>
              </a:rPr>
              <a:t>   </a:t>
            </a:r>
            <a:r>
              <a:rPr lang="zh-CN" altLang="en-US" sz="8800" dirty="0" smtClean="0">
                <a:solidFill>
                  <a:srgbClr val="FF0000"/>
                </a:solidFill>
              </a:rPr>
              <a:t>？</a:t>
            </a:r>
            <a:endParaRPr lang="zh-CN" altLang="en-US" dirty="0">
              <a:solidFill>
                <a:srgbClr val="FF0000"/>
              </a:solidFill>
            </a:endParaRPr>
          </a:p>
        </p:txBody>
      </p:sp>
    </p:spTree>
    <p:extLst>
      <p:ext uri="{BB962C8B-B14F-4D97-AF65-F5344CB8AC3E}">
        <p14:creationId xmlns:p14="http://schemas.microsoft.com/office/powerpoint/2010/main" val="339271659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2" presetClass="entr" presetSubtype="0" fill="hold" grpId="1" nodeType="afterEffect">
                                  <p:stCondLst>
                                    <p:cond delay="0"/>
                                  </p:stCondLst>
                                  <p:childTnLst>
                                    <p:set>
                                      <p:cBhvr>
                                        <p:cTn id="6" dur="1" fill="hold">
                                          <p:stCondLst>
                                            <p:cond delay="0"/>
                                          </p:stCondLst>
                                        </p:cTn>
                                        <p:tgtEl>
                                          <p:spTgt spid="8"/>
                                        </p:tgtEl>
                                        <p:attrNameLst>
                                          <p:attrName>style.visibility</p:attrName>
                                        </p:attrNameLst>
                                      </p:cBhvr>
                                      <p:to>
                                        <p:strVal val="visible"/>
                                      </p:to>
                                    </p:set>
                                    <p:animScale>
                                      <p:cBhvr>
                                        <p:cTn id="7" dur="1000" decel="50000" fill="hold">
                                          <p:stCondLst>
                                            <p:cond delay="0"/>
                                          </p:stCondLst>
                                        </p:cTn>
                                        <p:tgtEl>
                                          <p:spTgt spid="8"/>
                                        </p:tgtEl>
                                      </p:cBhvr>
                                      <p:from x="250000" y="250000"/>
                                      <p:to x="100000" y="100000"/>
                                    </p:animScale>
                                    <p:animMotion origin="layout" path="M -0.46736 0.92887  C -0.37517 0.88508  -0.02552 0.75279  0.0908 0.66613  C  0.20747 0.57948  0.21649 0.50394  0.23177 0.40825  C 0.24705 0.31256  0.22118 0.15964   0.18264 0.09152  C 0.1441 0.02341  0.03802 0.0  0.0 0.0  " pathEditMode="relative" ptsTypes="">
                                      <p:cBhvr>
                                        <p:cTn id="8" dur="1000" decel="50000" fill="hold">
                                          <p:stCondLst>
                                            <p:cond delay="0"/>
                                          </p:stCondLst>
                                        </p:cTn>
                                        <p:tgtEl>
                                          <p:spTgt spid="8"/>
                                        </p:tgtEl>
                                        <p:attrNameLst>
                                          <p:attrName>ppt_x</p:attrName>
                                          <p:attrName>ppt_y</p:attrName>
                                        </p:attrNameLst>
                                      </p:cBhvr>
                                    </p:animMotion>
                                    <p:animEffect transition="in" filter="fade">
                                      <p:cBhvr>
                                        <p:cTn id="9" dur="10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1" animBg="1"/>
    </p:bld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3_标题幻灯片">
    <p:bg>
      <p:bgPr>
        <a:pattFill prst="pct5">
          <a:fgClr>
            <a:schemeClr val="bg2">
              <a:lumMod val="75000"/>
            </a:schemeClr>
          </a:fgClr>
          <a:bgClr>
            <a:schemeClr val="bg1"/>
          </a:bgClr>
        </a:patt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475108201"/>
      </p:ext>
    </p:extLst>
  </p:cSld>
  <p:clrMapOvr>
    <a:masterClrMapping/>
  </p:clrMapOvr>
  <p:transition>
    <p:fade/>
  </p:transition>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userDrawn="1">
  <p:cSld name="2_标题和内容">
    <p:spTree>
      <p:nvGrpSpPr>
        <p:cNvPr id="1" name=""/>
        <p:cNvGrpSpPr/>
        <p:nvPr/>
      </p:nvGrpSpPr>
      <p:grpSpPr>
        <a:xfrm>
          <a:off x="0" y="0"/>
          <a:ext cx="0" cy="0"/>
          <a:chOff x="0" y="0"/>
          <a:chExt cx="0" cy="0"/>
        </a:xfrm>
      </p:grpSpPr>
    </p:spTree>
    <p:extLst>
      <p:ext uri="{BB962C8B-B14F-4D97-AF65-F5344CB8AC3E}">
        <p14:creationId xmlns:p14="http://schemas.microsoft.com/office/powerpoint/2010/main" val="3752469556"/>
      </p:ext>
    </p:extLst>
  </p:cSld>
  <p:clrMapOvr>
    <a:masterClrMapping/>
  </p:clrMapOvr>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Tree>
    <p:extLst>
      <p:ext uri="{BB962C8B-B14F-4D97-AF65-F5344CB8AC3E}">
        <p14:creationId xmlns:p14="http://schemas.microsoft.com/office/powerpoint/2010/main" val="3841037021"/>
      </p:ext>
    </p:extLst>
  </p:cSld>
  <p:clrMapOvr>
    <a:masterClrMapping/>
  </p:clrMapOvr>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_自定义版式">
    <p:spTree>
      <p:nvGrpSpPr>
        <p:cNvPr id="1" name=""/>
        <p:cNvGrpSpPr/>
        <p:nvPr/>
      </p:nvGrpSpPr>
      <p:grpSpPr>
        <a:xfrm>
          <a:off x="0" y="0"/>
          <a:ext cx="0" cy="0"/>
          <a:chOff x="0" y="0"/>
          <a:chExt cx="0" cy="0"/>
        </a:xfrm>
      </p:grpSpPr>
    </p:spTree>
    <p:extLst>
      <p:ext uri="{BB962C8B-B14F-4D97-AF65-F5344CB8AC3E}">
        <p14:creationId xmlns:p14="http://schemas.microsoft.com/office/powerpoint/2010/main" val="171289420"/>
      </p:ext>
    </p:extLst>
  </p:cSld>
  <p:clrMapOvr>
    <a:masterClrMapping/>
  </p:clrMapOvr>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1_标题幻灯片">
    <p:bg>
      <p:bgPr>
        <a:gradFill>
          <a:gsLst>
            <a:gs pos="61000">
              <a:schemeClr val="bg2">
                <a:lumMod val="90000"/>
              </a:schemeClr>
            </a:gs>
            <a:gs pos="100000">
              <a:schemeClr val="bg2">
                <a:lumMod val="50000"/>
              </a:schemeClr>
            </a:gs>
            <a:gs pos="0">
              <a:schemeClr val="bg2">
                <a:lumMod val="50000"/>
              </a:schemeClr>
            </a:gs>
            <a:gs pos="40000">
              <a:schemeClr val="bg2">
                <a:lumMod val="90000"/>
              </a:schemeClr>
            </a:gs>
          </a:gsLst>
          <a:lin ang="5400000" scaled="1"/>
        </a:gradFill>
        <a:effectLst/>
      </p:bgPr>
    </p:bg>
    <p:spTree>
      <p:nvGrpSpPr>
        <p:cNvPr id="1" name=""/>
        <p:cNvGrpSpPr/>
        <p:nvPr/>
      </p:nvGrpSpPr>
      <p:grpSpPr>
        <a:xfrm>
          <a:off x="0" y="0"/>
          <a:ext cx="0" cy="0"/>
          <a:chOff x="0" y="0"/>
          <a:chExt cx="0" cy="0"/>
        </a:xfrm>
      </p:grpSpPr>
      <p:sp>
        <p:nvSpPr>
          <p:cNvPr id="2" name="矩形 1"/>
          <p:cNvSpPr/>
          <p:nvPr userDrawn="1"/>
        </p:nvSpPr>
        <p:spPr>
          <a:xfrm>
            <a:off x="801617" y="1129203"/>
            <a:ext cx="10071988" cy="3046988"/>
          </a:xfrm>
          <a:prstGeom prst="rect">
            <a:avLst/>
          </a:prstGeom>
          <a:noFill/>
        </p:spPr>
        <p:txBody>
          <a:bodyPr wrap="none" lIns="91440" tIns="45720" rIns="91440" bIns="45720">
            <a:spAutoFit/>
          </a:bodyPr>
          <a:lstStyle/>
          <a:p>
            <a:r>
              <a:rPr lang="zh-CN" altLang="en-US" sz="9600" dirty="0" smtClean="0">
                <a:solidFill>
                  <a:schemeClr val="accent2"/>
                </a:solidFill>
                <a:effectLst>
                  <a:outerShdw dist="50800" dir="5400000" algn="ctr" rotWithShape="0">
                    <a:srgbClr val="000000">
                      <a:alpha val="60000"/>
                    </a:srgbClr>
                  </a:outerShdw>
                </a:effectLst>
                <a:latin typeface="隶书" panose="02010509060101010101" pitchFamily="49" charset="-122"/>
                <a:ea typeface="隶书" panose="02010509060101010101" pitchFamily="49" charset="-122"/>
              </a:rPr>
              <a:t>十年寒窗磨利剑，</a:t>
            </a:r>
            <a:endParaRPr lang="en-US" altLang="zh-CN" sz="9600" dirty="0" smtClean="0">
              <a:solidFill>
                <a:schemeClr val="accent2"/>
              </a:solidFill>
              <a:effectLst>
                <a:outerShdw dist="50800" dir="5400000" algn="ctr" rotWithShape="0">
                  <a:srgbClr val="000000">
                    <a:alpha val="60000"/>
                  </a:srgbClr>
                </a:outerShdw>
              </a:effectLst>
              <a:latin typeface="隶书" panose="02010509060101010101" pitchFamily="49" charset="-122"/>
              <a:ea typeface="隶书" panose="02010509060101010101" pitchFamily="49" charset="-122"/>
            </a:endParaRPr>
          </a:p>
          <a:p>
            <a:r>
              <a:rPr lang="zh-CN" altLang="en-US" sz="9600" dirty="0" smtClean="0">
                <a:solidFill>
                  <a:schemeClr val="accent2"/>
                </a:solidFill>
                <a:effectLst>
                  <a:outerShdw dist="50800" dir="5400000" algn="ctr" rotWithShape="0">
                    <a:srgbClr val="000000">
                      <a:alpha val="60000"/>
                    </a:srgbClr>
                  </a:outerShdw>
                </a:effectLst>
                <a:latin typeface="隶书" panose="02010509060101010101" pitchFamily="49" charset="-122"/>
                <a:ea typeface="隶书" panose="02010509060101010101" pitchFamily="49" charset="-122"/>
              </a:rPr>
              <a:t>一朝折桂展宏图！</a:t>
            </a:r>
            <a:endParaRPr lang="en-US" altLang="zh-CN" sz="9600" dirty="0" smtClean="0">
              <a:solidFill>
                <a:schemeClr val="accent2"/>
              </a:solidFill>
              <a:effectLst>
                <a:outerShdw dist="50800" dir="5400000" algn="ctr" rotWithShape="0">
                  <a:srgbClr val="000000">
                    <a:alpha val="60000"/>
                  </a:srgbClr>
                </a:outerShdw>
              </a:effectLst>
              <a:latin typeface="隶书" panose="02010509060101010101" pitchFamily="49" charset="-122"/>
              <a:ea typeface="隶书" panose="02010509060101010101" pitchFamily="49" charset="-122"/>
            </a:endParaRPr>
          </a:p>
        </p:txBody>
      </p:sp>
    </p:spTree>
    <p:extLst>
      <p:ext uri="{BB962C8B-B14F-4D97-AF65-F5344CB8AC3E}">
        <p14:creationId xmlns:p14="http://schemas.microsoft.com/office/powerpoint/2010/main" val="3426079027"/>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16"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500" fill="hold"/>
                                        <p:tgtEl>
                                          <p:spTgt spid="2"/>
                                        </p:tgtEl>
                                        <p:attrNameLst>
                                          <p:attrName>ppt_w</p:attrName>
                                        </p:attrNameLst>
                                      </p:cBhvr>
                                      <p:tavLst>
                                        <p:tav tm="0">
                                          <p:val>
                                            <p:fltVal val="0"/>
                                          </p:val>
                                        </p:tav>
                                        <p:tav tm="100000">
                                          <p:val>
                                            <p:strVal val="#ppt_w"/>
                                          </p:val>
                                        </p:tav>
                                      </p:tavLst>
                                    </p:anim>
                                    <p:anim calcmode="lin" valueType="num">
                                      <p:cBhvr>
                                        <p:cTn id="8" dur="500" fill="hold"/>
                                        <p:tgtEl>
                                          <p:spTgt spid="2"/>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audio" Target="../media/audio1.wav"/><Relationship Id="rId5" Type="http://schemas.openxmlformats.org/officeDocument/2006/relationships/slideLayout" Target="../slideLayouts/slideLayout5.xml"/><Relationship Id="rId10" Type="http://schemas.openxmlformats.org/officeDocument/2006/relationships/slide" Target="../slides/slide4.xml"/><Relationship Id="rId4" Type="http://schemas.openxmlformats.org/officeDocument/2006/relationships/slideLayout" Target="../slideLayouts/slideLayout4.xml"/><Relationship Id="rId9"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grpSp>
        <p:nvGrpSpPr>
          <p:cNvPr id="4" name="组合 3"/>
          <p:cNvGrpSpPr/>
          <p:nvPr userDrawn="1"/>
        </p:nvGrpSpPr>
        <p:grpSpPr>
          <a:xfrm>
            <a:off x="-1" y="36116"/>
            <a:ext cx="11522075" cy="611683"/>
            <a:chOff x="-1" y="36116"/>
            <a:chExt cx="11522075" cy="611683"/>
          </a:xfrm>
        </p:grpSpPr>
        <p:sp>
          <p:nvSpPr>
            <p:cNvPr id="7" name="矩形 6"/>
            <p:cNvSpPr/>
            <p:nvPr userDrawn="1"/>
          </p:nvSpPr>
          <p:spPr>
            <a:xfrm>
              <a:off x="-1" y="359767"/>
              <a:ext cx="11522075" cy="288032"/>
            </a:xfrm>
            <a:prstGeom prst="rect">
              <a:avLst/>
            </a:prstGeom>
            <a:gradFill flip="none" rotWithShape="1">
              <a:gsLst>
                <a:gs pos="65000">
                  <a:schemeClr val="bg2">
                    <a:lumMod val="90000"/>
                  </a:schemeClr>
                </a:gs>
                <a:gs pos="38000">
                  <a:schemeClr val="bg2">
                    <a:lumMod val="75000"/>
                  </a:schemeClr>
                </a:gs>
                <a:gs pos="1000">
                  <a:srgbClr val="0070C0"/>
                </a:gs>
                <a:gs pos="100000">
                  <a:schemeClr val="bg1"/>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8" name="图片 7"/>
            <p:cNvPicPr>
              <a:picLocks noChangeAspect="1"/>
            </p:cNvPicPr>
            <p:nvPr userDrawn="1"/>
          </p:nvPicPr>
          <p:blipFill>
            <a:blip r:embed="rId9">
              <a:extLst>
                <a:ext uri="{28A0092B-C50C-407E-A947-70E740481C1C}">
                  <a14:useLocalDpi xmlns:a14="http://schemas.microsoft.com/office/drawing/2010/main" val="0"/>
                </a:ext>
              </a:extLst>
            </a:blip>
            <a:stretch>
              <a:fillRect/>
            </a:stretch>
          </p:blipFill>
          <p:spPr>
            <a:xfrm>
              <a:off x="288429" y="36116"/>
              <a:ext cx="576064" cy="576064"/>
            </a:xfrm>
            <a:prstGeom prst="rect">
              <a:avLst/>
            </a:prstGeom>
          </p:spPr>
        </p:pic>
      </p:grpSp>
      <p:sp>
        <p:nvSpPr>
          <p:cNvPr id="9" name="矩形 8"/>
          <p:cNvSpPr/>
          <p:nvPr userDrawn="1"/>
        </p:nvSpPr>
        <p:spPr>
          <a:xfrm>
            <a:off x="-9728" y="6404527"/>
            <a:ext cx="11522074" cy="72008"/>
          </a:xfrm>
          <a:prstGeom prst="rect">
            <a:avLst/>
          </a:prstGeom>
          <a:solidFill>
            <a:schemeClr val="bg2">
              <a:lumMod val="50000"/>
            </a:schemeClr>
          </a:solidFill>
          <a:ln>
            <a:solidFill>
              <a:schemeClr val="bg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n>
                <a:solidFill>
                  <a:schemeClr val="bg2">
                    <a:lumMod val="50000"/>
                  </a:schemeClr>
                </a:solidFill>
              </a:ln>
              <a:solidFill>
                <a:schemeClr val="bg2">
                  <a:lumMod val="50000"/>
                </a:schemeClr>
              </a:solidFill>
            </a:endParaRPr>
          </a:p>
        </p:txBody>
      </p:sp>
      <p:sp>
        <p:nvSpPr>
          <p:cNvPr id="10" name="云形标注 9">
            <a:hlinkClick r:id="rId10" action="ppaction://hlinksldjump">
              <a:snd r:embed="rId11" name="camera.wav"/>
            </a:hlinkClick>
          </p:cNvPr>
          <p:cNvSpPr/>
          <p:nvPr userDrawn="1"/>
        </p:nvSpPr>
        <p:spPr>
          <a:xfrm>
            <a:off x="10441557" y="42551"/>
            <a:ext cx="864096" cy="432048"/>
          </a:xfrm>
          <a:prstGeom prst="cloudCallou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zh-CN" altLang="en-US" dirty="0" smtClean="0"/>
              <a:t>  </a:t>
            </a:r>
            <a:r>
              <a:rPr lang="zh-CN" altLang="en-US" dirty="0" smtClean="0">
                <a:solidFill>
                  <a:srgbClr val="FF0000"/>
                </a:solidFill>
              </a:rPr>
              <a:t>？</a:t>
            </a:r>
            <a:endParaRPr lang="zh-CN" altLang="en-US" dirty="0">
              <a:solidFill>
                <a:srgbClr val="FF0000"/>
              </a:solidFill>
            </a:endParaRPr>
          </a:p>
        </p:txBody>
      </p:sp>
    </p:spTree>
    <p:extLst>
      <p:ext uri="{BB962C8B-B14F-4D97-AF65-F5344CB8AC3E}">
        <p14:creationId xmlns:p14="http://schemas.microsoft.com/office/powerpoint/2010/main" val="1345586147"/>
      </p:ext>
    </p:extLst>
  </p:cSld>
  <p:clrMap bg1="lt1" tx1="dk1" bg2="lt2" tx2="dk2" accent1="accent1" accent2="accent2" accent3="accent3" accent4="accent4" accent5="accent5" accent6="accent6" hlink="hlink" folHlink="folHlink"/>
  <p:sldLayoutIdLst>
    <p:sldLayoutId id="2147483661" r:id="rId1"/>
    <p:sldLayoutId id="2147483695" r:id="rId2"/>
    <p:sldLayoutId id="2147483697" r:id="rId3"/>
    <p:sldLayoutId id="2147483690" r:id="rId4"/>
    <p:sldLayoutId id="2147483691" r:id="rId5"/>
    <p:sldLayoutId id="2147483692" r:id="rId6"/>
    <p:sldLayoutId id="2147483694" r:id="rId7"/>
  </p:sldLayoutIdLst>
  <p:timing>
    <p:tnLst>
      <p:par>
        <p:cTn id="1" dur="indefinite" restart="never" nodeType="tmRoot"/>
      </p:par>
    </p:tnLst>
  </p:timing>
  <p:txStyles>
    <p:titleStyle>
      <a:lvl1pPr algn="ctr" rtl="0" eaLnBrk="1" fontAlgn="base" hangingPunct="1">
        <a:spcBef>
          <a:spcPct val="0"/>
        </a:spcBef>
        <a:spcAft>
          <a:spcPct val="0"/>
        </a:spcAft>
        <a:defRPr sz="4158" kern="1200">
          <a:solidFill>
            <a:schemeClr val="tx1"/>
          </a:solidFill>
          <a:latin typeface="+mj-lt"/>
          <a:ea typeface="+mj-ea"/>
          <a:cs typeface="+mj-cs"/>
        </a:defRPr>
      </a:lvl1pPr>
      <a:lvl2pPr algn="ctr" rtl="0" eaLnBrk="1" fontAlgn="base" hangingPunct="1">
        <a:spcBef>
          <a:spcPct val="0"/>
        </a:spcBef>
        <a:spcAft>
          <a:spcPct val="0"/>
        </a:spcAft>
        <a:defRPr sz="4158">
          <a:solidFill>
            <a:schemeClr val="tx1"/>
          </a:solidFill>
          <a:latin typeface="Arial" charset="0"/>
          <a:ea typeface="黑体" pitchFamily="2" charset="-122"/>
        </a:defRPr>
      </a:lvl2pPr>
      <a:lvl3pPr algn="ctr" rtl="0" eaLnBrk="1" fontAlgn="base" hangingPunct="1">
        <a:spcBef>
          <a:spcPct val="0"/>
        </a:spcBef>
        <a:spcAft>
          <a:spcPct val="0"/>
        </a:spcAft>
        <a:defRPr sz="4158">
          <a:solidFill>
            <a:schemeClr val="tx1"/>
          </a:solidFill>
          <a:latin typeface="Arial" charset="0"/>
          <a:ea typeface="黑体" pitchFamily="2" charset="-122"/>
        </a:defRPr>
      </a:lvl3pPr>
      <a:lvl4pPr algn="ctr" rtl="0" eaLnBrk="1" fontAlgn="base" hangingPunct="1">
        <a:spcBef>
          <a:spcPct val="0"/>
        </a:spcBef>
        <a:spcAft>
          <a:spcPct val="0"/>
        </a:spcAft>
        <a:defRPr sz="4158">
          <a:solidFill>
            <a:schemeClr val="tx1"/>
          </a:solidFill>
          <a:latin typeface="Arial" charset="0"/>
          <a:ea typeface="黑体" pitchFamily="2" charset="-122"/>
        </a:defRPr>
      </a:lvl4pPr>
      <a:lvl5pPr algn="ctr" rtl="0" eaLnBrk="1" fontAlgn="base" hangingPunct="1">
        <a:spcBef>
          <a:spcPct val="0"/>
        </a:spcBef>
        <a:spcAft>
          <a:spcPct val="0"/>
        </a:spcAft>
        <a:defRPr sz="4158">
          <a:solidFill>
            <a:schemeClr val="tx1"/>
          </a:solidFill>
          <a:latin typeface="Arial" charset="0"/>
          <a:ea typeface="黑体" pitchFamily="2" charset="-122"/>
        </a:defRPr>
      </a:lvl5pPr>
      <a:lvl6pPr marL="432008" algn="ctr" rtl="0" eaLnBrk="1" fontAlgn="base" hangingPunct="1">
        <a:spcBef>
          <a:spcPct val="0"/>
        </a:spcBef>
        <a:spcAft>
          <a:spcPct val="0"/>
        </a:spcAft>
        <a:defRPr sz="4158">
          <a:solidFill>
            <a:schemeClr val="tx1"/>
          </a:solidFill>
          <a:latin typeface="Arial" charset="0"/>
          <a:ea typeface="黑体" pitchFamily="2" charset="-122"/>
        </a:defRPr>
      </a:lvl6pPr>
      <a:lvl7pPr marL="864017" algn="ctr" rtl="0" eaLnBrk="1" fontAlgn="base" hangingPunct="1">
        <a:spcBef>
          <a:spcPct val="0"/>
        </a:spcBef>
        <a:spcAft>
          <a:spcPct val="0"/>
        </a:spcAft>
        <a:defRPr sz="4158">
          <a:solidFill>
            <a:schemeClr val="tx1"/>
          </a:solidFill>
          <a:latin typeface="Arial" charset="0"/>
          <a:ea typeface="黑体" pitchFamily="2" charset="-122"/>
        </a:defRPr>
      </a:lvl7pPr>
      <a:lvl8pPr marL="1296025" algn="ctr" rtl="0" eaLnBrk="1" fontAlgn="base" hangingPunct="1">
        <a:spcBef>
          <a:spcPct val="0"/>
        </a:spcBef>
        <a:spcAft>
          <a:spcPct val="0"/>
        </a:spcAft>
        <a:defRPr sz="4158">
          <a:solidFill>
            <a:schemeClr val="tx1"/>
          </a:solidFill>
          <a:latin typeface="Arial" charset="0"/>
          <a:ea typeface="黑体" pitchFamily="2" charset="-122"/>
        </a:defRPr>
      </a:lvl8pPr>
      <a:lvl9pPr marL="1728033" algn="ctr" rtl="0" eaLnBrk="1" fontAlgn="base" hangingPunct="1">
        <a:spcBef>
          <a:spcPct val="0"/>
        </a:spcBef>
        <a:spcAft>
          <a:spcPct val="0"/>
        </a:spcAft>
        <a:defRPr sz="4158">
          <a:solidFill>
            <a:schemeClr val="tx1"/>
          </a:solidFill>
          <a:latin typeface="Arial" charset="0"/>
          <a:ea typeface="黑体" pitchFamily="2" charset="-122"/>
        </a:defRPr>
      </a:lvl9pPr>
    </p:titleStyle>
    <p:bodyStyle>
      <a:lvl1pPr marL="324006" indent="-324006" algn="l" rtl="0" eaLnBrk="1" fontAlgn="base" hangingPunct="1">
        <a:spcBef>
          <a:spcPct val="20000"/>
        </a:spcBef>
        <a:spcAft>
          <a:spcPct val="0"/>
        </a:spcAft>
        <a:buFont typeface="Arial" charset="0"/>
        <a:buChar char="•"/>
        <a:defRPr sz="3024" kern="1200">
          <a:solidFill>
            <a:schemeClr val="tx1"/>
          </a:solidFill>
          <a:latin typeface="+mn-lt"/>
          <a:ea typeface="+mn-ea"/>
          <a:cs typeface="+mn-cs"/>
        </a:defRPr>
      </a:lvl1pPr>
      <a:lvl2pPr marL="702013" indent="-270005" algn="l" rtl="0" eaLnBrk="1" fontAlgn="base" hangingPunct="1">
        <a:spcBef>
          <a:spcPct val="20000"/>
        </a:spcBef>
        <a:spcAft>
          <a:spcPct val="0"/>
        </a:spcAft>
        <a:buFont typeface="Arial" charset="0"/>
        <a:buChar char="–"/>
        <a:defRPr sz="2646" kern="1200">
          <a:solidFill>
            <a:schemeClr val="tx1"/>
          </a:solidFill>
          <a:latin typeface="+mn-lt"/>
          <a:ea typeface="+mn-ea"/>
          <a:cs typeface="+mn-cs"/>
        </a:defRPr>
      </a:lvl2pPr>
      <a:lvl3pPr marL="1080021" indent="-216004" algn="l" rtl="0" eaLnBrk="1" fontAlgn="base" hangingPunct="1">
        <a:spcBef>
          <a:spcPct val="20000"/>
        </a:spcBef>
        <a:spcAft>
          <a:spcPct val="0"/>
        </a:spcAft>
        <a:buFont typeface="Arial" charset="0"/>
        <a:buChar char="•"/>
        <a:defRPr sz="2268" kern="1200">
          <a:solidFill>
            <a:schemeClr val="tx1"/>
          </a:solidFill>
          <a:latin typeface="+mn-lt"/>
          <a:ea typeface="+mn-ea"/>
          <a:cs typeface="+mn-cs"/>
        </a:defRPr>
      </a:lvl3pPr>
      <a:lvl4pPr marL="1512029" indent="-216004" algn="l" rtl="0" eaLnBrk="1" fontAlgn="base" hangingPunct="1">
        <a:spcBef>
          <a:spcPct val="20000"/>
        </a:spcBef>
        <a:spcAft>
          <a:spcPct val="0"/>
        </a:spcAft>
        <a:buFont typeface="Arial" charset="0"/>
        <a:buChar char="–"/>
        <a:defRPr sz="1890" kern="1200">
          <a:solidFill>
            <a:schemeClr val="tx1"/>
          </a:solidFill>
          <a:latin typeface="+mn-lt"/>
          <a:ea typeface="+mn-ea"/>
          <a:cs typeface="+mn-cs"/>
        </a:defRPr>
      </a:lvl4pPr>
      <a:lvl5pPr marL="1944037" indent="-216004" algn="l" rtl="0" eaLnBrk="1" fontAlgn="base" hangingPunct="1">
        <a:spcBef>
          <a:spcPct val="20000"/>
        </a:spcBef>
        <a:spcAft>
          <a:spcPct val="0"/>
        </a:spcAft>
        <a:buFont typeface="Arial" charset="0"/>
        <a:buChar char="»"/>
        <a:defRPr sz="1890" kern="1200">
          <a:solidFill>
            <a:schemeClr val="tx1"/>
          </a:solidFill>
          <a:latin typeface="+mn-lt"/>
          <a:ea typeface="+mn-ea"/>
          <a:cs typeface="+mn-cs"/>
        </a:defRPr>
      </a:lvl5pPr>
      <a:lvl6pPr marL="2376046" indent="-216004" algn="l" defTabSz="864017" rtl="0" eaLnBrk="1" latinLnBrk="0" hangingPunct="1">
        <a:spcBef>
          <a:spcPct val="20000"/>
        </a:spcBef>
        <a:buFont typeface="Arial" pitchFamily="34" charset="0"/>
        <a:buChar char="•"/>
        <a:defRPr sz="1890" kern="1200">
          <a:solidFill>
            <a:schemeClr val="tx1"/>
          </a:solidFill>
          <a:latin typeface="+mn-lt"/>
          <a:ea typeface="+mn-ea"/>
          <a:cs typeface="+mn-cs"/>
        </a:defRPr>
      </a:lvl6pPr>
      <a:lvl7pPr marL="2808054" indent="-216004" algn="l" defTabSz="864017" rtl="0" eaLnBrk="1" latinLnBrk="0" hangingPunct="1">
        <a:spcBef>
          <a:spcPct val="20000"/>
        </a:spcBef>
        <a:buFont typeface="Arial" pitchFamily="34" charset="0"/>
        <a:buChar char="•"/>
        <a:defRPr sz="1890" kern="1200">
          <a:solidFill>
            <a:schemeClr val="tx1"/>
          </a:solidFill>
          <a:latin typeface="+mn-lt"/>
          <a:ea typeface="+mn-ea"/>
          <a:cs typeface="+mn-cs"/>
        </a:defRPr>
      </a:lvl7pPr>
      <a:lvl8pPr marL="3240062" indent="-216004" algn="l" defTabSz="864017" rtl="0" eaLnBrk="1" latinLnBrk="0" hangingPunct="1">
        <a:spcBef>
          <a:spcPct val="20000"/>
        </a:spcBef>
        <a:buFont typeface="Arial" pitchFamily="34" charset="0"/>
        <a:buChar char="•"/>
        <a:defRPr sz="1890" kern="1200">
          <a:solidFill>
            <a:schemeClr val="tx1"/>
          </a:solidFill>
          <a:latin typeface="+mn-lt"/>
          <a:ea typeface="+mn-ea"/>
          <a:cs typeface="+mn-cs"/>
        </a:defRPr>
      </a:lvl8pPr>
      <a:lvl9pPr marL="3672070" indent="-216004" algn="l" defTabSz="864017" rtl="0" eaLnBrk="1" latinLnBrk="0" hangingPunct="1">
        <a:spcBef>
          <a:spcPct val="20000"/>
        </a:spcBef>
        <a:buFont typeface="Arial" pitchFamily="34" charset="0"/>
        <a:buChar char="•"/>
        <a:defRPr sz="1890" kern="1200">
          <a:solidFill>
            <a:schemeClr val="tx1"/>
          </a:solidFill>
          <a:latin typeface="+mn-lt"/>
          <a:ea typeface="+mn-ea"/>
          <a:cs typeface="+mn-cs"/>
        </a:defRPr>
      </a:lvl9pPr>
    </p:bodyStyle>
    <p:otherStyle>
      <a:defPPr>
        <a:defRPr lang="zh-CN"/>
      </a:defPPr>
      <a:lvl1pPr marL="0" algn="l" defTabSz="864017" rtl="0" eaLnBrk="1" latinLnBrk="0" hangingPunct="1">
        <a:defRPr sz="1701" kern="1200">
          <a:solidFill>
            <a:schemeClr val="tx1"/>
          </a:solidFill>
          <a:latin typeface="+mn-lt"/>
          <a:ea typeface="+mn-ea"/>
          <a:cs typeface="+mn-cs"/>
        </a:defRPr>
      </a:lvl1pPr>
      <a:lvl2pPr marL="432008" algn="l" defTabSz="864017" rtl="0" eaLnBrk="1" latinLnBrk="0" hangingPunct="1">
        <a:defRPr sz="1701" kern="1200">
          <a:solidFill>
            <a:schemeClr val="tx1"/>
          </a:solidFill>
          <a:latin typeface="+mn-lt"/>
          <a:ea typeface="+mn-ea"/>
          <a:cs typeface="+mn-cs"/>
        </a:defRPr>
      </a:lvl2pPr>
      <a:lvl3pPr marL="864017" algn="l" defTabSz="864017" rtl="0" eaLnBrk="1" latinLnBrk="0" hangingPunct="1">
        <a:defRPr sz="1701" kern="1200">
          <a:solidFill>
            <a:schemeClr val="tx1"/>
          </a:solidFill>
          <a:latin typeface="+mn-lt"/>
          <a:ea typeface="+mn-ea"/>
          <a:cs typeface="+mn-cs"/>
        </a:defRPr>
      </a:lvl3pPr>
      <a:lvl4pPr marL="1296025" algn="l" defTabSz="864017" rtl="0" eaLnBrk="1" latinLnBrk="0" hangingPunct="1">
        <a:defRPr sz="1701" kern="1200">
          <a:solidFill>
            <a:schemeClr val="tx1"/>
          </a:solidFill>
          <a:latin typeface="+mn-lt"/>
          <a:ea typeface="+mn-ea"/>
          <a:cs typeface="+mn-cs"/>
        </a:defRPr>
      </a:lvl4pPr>
      <a:lvl5pPr marL="1728033" algn="l" defTabSz="864017" rtl="0" eaLnBrk="1" latinLnBrk="0" hangingPunct="1">
        <a:defRPr sz="1701" kern="1200">
          <a:solidFill>
            <a:schemeClr val="tx1"/>
          </a:solidFill>
          <a:latin typeface="+mn-lt"/>
          <a:ea typeface="+mn-ea"/>
          <a:cs typeface="+mn-cs"/>
        </a:defRPr>
      </a:lvl5pPr>
      <a:lvl6pPr marL="2160041" algn="l" defTabSz="864017" rtl="0" eaLnBrk="1" latinLnBrk="0" hangingPunct="1">
        <a:defRPr sz="1701" kern="1200">
          <a:solidFill>
            <a:schemeClr val="tx1"/>
          </a:solidFill>
          <a:latin typeface="+mn-lt"/>
          <a:ea typeface="+mn-ea"/>
          <a:cs typeface="+mn-cs"/>
        </a:defRPr>
      </a:lvl6pPr>
      <a:lvl7pPr marL="2592050" algn="l" defTabSz="864017" rtl="0" eaLnBrk="1" latinLnBrk="0" hangingPunct="1">
        <a:defRPr sz="1701" kern="1200">
          <a:solidFill>
            <a:schemeClr val="tx1"/>
          </a:solidFill>
          <a:latin typeface="+mn-lt"/>
          <a:ea typeface="+mn-ea"/>
          <a:cs typeface="+mn-cs"/>
        </a:defRPr>
      </a:lvl7pPr>
      <a:lvl8pPr marL="3024058" algn="l" defTabSz="864017" rtl="0" eaLnBrk="1" latinLnBrk="0" hangingPunct="1">
        <a:defRPr sz="1701" kern="1200">
          <a:solidFill>
            <a:schemeClr val="tx1"/>
          </a:solidFill>
          <a:latin typeface="+mn-lt"/>
          <a:ea typeface="+mn-ea"/>
          <a:cs typeface="+mn-cs"/>
        </a:defRPr>
      </a:lvl8pPr>
      <a:lvl9pPr marL="3456066" algn="l" defTabSz="864017" rtl="0" eaLnBrk="1" latinLnBrk="0" hangingPunct="1">
        <a:defRPr sz="1701"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3" Type="http://schemas.openxmlformats.org/officeDocument/2006/relationships/audio" Target="../media/audio2.wav"/><Relationship Id="rId2" Type="http://schemas.openxmlformats.org/officeDocument/2006/relationships/slide" Target="slide5.xml"/><Relationship Id="rId1" Type="http://schemas.openxmlformats.org/officeDocument/2006/relationships/slideLayout" Target="../slideLayouts/slideLayout3.xml"/><Relationship Id="rId6" Type="http://schemas.openxmlformats.org/officeDocument/2006/relationships/slide" Target="slide35.xml"/><Relationship Id="rId5" Type="http://schemas.openxmlformats.org/officeDocument/2006/relationships/slide" Target="slide30.xml"/><Relationship Id="rId4" Type="http://schemas.openxmlformats.org/officeDocument/2006/relationships/slide" Target="slide1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8" Type="http://schemas.openxmlformats.org/officeDocument/2006/relationships/image" Target="../media/image4.emf"/><Relationship Id="rId3" Type="http://schemas.openxmlformats.org/officeDocument/2006/relationships/oleObject" Target="../embeddings/oleObject1.bin"/><Relationship Id="rId7" Type="http://schemas.openxmlformats.org/officeDocument/2006/relationships/package" Target="../embeddings/Microsoft_Word___2.docx"/><Relationship Id="rId2" Type="http://schemas.openxmlformats.org/officeDocument/2006/relationships/slideLayout" Target="../slideLayouts/slideLayout5.xml"/><Relationship Id="rId1" Type="http://schemas.openxmlformats.org/officeDocument/2006/relationships/vmlDrawing" Target="../drawings/vmlDrawing1.vml"/><Relationship Id="rId6" Type="http://schemas.openxmlformats.org/officeDocument/2006/relationships/oleObject" Target="../embeddings/oleObject2.bin"/><Relationship Id="rId5" Type="http://schemas.openxmlformats.org/officeDocument/2006/relationships/image" Target="../media/image3.emf"/><Relationship Id="rId4" Type="http://schemas.openxmlformats.org/officeDocument/2006/relationships/package" Target="../embeddings/Microsoft_Word___1.docx"/></Relationships>
</file>

<file path=ppt/slides/_rels/slide7.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Layout" Target="../slideLayouts/slideLayout5.xml"/><Relationship Id="rId1" Type="http://schemas.openxmlformats.org/officeDocument/2006/relationships/vmlDrawing" Target="../drawings/vmlDrawing2.vml"/><Relationship Id="rId5" Type="http://schemas.openxmlformats.org/officeDocument/2006/relationships/image" Target="../media/image5.emf"/><Relationship Id="rId4" Type="http://schemas.openxmlformats.org/officeDocument/2006/relationships/package" Target="../embeddings/Microsoft_Word___3.docx"/></Relationships>
</file>

<file path=ppt/slides/_rels/slide8.xml.rels><?xml version="1.0" encoding="UTF-8" standalone="yes"?>
<Relationships xmlns="http://schemas.openxmlformats.org/package/2006/relationships"><Relationship Id="rId8" Type="http://schemas.openxmlformats.org/officeDocument/2006/relationships/image" Target="../media/image7.emf"/><Relationship Id="rId3" Type="http://schemas.openxmlformats.org/officeDocument/2006/relationships/oleObject" Target="../embeddings/oleObject4.bin"/><Relationship Id="rId7" Type="http://schemas.openxmlformats.org/officeDocument/2006/relationships/package" Target="../embeddings/Microsoft_Word___5.docx"/><Relationship Id="rId2" Type="http://schemas.openxmlformats.org/officeDocument/2006/relationships/slideLayout" Target="../slideLayouts/slideLayout5.xml"/><Relationship Id="rId1" Type="http://schemas.openxmlformats.org/officeDocument/2006/relationships/vmlDrawing" Target="../drawings/vmlDrawing3.vml"/><Relationship Id="rId6" Type="http://schemas.openxmlformats.org/officeDocument/2006/relationships/oleObject" Target="../embeddings/oleObject5.bin"/><Relationship Id="rId5" Type="http://schemas.openxmlformats.org/officeDocument/2006/relationships/image" Target="../media/image6.emf"/><Relationship Id="rId4" Type="http://schemas.openxmlformats.org/officeDocument/2006/relationships/package" Target="../embeddings/Microsoft_Word___4.docx"/></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3" Type="http://schemas.openxmlformats.org/officeDocument/2006/relationships/oleObject" Target="../embeddings/oleObject6.bin"/><Relationship Id="rId2" Type="http://schemas.openxmlformats.org/officeDocument/2006/relationships/slideLayout" Target="../slideLayouts/slideLayout5.xml"/><Relationship Id="rId1" Type="http://schemas.openxmlformats.org/officeDocument/2006/relationships/vmlDrawing" Target="../drawings/vmlDrawing4.vml"/><Relationship Id="rId5" Type="http://schemas.openxmlformats.org/officeDocument/2006/relationships/image" Target="../media/image8.emf"/><Relationship Id="rId4" Type="http://schemas.openxmlformats.org/officeDocument/2006/relationships/package" Target="../embeddings/Microsoft_Word___6.docx"/></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3" Type="http://schemas.openxmlformats.org/officeDocument/2006/relationships/oleObject" Target="../embeddings/oleObject7.bin"/><Relationship Id="rId2" Type="http://schemas.openxmlformats.org/officeDocument/2006/relationships/slideLayout" Target="../slideLayouts/slideLayout4.xml"/><Relationship Id="rId1" Type="http://schemas.openxmlformats.org/officeDocument/2006/relationships/vmlDrawing" Target="../drawings/vmlDrawing5.vml"/><Relationship Id="rId5" Type="http://schemas.openxmlformats.org/officeDocument/2006/relationships/image" Target="../media/image9.emf"/><Relationship Id="rId4" Type="http://schemas.openxmlformats.org/officeDocument/2006/relationships/package" Target="../embeddings/Microsoft_Word___7.docx"/></Relationships>
</file>

<file path=ppt/slides/_rels/slide16.xml.rels><?xml version="1.0" encoding="UTF-8" standalone="yes"?>
<Relationships xmlns="http://schemas.openxmlformats.org/package/2006/relationships"><Relationship Id="rId3" Type="http://schemas.openxmlformats.org/officeDocument/2006/relationships/oleObject" Target="../embeddings/oleObject8.bin"/><Relationship Id="rId2" Type="http://schemas.openxmlformats.org/officeDocument/2006/relationships/slideLayout" Target="../slideLayouts/slideLayout4.xml"/><Relationship Id="rId1" Type="http://schemas.openxmlformats.org/officeDocument/2006/relationships/vmlDrawing" Target="../drawings/vmlDrawing6.vml"/><Relationship Id="rId5" Type="http://schemas.openxmlformats.org/officeDocument/2006/relationships/image" Target="../media/image10.emf"/><Relationship Id="rId4" Type="http://schemas.openxmlformats.org/officeDocument/2006/relationships/package" Target="../embeddings/Microsoft_Word___8.docx"/></Relationships>
</file>

<file path=ppt/slides/_rels/slide17.xml.rels><?xml version="1.0" encoding="UTF-8" standalone="yes"?>
<Relationships xmlns="http://schemas.openxmlformats.org/package/2006/relationships"><Relationship Id="rId3" Type="http://schemas.openxmlformats.org/officeDocument/2006/relationships/oleObject" Target="../embeddings/oleObject9.bin"/><Relationship Id="rId2" Type="http://schemas.openxmlformats.org/officeDocument/2006/relationships/slideLayout" Target="../slideLayouts/slideLayout4.xml"/><Relationship Id="rId1" Type="http://schemas.openxmlformats.org/officeDocument/2006/relationships/vmlDrawing" Target="../drawings/vmlDrawing7.vml"/><Relationship Id="rId5" Type="http://schemas.openxmlformats.org/officeDocument/2006/relationships/image" Target="../media/image11.emf"/><Relationship Id="rId4" Type="http://schemas.openxmlformats.org/officeDocument/2006/relationships/package" Target="../embeddings/Microsoft_Word___9.docx"/></Relationships>
</file>

<file path=ppt/slides/_rels/slide18.xml.rels><?xml version="1.0" encoding="UTF-8" standalone="yes"?>
<Relationships xmlns="http://schemas.openxmlformats.org/package/2006/relationships"><Relationship Id="rId8" Type="http://schemas.openxmlformats.org/officeDocument/2006/relationships/package" Target="../embeddings/Microsoft_Word___11.docx"/><Relationship Id="rId3" Type="http://schemas.openxmlformats.org/officeDocument/2006/relationships/image" Target="../media/image14.jpeg"/><Relationship Id="rId7" Type="http://schemas.openxmlformats.org/officeDocument/2006/relationships/oleObject" Target="../embeddings/oleObject11.bin"/><Relationship Id="rId2" Type="http://schemas.openxmlformats.org/officeDocument/2006/relationships/slideLayout" Target="../slideLayouts/slideLayout4.xml"/><Relationship Id="rId1" Type="http://schemas.openxmlformats.org/officeDocument/2006/relationships/vmlDrawing" Target="../drawings/vmlDrawing8.vml"/><Relationship Id="rId6" Type="http://schemas.openxmlformats.org/officeDocument/2006/relationships/image" Target="../media/image12.emf"/><Relationship Id="rId5" Type="http://schemas.openxmlformats.org/officeDocument/2006/relationships/package" Target="../embeddings/Microsoft_Word___10.docx"/><Relationship Id="rId4" Type="http://schemas.openxmlformats.org/officeDocument/2006/relationships/oleObject" Target="../embeddings/oleObject10.bin"/><Relationship Id="rId9" Type="http://schemas.openxmlformats.org/officeDocument/2006/relationships/image" Target="../media/image13.emf"/></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3" Type="http://schemas.openxmlformats.org/officeDocument/2006/relationships/oleObject" Target="../embeddings/oleObject12.bin"/><Relationship Id="rId2" Type="http://schemas.openxmlformats.org/officeDocument/2006/relationships/slideLayout" Target="../slideLayouts/slideLayout4.xml"/><Relationship Id="rId1" Type="http://schemas.openxmlformats.org/officeDocument/2006/relationships/vmlDrawing" Target="../drawings/vmlDrawing9.vml"/><Relationship Id="rId5" Type="http://schemas.openxmlformats.org/officeDocument/2006/relationships/image" Target="../media/image15.emf"/><Relationship Id="rId4" Type="http://schemas.openxmlformats.org/officeDocument/2006/relationships/package" Target="../embeddings/Microsoft_Word___12.docx"/></Relationships>
</file>

<file path=ppt/slides/_rels/slide21.xml.rels><?xml version="1.0" encoding="UTF-8" standalone="yes"?>
<Relationships xmlns="http://schemas.openxmlformats.org/package/2006/relationships"><Relationship Id="rId3" Type="http://schemas.openxmlformats.org/officeDocument/2006/relationships/oleObject" Target="../embeddings/oleObject13.bin"/><Relationship Id="rId2" Type="http://schemas.openxmlformats.org/officeDocument/2006/relationships/slideLayout" Target="../slideLayouts/slideLayout4.xml"/><Relationship Id="rId1" Type="http://schemas.openxmlformats.org/officeDocument/2006/relationships/vmlDrawing" Target="../drawings/vmlDrawing10.vml"/><Relationship Id="rId5" Type="http://schemas.openxmlformats.org/officeDocument/2006/relationships/image" Target="../media/image16.emf"/><Relationship Id="rId4" Type="http://schemas.openxmlformats.org/officeDocument/2006/relationships/package" Target="../embeddings/Microsoft_Word___13.docx"/></Relationships>
</file>

<file path=ppt/slides/_rels/slide22.xml.rels><?xml version="1.0" encoding="UTF-8" standalone="yes"?>
<Relationships xmlns="http://schemas.openxmlformats.org/package/2006/relationships"><Relationship Id="rId3" Type="http://schemas.openxmlformats.org/officeDocument/2006/relationships/oleObject" Target="../embeddings/oleObject14.bin"/><Relationship Id="rId2" Type="http://schemas.openxmlformats.org/officeDocument/2006/relationships/slideLayout" Target="../slideLayouts/slideLayout4.xml"/><Relationship Id="rId1" Type="http://schemas.openxmlformats.org/officeDocument/2006/relationships/vmlDrawing" Target="../drawings/vmlDrawing11.vml"/><Relationship Id="rId5" Type="http://schemas.openxmlformats.org/officeDocument/2006/relationships/image" Target="../media/image17.emf"/><Relationship Id="rId4" Type="http://schemas.openxmlformats.org/officeDocument/2006/relationships/package" Target="../embeddings/Microsoft_Word___14.docx"/></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3" Type="http://schemas.openxmlformats.org/officeDocument/2006/relationships/oleObject" Target="../embeddings/oleObject15.bin"/><Relationship Id="rId2" Type="http://schemas.openxmlformats.org/officeDocument/2006/relationships/slideLayout" Target="../slideLayouts/slideLayout4.xml"/><Relationship Id="rId1" Type="http://schemas.openxmlformats.org/officeDocument/2006/relationships/vmlDrawing" Target="../drawings/vmlDrawing12.vml"/><Relationship Id="rId5" Type="http://schemas.openxmlformats.org/officeDocument/2006/relationships/image" Target="../media/image18.emf"/><Relationship Id="rId4" Type="http://schemas.openxmlformats.org/officeDocument/2006/relationships/package" Target="../embeddings/Microsoft_Word___15.docx"/></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3" Type="http://schemas.openxmlformats.org/officeDocument/2006/relationships/oleObject" Target="../embeddings/oleObject16.bin"/><Relationship Id="rId2" Type="http://schemas.openxmlformats.org/officeDocument/2006/relationships/slideLayout" Target="../slideLayouts/slideLayout4.xml"/><Relationship Id="rId1" Type="http://schemas.openxmlformats.org/officeDocument/2006/relationships/vmlDrawing" Target="../drawings/vmlDrawing13.vml"/><Relationship Id="rId5" Type="http://schemas.openxmlformats.org/officeDocument/2006/relationships/image" Target="../media/image19.emf"/><Relationship Id="rId4" Type="http://schemas.openxmlformats.org/officeDocument/2006/relationships/package" Target="../embeddings/Microsoft_Word___16.docx"/></Relationships>
</file>

<file path=ppt/slides/_rels/slide32.xml.rels><?xml version="1.0" encoding="UTF-8" standalone="yes"?>
<Relationships xmlns="http://schemas.openxmlformats.org/package/2006/relationships"><Relationship Id="rId3" Type="http://schemas.openxmlformats.org/officeDocument/2006/relationships/oleObject" Target="../embeddings/oleObject17.bin"/><Relationship Id="rId2" Type="http://schemas.openxmlformats.org/officeDocument/2006/relationships/slideLayout" Target="../slideLayouts/slideLayout4.xml"/><Relationship Id="rId1" Type="http://schemas.openxmlformats.org/officeDocument/2006/relationships/vmlDrawing" Target="../drawings/vmlDrawing14.vml"/><Relationship Id="rId5" Type="http://schemas.openxmlformats.org/officeDocument/2006/relationships/image" Target="../media/image20.emf"/><Relationship Id="rId4" Type="http://schemas.openxmlformats.org/officeDocument/2006/relationships/package" Target="../embeddings/Microsoft_Word___17.docx"/></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4.xml.rels><?xml version="1.0" encoding="UTF-8" standalone="yes"?>
<Relationships xmlns="http://schemas.openxmlformats.org/package/2006/relationships"><Relationship Id="rId8" Type="http://schemas.openxmlformats.org/officeDocument/2006/relationships/image" Target="../media/image22.emf"/><Relationship Id="rId3" Type="http://schemas.openxmlformats.org/officeDocument/2006/relationships/oleObject" Target="../embeddings/oleObject18.bin"/><Relationship Id="rId7" Type="http://schemas.openxmlformats.org/officeDocument/2006/relationships/package" Target="../embeddings/Microsoft_Word___19.docx"/><Relationship Id="rId2" Type="http://schemas.openxmlformats.org/officeDocument/2006/relationships/slideLayout" Target="../slideLayouts/slideLayout4.xml"/><Relationship Id="rId1" Type="http://schemas.openxmlformats.org/officeDocument/2006/relationships/vmlDrawing" Target="../drawings/vmlDrawing15.vml"/><Relationship Id="rId6" Type="http://schemas.openxmlformats.org/officeDocument/2006/relationships/oleObject" Target="../embeddings/oleObject19.bin"/><Relationship Id="rId5" Type="http://schemas.openxmlformats.org/officeDocument/2006/relationships/image" Target="../media/image21.emf"/><Relationship Id="rId4" Type="http://schemas.openxmlformats.org/officeDocument/2006/relationships/package" Target="../embeddings/Microsoft_Word___18.docx"/></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7.xml.rels><?xml version="1.0" encoding="UTF-8" standalone="yes"?>
<Relationships xmlns="http://schemas.openxmlformats.org/package/2006/relationships"><Relationship Id="rId8" Type="http://schemas.openxmlformats.org/officeDocument/2006/relationships/image" Target="../media/image24.emf"/><Relationship Id="rId3" Type="http://schemas.openxmlformats.org/officeDocument/2006/relationships/oleObject" Target="../embeddings/oleObject20.bin"/><Relationship Id="rId7" Type="http://schemas.openxmlformats.org/officeDocument/2006/relationships/package" Target="../embeddings/Microsoft_Word___21.docx"/><Relationship Id="rId2" Type="http://schemas.openxmlformats.org/officeDocument/2006/relationships/slideLayout" Target="../slideLayouts/slideLayout4.xml"/><Relationship Id="rId1" Type="http://schemas.openxmlformats.org/officeDocument/2006/relationships/vmlDrawing" Target="../drawings/vmlDrawing16.vml"/><Relationship Id="rId6" Type="http://schemas.openxmlformats.org/officeDocument/2006/relationships/oleObject" Target="../embeddings/oleObject21.bin"/><Relationship Id="rId5" Type="http://schemas.openxmlformats.org/officeDocument/2006/relationships/image" Target="../media/image23.emf"/><Relationship Id="rId4" Type="http://schemas.openxmlformats.org/officeDocument/2006/relationships/package" Target="../embeddings/Microsoft_Word___20.docx"/><Relationship Id="rId9" Type="http://schemas.openxmlformats.org/officeDocument/2006/relationships/image" Target="../media/image25.jpe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9.xml.rels><?xml version="1.0" encoding="UTF-8" standalone="yes"?>
<Relationships xmlns="http://schemas.openxmlformats.org/package/2006/relationships"><Relationship Id="rId3" Type="http://schemas.openxmlformats.org/officeDocument/2006/relationships/oleObject" Target="../embeddings/oleObject22.bin"/><Relationship Id="rId2" Type="http://schemas.openxmlformats.org/officeDocument/2006/relationships/slideLayout" Target="../slideLayouts/slideLayout4.xml"/><Relationship Id="rId1" Type="http://schemas.openxmlformats.org/officeDocument/2006/relationships/vmlDrawing" Target="../drawings/vmlDrawing17.vml"/><Relationship Id="rId5" Type="http://schemas.openxmlformats.org/officeDocument/2006/relationships/image" Target="../media/image26.emf"/><Relationship Id="rId4" Type="http://schemas.openxmlformats.org/officeDocument/2006/relationships/package" Target="../embeddings/Microsoft_Word___22.docx"/></Relationships>
</file>

<file path=ppt/slides/_rels/slide40.xml.rels><?xml version="1.0" encoding="UTF-8" standalone="yes"?>
<Relationships xmlns="http://schemas.openxmlformats.org/package/2006/relationships"><Relationship Id="rId3" Type="http://schemas.openxmlformats.org/officeDocument/2006/relationships/oleObject" Target="../embeddings/oleObject23.bin"/><Relationship Id="rId2" Type="http://schemas.openxmlformats.org/officeDocument/2006/relationships/slideLayout" Target="../slideLayouts/slideLayout4.xml"/><Relationship Id="rId1" Type="http://schemas.openxmlformats.org/officeDocument/2006/relationships/vmlDrawing" Target="../drawings/vmlDrawing18.vml"/><Relationship Id="rId5" Type="http://schemas.openxmlformats.org/officeDocument/2006/relationships/image" Target="../media/image27.emf"/><Relationship Id="rId4" Type="http://schemas.openxmlformats.org/officeDocument/2006/relationships/package" Target="../embeddings/Microsoft_Word___23.docx"/></Relationships>
</file>

<file path=ppt/slides/_rels/slide41.xml.rels><?xml version="1.0" encoding="UTF-8" standalone="yes"?>
<Relationships xmlns="http://schemas.openxmlformats.org/package/2006/relationships"><Relationship Id="rId3" Type="http://schemas.openxmlformats.org/officeDocument/2006/relationships/oleObject" Target="../embeddings/oleObject24.bin"/><Relationship Id="rId2" Type="http://schemas.openxmlformats.org/officeDocument/2006/relationships/slideLayout" Target="../slideLayouts/slideLayout4.xml"/><Relationship Id="rId1" Type="http://schemas.openxmlformats.org/officeDocument/2006/relationships/vmlDrawing" Target="../drawings/vmlDrawing19.vml"/><Relationship Id="rId5" Type="http://schemas.openxmlformats.org/officeDocument/2006/relationships/image" Target="../media/image28.emf"/><Relationship Id="rId4" Type="http://schemas.openxmlformats.org/officeDocument/2006/relationships/package" Target="../embeddings/Microsoft_Word___24.docx"/></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835133694"/>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bg>
      <p:bgPr>
        <a:pattFill prst="lgGrid">
          <a:fgClr>
            <a:schemeClr val="bg2"/>
          </a:fgClr>
          <a:bgClr>
            <a:schemeClr val="bg1"/>
          </a:bgClr>
        </a:pattFill>
        <a:effectLst/>
      </p:bgPr>
    </p:bg>
    <p:spTree>
      <p:nvGrpSpPr>
        <p:cNvPr id="1" name=""/>
        <p:cNvGrpSpPr/>
        <p:nvPr/>
      </p:nvGrpSpPr>
      <p:grpSpPr>
        <a:xfrm>
          <a:off x="0" y="0"/>
          <a:ext cx="0" cy="0"/>
          <a:chOff x="0" y="0"/>
          <a:chExt cx="0" cy="0"/>
        </a:xfrm>
      </p:grpSpPr>
      <p:sp>
        <p:nvSpPr>
          <p:cNvPr id="10" name="矩形 9"/>
          <p:cNvSpPr>
            <a:spLocks noChangeAspect="1"/>
          </p:cNvSpPr>
          <p:nvPr/>
        </p:nvSpPr>
        <p:spPr>
          <a:xfrm>
            <a:off x="361950" y="2128257"/>
            <a:ext cx="10807700" cy="1975926"/>
          </a:xfrm>
          <a:prstGeom prst="rect">
            <a:avLst/>
          </a:prstGeom>
        </p:spPr>
        <p:txBody>
          <a:bodyPr>
            <a:spAutoFit/>
          </a:bodyPr>
          <a:lstStyle/>
          <a:p>
            <a:pPr algn="ctr">
              <a:lnSpc>
                <a:spcPct val="120000"/>
              </a:lnSpc>
              <a:spcAft>
                <a:spcPts val="0"/>
              </a:spcAft>
              <a:tabLst>
                <a:tab pos="1029335" algn="l"/>
                <a:tab pos="1850390" algn="l"/>
                <a:tab pos="2538095" algn="l"/>
                <a:tab pos="3221990" algn="l"/>
              </a:tabLst>
            </a:pPr>
            <a:r>
              <a:rPr lang="en-US" altLang="zh-CN" sz="5400" dirty="0">
                <a:solidFill>
                  <a:srgbClr val="002060"/>
                </a:solidFill>
                <a:ea typeface="宋体" panose="02010600030101010101" pitchFamily="2" charset="-122"/>
                <a:cs typeface="Times New Roman" panose="02020603050405020304" pitchFamily="18" charset="0"/>
              </a:rPr>
              <a:t>4.4</a:t>
            </a:r>
            <a:r>
              <a:rPr lang="zh-CN" altLang="zh-CN" sz="5400" dirty="0">
                <a:solidFill>
                  <a:srgbClr val="002060"/>
                </a:solidFill>
                <a:ea typeface="宋体" panose="02010600030101010101" pitchFamily="2" charset="-122"/>
                <a:cs typeface="Times New Roman" panose="02020603050405020304" pitchFamily="18" charset="0"/>
              </a:rPr>
              <a:t>　</a:t>
            </a:r>
            <a:r>
              <a:rPr lang="zh-CN" altLang="zh-CN" sz="5400" dirty="0">
                <a:solidFill>
                  <a:srgbClr val="002060"/>
                </a:solidFill>
                <a:latin typeface="Arial" panose="020B0604020202020204" pitchFamily="34" charset="0"/>
                <a:cs typeface="Times New Roman" panose="02020603050405020304" pitchFamily="18" charset="0"/>
              </a:rPr>
              <a:t>对数函数</a:t>
            </a:r>
            <a:endParaRPr lang="zh-CN" altLang="zh-CN" sz="5400" dirty="0">
              <a:solidFill>
                <a:srgbClr val="002060"/>
              </a:solidFill>
              <a:latin typeface="NEU-BZ-S92"/>
              <a:ea typeface="方正书宋_GBK" panose="03000509000000000000" pitchFamily="65" charset="-122"/>
              <a:cs typeface="Times New Roman" panose="02020603050405020304" pitchFamily="18" charset="0"/>
            </a:endParaRPr>
          </a:p>
          <a:p>
            <a:pPr algn="ctr">
              <a:lnSpc>
                <a:spcPct val="120000"/>
              </a:lnSpc>
              <a:spcAft>
                <a:spcPts val="0"/>
              </a:spcAft>
              <a:tabLst>
                <a:tab pos="1029335" algn="l"/>
                <a:tab pos="1850390" algn="l"/>
                <a:tab pos="2538095" algn="l"/>
                <a:tab pos="3221990" algn="l"/>
              </a:tabLst>
            </a:pPr>
            <a:r>
              <a:rPr lang="zh-CN" altLang="zh-CN" sz="4800" dirty="0">
                <a:solidFill>
                  <a:srgbClr val="002060"/>
                </a:solidFill>
                <a:latin typeface="Arial" panose="020B0604020202020204" pitchFamily="34" charset="0"/>
                <a:cs typeface="Times New Roman" panose="02020603050405020304" pitchFamily="18" charset="0"/>
              </a:rPr>
              <a:t>第</a:t>
            </a:r>
            <a:r>
              <a:rPr lang="en-US" altLang="zh-CN" sz="4800" dirty="0">
                <a:solidFill>
                  <a:srgbClr val="002060"/>
                </a:solidFill>
                <a:ea typeface="宋体" panose="02010600030101010101" pitchFamily="2" charset="-122"/>
                <a:cs typeface="Times New Roman" panose="02020603050405020304" pitchFamily="18" charset="0"/>
              </a:rPr>
              <a:t>2</a:t>
            </a:r>
            <a:r>
              <a:rPr lang="zh-CN" altLang="zh-CN" sz="4800" dirty="0">
                <a:solidFill>
                  <a:srgbClr val="002060"/>
                </a:solidFill>
                <a:latin typeface="Arial" panose="020B0604020202020204" pitchFamily="34" charset="0"/>
                <a:cs typeface="Times New Roman" panose="02020603050405020304" pitchFamily="18" charset="0"/>
              </a:rPr>
              <a:t>课时</a:t>
            </a:r>
            <a:r>
              <a:rPr lang="zh-CN" altLang="zh-CN" sz="4800" i="1" dirty="0">
                <a:solidFill>
                  <a:srgbClr val="002060"/>
                </a:solidFill>
                <a:ea typeface="宋体" panose="02010600030101010101" pitchFamily="2" charset="-122"/>
                <a:cs typeface="Times New Roman" panose="02020603050405020304" pitchFamily="18" charset="0"/>
              </a:rPr>
              <a:t>　</a:t>
            </a:r>
            <a:r>
              <a:rPr lang="zh-CN" altLang="zh-CN" sz="4800" dirty="0">
                <a:solidFill>
                  <a:srgbClr val="002060"/>
                </a:solidFill>
                <a:latin typeface="Arial" panose="020B0604020202020204" pitchFamily="34" charset="0"/>
                <a:cs typeface="Times New Roman" panose="02020603050405020304" pitchFamily="18" charset="0"/>
              </a:rPr>
              <a:t>对数函数及其图象、性质</a:t>
            </a:r>
            <a:r>
              <a:rPr lang="en-US" altLang="zh-CN" sz="4800" dirty="0">
                <a:solidFill>
                  <a:srgbClr val="002060"/>
                </a:solidFill>
                <a:ea typeface="宋体" panose="02010600030101010101" pitchFamily="2" charset="-122"/>
                <a:cs typeface="Times New Roman" panose="02020603050405020304" pitchFamily="18" charset="0"/>
              </a:rPr>
              <a:t>(</a:t>
            </a:r>
            <a:r>
              <a:rPr lang="zh-CN" altLang="zh-CN" sz="4800" dirty="0">
                <a:solidFill>
                  <a:srgbClr val="002060"/>
                </a:solidFill>
                <a:latin typeface="Arial" panose="020B0604020202020204" pitchFamily="34" charset="0"/>
                <a:cs typeface="Times New Roman" panose="02020603050405020304" pitchFamily="18" charset="0"/>
              </a:rPr>
              <a:t>二</a:t>
            </a:r>
            <a:r>
              <a:rPr lang="en-US" altLang="zh-CN" sz="4800" dirty="0">
                <a:solidFill>
                  <a:srgbClr val="002060"/>
                </a:solidFill>
                <a:ea typeface="宋体" panose="02010600030101010101" pitchFamily="2" charset="-122"/>
                <a:cs typeface="Times New Roman" panose="02020603050405020304" pitchFamily="18" charset="0"/>
              </a:rPr>
              <a:t>)</a:t>
            </a:r>
            <a:endParaRPr lang="zh-CN" altLang="zh-CN" sz="4800" dirty="0">
              <a:solidFill>
                <a:srgbClr val="002060"/>
              </a:solidFill>
              <a:latin typeface="NEU-BZ-S92"/>
              <a:ea typeface="方正书宋_GBK" panose="03000509000000000000" pitchFamily="65" charset="-122"/>
              <a:cs typeface="Times New Roman" panose="02020603050405020304" pitchFamily="18" charset="0"/>
            </a:endParaRPr>
          </a:p>
        </p:txBody>
      </p:sp>
    </p:spTree>
    <p:extLst>
      <p:ext uri="{BB962C8B-B14F-4D97-AF65-F5344CB8AC3E}">
        <p14:creationId xmlns:p14="http://schemas.microsoft.com/office/powerpoint/2010/main" val="75423352"/>
      </p:ext>
    </p:extLst>
  </p:cSld>
  <p:clrMapOvr>
    <a:masterClrMapping/>
  </p:clrMapOvr>
  <mc:AlternateContent xmlns:mc="http://schemas.openxmlformats.org/markup-compatibility/2006" xmlns:p14="http://schemas.microsoft.com/office/powerpoint/2010/main">
    <mc:Choice Requires="p14">
      <p:transition spd="slow" p14:dur="2500">
        <p:checker/>
      </p:transition>
    </mc:Choice>
    <mc:Fallback xmlns="">
      <p:transition spd="slow">
        <p:checker/>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6" presetClass="entr" presetSubtype="0" fill="hold" grpId="0"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wipe(down)">
                                      <p:cBhvr>
                                        <p:cTn id="7" dur="580">
                                          <p:stCondLst>
                                            <p:cond delay="0"/>
                                          </p:stCondLst>
                                        </p:cTn>
                                        <p:tgtEl>
                                          <p:spTgt spid="10"/>
                                        </p:tgtEl>
                                      </p:cBhvr>
                                    </p:animEffect>
                                    <p:anim calcmode="lin" valueType="num">
                                      <p:cBhvr>
                                        <p:cTn id="8" dur="1822" tmFilter="0,0; 0.14,0.36; 0.43,0.73; 0.71,0.91; 1.0,1.0">
                                          <p:stCondLst>
                                            <p:cond delay="0"/>
                                          </p:stCondLst>
                                        </p:cTn>
                                        <p:tgtEl>
                                          <p:spTgt spid="10"/>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10"/>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10"/>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10"/>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10"/>
                                        </p:tgtEl>
                                        <p:attrNameLst>
                                          <p:attrName>ppt_y</p:attrName>
                                        </p:attrNameLst>
                                      </p:cBhvr>
                                      <p:tavLst>
                                        <p:tav tm="0" fmla="#ppt_y-sin(pi*$)/81">
                                          <p:val>
                                            <p:fltVal val="0"/>
                                          </p:val>
                                        </p:tav>
                                        <p:tav tm="100000">
                                          <p:val>
                                            <p:fltVal val="1"/>
                                          </p:val>
                                        </p:tav>
                                      </p:tavLst>
                                    </p:anim>
                                    <p:animScale>
                                      <p:cBhvr>
                                        <p:cTn id="13" dur="26">
                                          <p:stCondLst>
                                            <p:cond delay="650"/>
                                          </p:stCondLst>
                                        </p:cTn>
                                        <p:tgtEl>
                                          <p:spTgt spid="10"/>
                                        </p:tgtEl>
                                      </p:cBhvr>
                                      <p:to x="100000" y="60000"/>
                                    </p:animScale>
                                    <p:animScale>
                                      <p:cBhvr>
                                        <p:cTn id="14" dur="166" decel="50000">
                                          <p:stCondLst>
                                            <p:cond delay="676"/>
                                          </p:stCondLst>
                                        </p:cTn>
                                        <p:tgtEl>
                                          <p:spTgt spid="10"/>
                                        </p:tgtEl>
                                      </p:cBhvr>
                                      <p:to x="100000" y="100000"/>
                                    </p:animScale>
                                    <p:animScale>
                                      <p:cBhvr>
                                        <p:cTn id="15" dur="26">
                                          <p:stCondLst>
                                            <p:cond delay="1312"/>
                                          </p:stCondLst>
                                        </p:cTn>
                                        <p:tgtEl>
                                          <p:spTgt spid="10"/>
                                        </p:tgtEl>
                                      </p:cBhvr>
                                      <p:to x="100000" y="80000"/>
                                    </p:animScale>
                                    <p:animScale>
                                      <p:cBhvr>
                                        <p:cTn id="16" dur="166" decel="50000">
                                          <p:stCondLst>
                                            <p:cond delay="1338"/>
                                          </p:stCondLst>
                                        </p:cTn>
                                        <p:tgtEl>
                                          <p:spTgt spid="10"/>
                                        </p:tgtEl>
                                      </p:cBhvr>
                                      <p:to x="100000" y="100000"/>
                                    </p:animScale>
                                    <p:animScale>
                                      <p:cBhvr>
                                        <p:cTn id="17" dur="26">
                                          <p:stCondLst>
                                            <p:cond delay="1642"/>
                                          </p:stCondLst>
                                        </p:cTn>
                                        <p:tgtEl>
                                          <p:spTgt spid="10"/>
                                        </p:tgtEl>
                                      </p:cBhvr>
                                      <p:to x="100000" y="90000"/>
                                    </p:animScale>
                                    <p:animScale>
                                      <p:cBhvr>
                                        <p:cTn id="18" dur="166" decel="50000">
                                          <p:stCondLst>
                                            <p:cond delay="1668"/>
                                          </p:stCondLst>
                                        </p:cTn>
                                        <p:tgtEl>
                                          <p:spTgt spid="10"/>
                                        </p:tgtEl>
                                      </p:cBhvr>
                                      <p:to x="100000" y="100000"/>
                                    </p:animScale>
                                    <p:animScale>
                                      <p:cBhvr>
                                        <p:cTn id="19" dur="26">
                                          <p:stCondLst>
                                            <p:cond delay="1808"/>
                                          </p:stCondLst>
                                        </p:cTn>
                                        <p:tgtEl>
                                          <p:spTgt spid="10"/>
                                        </p:tgtEl>
                                      </p:cBhvr>
                                      <p:to x="100000" y="95000"/>
                                    </p:animScale>
                                    <p:animScale>
                                      <p:cBhvr>
                                        <p:cTn id="20" dur="166" decel="50000">
                                          <p:stCondLst>
                                            <p:cond delay="1834"/>
                                          </p:stCondLst>
                                        </p:cTn>
                                        <p:tgtEl>
                                          <p:spTgt spid="10"/>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360437" y="1079847"/>
            <a:ext cx="10729192" cy="4244442"/>
            <a:chOff x="360437" y="1568311"/>
            <a:chExt cx="10729192" cy="4244442"/>
          </a:xfrm>
        </p:grpSpPr>
        <p:grpSp>
          <p:nvGrpSpPr>
            <p:cNvPr id="13" name="组合 12"/>
            <p:cNvGrpSpPr/>
            <p:nvPr/>
          </p:nvGrpSpPr>
          <p:grpSpPr>
            <a:xfrm>
              <a:off x="360437" y="1568311"/>
              <a:ext cx="10729192" cy="4182226"/>
              <a:chOff x="360437" y="2042253"/>
              <a:chExt cx="10729192" cy="2856517"/>
            </a:xfrm>
          </p:grpSpPr>
          <p:sp>
            <p:nvSpPr>
              <p:cNvPr id="2" name="圆角矩形 1"/>
              <p:cNvSpPr/>
              <p:nvPr/>
            </p:nvSpPr>
            <p:spPr>
              <a:xfrm>
                <a:off x="360437" y="2042253"/>
                <a:ext cx="10729192" cy="2856517"/>
              </a:xfrm>
              <a:prstGeom prst="round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endParaRPr lang="zh-CN" altLang="en-US"/>
              </a:p>
            </p:txBody>
          </p:sp>
          <p:cxnSp>
            <p:nvCxnSpPr>
              <p:cNvPr id="12" name="直接连接符 11"/>
              <p:cNvCxnSpPr/>
              <p:nvPr/>
            </p:nvCxnSpPr>
            <p:spPr>
              <a:xfrm>
                <a:off x="2448669" y="2124407"/>
                <a:ext cx="0" cy="2737498"/>
              </a:xfrm>
              <a:prstGeom prst="line">
                <a:avLst/>
              </a:prstGeom>
            </p:spPr>
            <p:style>
              <a:lnRef idx="3">
                <a:schemeClr val="accent4"/>
              </a:lnRef>
              <a:fillRef idx="0">
                <a:schemeClr val="accent4"/>
              </a:fillRef>
              <a:effectRef idx="2">
                <a:schemeClr val="accent4"/>
              </a:effectRef>
              <a:fontRef idx="minor">
                <a:schemeClr val="tx1"/>
              </a:fontRef>
            </p:style>
          </p:cxnSp>
        </p:grpSp>
        <p:sp>
          <p:nvSpPr>
            <p:cNvPr id="14" name="矩形 13"/>
            <p:cNvSpPr>
              <a:spLocks noChangeAspect="1"/>
            </p:cNvSpPr>
            <p:nvPr/>
          </p:nvSpPr>
          <p:spPr>
            <a:xfrm>
              <a:off x="360437" y="2870217"/>
              <a:ext cx="2086719" cy="1195712"/>
            </a:xfrm>
            <a:prstGeom prst="rect">
              <a:avLst/>
            </a:prstGeom>
          </p:spPr>
          <p:txBody>
            <a:bodyPr wrap="square">
              <a:spAutoFit/>
            </a:bodyPr>
            <a:lstStyle/>
            <a:p>
              <a:pPr algn="ctr">
                <a:lnSpc>
                  <a:spcPct val="120000"/>
                </a:lnSpc>
                <a:spcAft>
                  <a:spcPts val="0"/>
                </a:spcAft>
                <a:tabLst>
                  <a:tab pos="1188085" algn="l"/>
                  <a:tab pos="2163445" algn="l"/>
                  <a:tab pos="3142615" algn="l"/>
                  <a:tab pos="4190365" algn="l"/>
                </a:tabLst>
              </a:pPr>
              <a:r>
                <a:rPr lang="zh-CN" altLang="zh-CN" dirty="0">
                  <a:solidFill>
                    <a:srgbClr val="000000"/>
                  </a:solidFill>
                  <a:latin typeface="Arial" panose="020B0604020202020204" pitchFamily="34" charset="0"/>
                  <a:cs typeface="Times New Roman" panose="02020603050405020304" pitchFamily="18" charset="0"/>
                </a:rPr>
                <a:t>课标定位</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gn="ctr">
                <a:lnSpc>
                  <a:spcPct val="120000"/>
                </a:lnSpc>
                <a:spcAft>
                  <a:spcPts val="0"/>
                </a:spcAft>
                <a:tabLst>
                  <a:tab pos="1188085" algn="l"/>
                  <a:tab pos="2163445" algn="l"/>
                  <a:tab pos="3142615" algn="l"/>
                  <a:tab pos="4190365" algn="l"/>
                </a:tabLst>
              </a:pPr>
              <a:r>
                <a:rPr lang="zh-CN" altLang="zh-CN" dirty="0">
                  <a:solidFill>
                    <a:srgbClr val="000000"/>
                  </a:solidFill>
                  <a:latin typeface="Arial" panose="020B0604020202020204" pitchFamily="34" charset="0"/>
                  <a:cs typeface="Times New Roman" panose="02020603050405020304" pitchFamily="18" charset="0"/>
                </a:rPr>
                <a:t>素养阐释</a:t>
              </a:r>
              <a:endParaRPr lang="zh-CN" altLang="zh-CN" dirty="0">
                <a:solidFill>
                  <a:srgbClr val="000000"/>
                </a:solidFill>
                <a:effectLst/>
                <a:latin typeface="NEU-BZ-S92"/>
                <a:ea typeface="方正书宋_GBK" panose="03000509000000000000" pitchFamily="65" charset="-122"/>
                <a:cs typeface="Times New Roman" panose="02020603050405020304" pitchFamily="18" charset="0"/>
              </a:endParaRPr>
            </a:p>
          </p:txBody>
        </p:sp>
        <p:sp>
          <p:nvSpPr>
            <p:cNvPr id="15" name="矩形 14"/>
            <p:cNvSpPr>
              <a:spLocks noChangeAspect="1"/>
            </p:cNvSpPr>
            <p:nvPr/>
          </p:nvSpPr>
          <p:spPr>
            <a:xfrm>
              <a:off x="2552207" y="1583903"/>
              <a:ext cx="8496944" cy="4228850"/>
            </a:xfrm>
            <a:prstGeom prst="rect">
              <a:avLst/>
            </a:prstGeom>
          </p:spPr>
          <p:txBody>
            <a:bodyPr wrap="square">
              <a:spAutoFit/>
            </a:bodyPr>
            <a:lstStyle/>
            <a:p>
              <a:pPr>
                <a:lnSpc>
                  <a:spcPct val="120000"/>
                </a:lnSpc>
                <a:spcAft>
                  <a:spcPts val="0"/>
                </a:spcAft>
                <a:tabLst>
                  <a:tab pos="1188085" algn="l"/>
                  <a:tab pos="2163445" algn="l"/>
                  <a:tab pos="3142615" algn="l"/>
                  <a:tab pos="4190365" algn="l"/>
                </a:tabLst>
              </a:pPr>
              <a:r>
                <a:rPr lang="en-US" altLang="zh-CN" dirty="0">
                  <a:solidFill>
                    <a:srgbClr val="000000"/>
                  </a:solidFill>
                  <a:ea typeface="宋体" panose="02010600030101010101" pitchFamily="2" charset="-122"/>
                  <a:cs typeface="Times New Roman" panose="02020603050405020304" pitchFamily="18" charset="0"/>
                </a:rPr>
                <a:t>1</a:t>
              </a:r>
              <a:r>
                <a:rPr lang="en-US" altLang="zh-CN" i="1"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掌握与对数函数有关的函数的奇偶性及其应用</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188085" algn="l"/>
                  <a:tab pos="2163445" algn="l"/>
                  <a:tab pos="3142615" algn="l"/>
                  <a:tab pos="4190365" algn="l"/>
                </a:tabLst>
              </a:pPr>
              <a:r>
                <a:rPr lang="en-US" altLang="zh-CN" dirty="0">
                  <a:solidFill>
                    <a:srgbClr val="000000"/>
                  </a:solidFill>
                  <a:ea typeface="宋体" panose="02010600030101010101" pitchFamily="2" charset="-122"/>
                  <a:cs typeface="Times New Roman" panose="02020603050405020304" pitchFamily="18" charset="0"/>
                </a:rPr>
                <a:t>2</a:t>
              </a:r>
              <a:r>
                <a:rPr lang="en-US" altLang="zh-CN" i="1"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掌握与对数函数有关的函数的单调性及其应用</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188085" algn="l"/>
                  <a:tab pos="2163445" algn="l"/>
                  <a:tab pos="3142615" algn="l"/>
                  <a:tab pos="4190365" algn="l"/>
                </a:tabLst>
              </a:pPr>
              <a:r>
                <a:rPr lang="en-US" altLang="zh-CN" dirty="0">
                  <a:solidFill>
                    <a:srgbClr val="000000"/>
                  </a:solidFill>
                  <a:ea typeface="宋体" panose="02010600030101010101" pitchFamily="2" charset="-122"/>
                  <a:cs typeface="Times New Roman" panose="02020603050405020304" pitchFamily="18" charset="0"/>
                </a:rPr>
                <a:t>3</a:t>
              </a:r>
              <a:r>
                <a:rPr lang="en-US" altLang="zh-CN" i="1"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掌握对数函数与指数函数的综合问题</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pPr>
              <a:r>
                <a:rPr lang="en-US" altLang="zh-CN" dirty="0">
                  <a:solidFill>
                    <a:srgbClr val="000000"/>
                  </a:solidFill>
                  <a:ea typeface="宋体" panose="02010600030101010101" pitchFamily="2" charset="-122"/>
                </a:rPr>
                <a:t>4</a:t>
              </a:r>
              <a:r>
                <a:rPr lang="en-US" altLang="zh-CN" i="1" dirty="0">
                  <a:solidFill>
                    <a:srgbClr val="000000"/>
                  </a:solidFill>
                  <a:ea typeface="宋体" panose="02010600030101010101" pitchFamily="2" charset="-122"/>
                </a:rPr>
                <a:t>.</a:t>
              </a:r>
              <a:r>
                <a:rPr lang="zh-CN" altLang="zh-CN" dirty="0">
                  <a:solidFill>
                    <a:srgbClr val="000000"/>
                  </a:solidFill>
                  <a:ea typeface="楷体" panose="02010609060101010101" pitchFamily="49" charset="-122"/>
                  <a:cs typeface="Times New Roman" panose="02020603050405020304" pitchFamily="18" charset="0"/>
                </a:rPr>
                <a:t>感悟逻辑推理的过程</a:t>
              </a:r>
              <a:r>
                <a:rPr lang="en-US" altLang="zh-CN" dirty="0" smtClean="0">
                  <a:solidFill>
                    <a:srgbClr val="000000"/>
                  </a:solidFill>
                  <a:ea typeface="宋体" panose="02010600030101010101" pitchFamily="2" charset="-122"/>
                </a:rPr>
                <a:t>,</a:t>
              </a:r>
              <a:r>
                <a:rPr lang="zh-CN" altLang="en-US" dirty="0" smtClean="0">
                  <a:solidFill>
                    <a:srgbClr val="000000"/>
                  </a:solidFill>
                  <a:ea typeface="楷体" panose="02010609060101010101" pitchFamily="49" charset="-122"/>
                  <a:cs typeface="Times New Roman" panose="02020603050405020304" pitchFamily="18" charset="0"/>
                </a:rPr>
                <a:t>提升</a:t>
              </a:r>
              <a:r>
                <a:rPr lang="zh-CN" altLang="zh-CN" dirty="0" smtClean="0">
                  <a:solidFill>
                    <a:srgbClr val="000000"/>
                  </a:solidFill>
                  <a:ea typeface="楷体" panose="02010609060101010101" pitchFamily="49" charset="-122"/>
                  <a:cs typeface="Times New Roman" panose="02020603050405020304" pitchFamily="18" charset="0"/>
                </a:rPr>
                <a:t>逻辑推理</a:t>
              </a:r>
              <a:r>
                <a:rPr lang="zh-CN" altLang="zh-CN" dirty="0">
                  <a:solidFill>
                    <a:srgbClr val="000000"/>
                  </a:solidFill>
                  <a:ea typeface="楷体" panose="02010609060101010101" pitchFamily="49" charset="-122"/>
                  <a:cs typeface="Times New Roman" panose="02020603050405020304" pitchFamily="18" charset="0"/>
                </a:rPr>
                <a:t>和数学运算素养</a:t>
              </a:r>
              <a:r>
                <a:rPr lang="en-US" altLang="zh-CN" i="1" dirty="0">
                  <a:solidFill>
                    <a:srgbClr val="000000"/>
                  </a:solidFill>
                  <a:ea typeface="宋体" panose="02010600030101010101" pitchFamily="2" charset="-122"/>
                </a:rPr>
                <a:t>.</a:t>
              </a:r>
              <a:endParaRPr lang="zh-CN" altLang="en-US" dirty="0"/>
            </a:p>
          </p:txBody>
        </p:sp>
      </p:grpSp>
    </p:spTree>
    <p:extLst>
      <p:ext uri="{BB962C8B-B14F-4D97-AF65-F5344CB8AC3E}">
        <p14:creationId xmlns:p14="http://schemas.microsoft.com/office/powerpoint/2010/main" val="3430740809"/>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图文框 2">
            <a:hlinkClick r:id="rId2" action="ppaction://hlinksldjump">
              <a:snd r:embed="rId3" name="chimes.wav"/>
            </a:hlinkClick>
          </p:cNvPr>
          <p:cNvSpPr/>
          <p:nvPr/>
        </p:nvSpPr>
        <p:spPr>
          <a:xfrm>
            <a:off x="1728589" y="503783"/>
            <a:ext cx="8136904" cy="1008112"/>
          </a:xfrm>
          <a:prstGeom prst="frame">
            <a:avLst/>
          </a:prstGeom>
        </p:spPr>
        <p:style>
          <a:lnRef idx="1">
            <a:schemeClr val="accent4"/>
          </a:lnRef>
          <a:fillRef idx="2">
            <a:schemeClr val="accent4"/>
          </a:fillRef>
          <a:effectRef idx="1">
            <a:schemeClr val="accent4"/>
          </a:effectRef>
          <a:fontRef idx="minor">
            <a:schemeClr val="dk1"/>
          </a:fontRef>
        </p:style>
        <p:txBody>
          <a:bodyPr rtlCol="0" anchor="ctr"/>
          <a:lstStyle/>
          <a:p>
            <a:pPr algn="ctr"/>
            <a:r>
              <a:rPr lang="zh-CN" altLang="zh-CN" sz="4400" dirty="0">
                <a:solidFill>
                  <a:srgbClr val="0070C0"/>
                </a:solidFill>
                <a:latin typeface="华文新魏" panose="02010800040101010101" pitchFamily="2" charset="-122"/>
                <a:ea typeface="华文新魏" panose="02010800040101010101" pitchFamily="2" charset="-122"/>
              </a:rPr>
              <a:t>自主</a:t>
            </a:r>
            <a:r>
              <a:rPr lang="zh-CN" altLang="zh-CN" sz="4400" dirty="0" smtClean="0">
                <a:solidFill>
                  <a:srgbClr val="0070C0"/>
                </a:solidFill>
                <a:latin typeface="华文新魏" panose="02010800040101010101" pitchFamily="2" charset="-122"/>
                <a:ea typeface="华文新魏" panose="02010800040101010101" pitchFamily="2" charset="-122"/>
              </a:rPr>
              <a:t>预习</a:t>
            </a:r>
            <a:r>
              <a:rPr lang="en-US" altLang="zh-CN" sz="4400" dirty="0" smtClean="0">
                <a:solidFill>
                  <a:srgbClr val="0070C0"/>
                </a:solidFill>
                <a:latin typeface="华文新魏" panose="02010800040101010101" pitchFamily="2" charset="-122"/>
                <a:ea typeface="华文新魏" panose="02010800040101010101" pitchFamily="2" charset="-122"/>
              </a:rPr>
              <a:t>·</a:t>
            </a:r>
            <a:r>
              <a:rPr lang="zh-CN" altLang="zh-CN" sz="4400" dirty="0" smtClean="0">
                <a:solidFill>
                  <a:srgbClr val="0070C0"/>
                </a:solidFill>
                <a:latin typeface="华文新魏" panose="02010800040101010101" pitchFamily="2" charset="-122"/>
                <a:ea typeface="华文新魏" panose="02010800040101010101" pitchFamily="2" charset="-122"/>
              </a:rPr>
              <a:t>新知</a:t>
            </a:r>
            <a:r>
              <a:rPr lang="zh-CN" altLang="zh-CN" sz="4400" dirty="0">
                <a:solidFill>
                  <a:srgbClr val="0070C0"/>
                </a:solidFill>
                <a:latin typeface="华文新魏" panose="02010800040101010101" pitchFamily="2" charset="-122"/>
                <a:ea typeface="华文新魏" panose="02010800040101010101" pitchFamily="2" charset="-122"/>
              </a:rPr>
              <a:t>导学</a:t>
            </a:r>
          </a:p>
        </p:txBody>
      </p:sp>
      <p:sp>
        <p:nvSpPr>
          <p:cNvPr id="4" name="图文框 3">
            <a:hlinkClick r:id="rId4" action="ppaction://hlinksldjump">
              <a:snd r:embed="rId3" name="chimes.wav"/>
            </a:hlinkClick>
          </p:cNvPr>
          <p:cNvSpPr/>
          <p:nvPr/>
        </p:nvSpPr>
        <p:spPr>
          <a:xfrm>
            <a:off x="1728589" y="1871935"/>
            <a:ext cx="8136904" cy="1008112"/>
          </a:xfrm>
          <a:prstGeom prst="frame">
            <a:avLst/>
          </a:prstGeom>
        </p:spPr>
        <p:style>
          <a:lnRef idx="1">
            <a:schemeClr val="accent4"/>
          </a:lnRef>
          <a:fillRef idx="2">
            <a:schemeClr val="accent4"/>
          </a:fillRef>
          <a:effectRef idx="1">
            <a:schemeClr val="accent4"/>
          </a:effectRef>
          <a:fontRef idx="minor">
            <a:schemeClr val="dk1"/>
          </a:fontRef>
        </p:style>
        <p:txBody>
          <a:bodyPr rtlCol="0" anchor="ctr"/>
          <a:lstStyle/>
          <a:p>
            <a:pPr algn="ctr"/>
            <a:r>
              <a:rPr lang="zh-CN" altLang="zh-CN" sz="4400" dirty="0">
                <a:solidFill>
                  <a:srgbClr val="0070C0"/>
                </a:solidFill>
                <a:latin typeface="华文新魏" panose="02010800040101010101" pitchFamily="2" charset="-122"/>
                <a:ea typeface="华文新魏" panose="02010800040101010101" pitchFamily="2" charset="-122"/>
              </a:rPr>
              <a:t>合作</a:t>
            </a:r>
            <a:r>
              <a:rPr lang="zh-CN" altLang="zh-CN" sz="4400" dirty="0" smtClean="0">
                <a:solidFill>
                  <a:srgbClr val="0070C0"/>
                </a:solidFill>
                <a:latin typeface="华文新魏" panose="02010800040101010101" pitchFamily="2" charset="-122"/>
                <a:ea typeface="华文新魏" panose="02010800040101010101" pitchFamily="2" charset="-122"/>
              </a:rPr>
              <a:t>探究</a:t>
            </a:r>
            <a:r>
              <a:rPr lang="en-US" altLang="zh-CN" sz="4400" dirty="0" smtClean="0">
                <a:solidFill>
                  <a:srgbClr val="0070C0"/>
                </a:solidFill>
                <a:latin typeface="华文新魏" panose="02010800040101010101" pitchFamily="2" charset="-122"/>
                <a:ea typeface="华文新魏" panose="02010800040101010101" pitchFamily="2" charset="-122"/>
              </a:rPr>
              <a:t>·</a:t>
            </a:r>
            <a:r>
              <a:rPr lang="zh-CN" altLang="zh-CN" sz="4400" dirty="0" smtClean="0">
                <a:solidFill>
                  <a:srgbClr val="0070C0"/>
                </a:solidFill>
                <a:latin typeface="华文新魏" panose="02010800040101010101" pitchFamily="2" charset="-122"/>
                <a:ea typeface="华文新魏" panose="02010800040101010101" pitchFamily="2" charset="-122"/>
              </a:rPr>
              <a:t>释疑</a:t>
            </a:r>
            <a:r>
              <a:rPr lang="zh-CN" altLang="zh-CN" sz="4400" dirty="0">
                <a:solidFill>
                  <a:srgbClr val="0070C0"/>
                </a:solidFill>
                <a:latin typeface="华文新魏" panose="02010800040101010101" pitchFamily="2" charset="-122"/>
                <a:ea typeface="华文新魏" panose="02010800040101010101" pitchFamily="2" charset="-122"/>
              </a:rPr>
              <a:t>解惑</a:t>
            </a:r>
          </a:p>
        </p:txBody>
      </p:sp>
      <p:sp>
        <p:nvSpPr>
          <p:cNvPr id="7" name="图文框 6">
            <a:hlinkClick r:id="rId5" action="ppaction://hlinksldjump">
              <a:snd r:embed="rId3" name="chimes.wav"/>
            </a:hlinkClick>
          </p:cNvPr>
          <p:cNvSpPr/>
          <p:nvPr/>
        </p:nvSpPr>
        <p:spPr>
          <a:xfrm>
            <a:off x="1728589" y="3279437"/>
            <a:ext cx="8136904" cy="1008112"/>
          </a:xfrm>
          <a:prstGeom prst="frame">
            <a:avLst/>
          </a:prstGeom>
        </p:spPr>
        <p:style>
          <a:lnRef idx="1">
            <a:schemeClr val="accent4"/>
          </a:lnRef>
          <a:fillRef idx="2">
            <a:schemeClr val="accent4"/>
          </a:fillRef>
          <a:effectRef idx="1">
            <a:schemeClr val="accent4"/>
          </a:effectRef>
          <a:fontRef idx="minor">
            <a:schemeClr val="dk1"/>
          </a:fontRef>
        </p:style>
        <p:txBody>
          <a:bodyPr rtlCol="0" anchor="ctr"/>
          <a:lstStyle/>
          <a:p>
            <a:pPr algn="ctr"/>
            <a:r>
              <a:rPr lang="zh-CN" altLang="en-US" sz="4400" dirty="0" smtClean="0">
                <a:solidFill>
                  <a:srgbClr val="0070C0"/>
                </a:solidFill>
                <a:latin typeface="华文新魏" panose="02010800040101010101" pitchFamily="2" charset="-122"/>
                <a:ea typeface="华文新魏" panose="02010800040101010101" pitchFamily="2" charset="-122"/>
              </a:rPr>
              <a:t>思  想  方  法</a:t>
            </a:r>
            <a:endParaRPr lang="zh-CN" altLang="zh-CN" sz="4400" dirty="0">
              <a:solidFill>
                <a:srgbClr val="0070C0"/>
              </a:solidFill>
              <a:latin typeface="华文新魏" panose="02010800040101010101" pitchFamily="2" charset="-122"/>
              <a:ea typeface="华文新魏" panose="02010800040101010101" pitchFamily="2" charset="-122"/>
            </a:endParaRPr>
          </a:p>
        </p:txBody>
      </p:sp>
      <p:sp>
        <p:nvSpPr>
          <p:cNvPr id="8" name="图文框 7">
            <a:hlinkClick r:id="rId6" action="ppaction://hlinksldjump">
              <a:snd r:embed="rId3" name="chimes.wav"/>
            </a:hlinkClick>
          </p:cNvPr>
          <p:cNvSpPr/>
          <p:nvPr/>
        </p:nvSpPr>
        <p:spPr>
          <a:xfrm>
            <a:off x="1728589" y="4647589"/>
            <a:ext cx="8136904" cy="1008112"/>
          </a:xfrm>
          <a:prstGeom prst="frame">
            <a:avLst/>
          </a:prstGeom>
        </p:spPr>
        <p:style>
          <a:lnRef idx="1">
            <a:schemeClr val="accent4"/>
          </a:lnRef>
          <a:fillRef idx="2">
            <a:schemeClr val="accent4"/>
          </a:fillRef>
          <a:effectRef idx="1">
            <a:schemeClr val="accent4"/>
          </a:effectRef>
          <a:fontRef idx="minor">
            <a:schemeClr val="dk1"/>
          </a:fontRef>
        </p:style>
        <p:txBody>
          <a:bodyPr rtlCol="0" anchor="ctr"/>
          <a:lstStyle/>
          <a:p>
            <a:pPr algn="ctr"/>
            <a:r>
              <a:rPr lang="zh-CN" altLang="zh-CN" sz="4400" dirty="0" smtClean="0">
                <a:solidFill>
                  <a:srgbClr val="0070C0"/>
                </a:solidFill>
                <a:latin typeface="华文新魏" panose="02010800040101010101" pitchFamily="2" charset="-122"/>
                <a:ea typeface="华文新魏" panose="02010800040101010101" pitchFamily="2" charset="-122"/>
              </a:rPr>
              <a:t>随</a:t>
            </a:r>
            <a:r>
              <a:rPr lang="en-US" altLang="zh-CN" sz="4400" dirty="0" smtClean="0">
                <a:solidFill>
                  <a:srgbClr val="0070C0"/>
                </a:solidFill>
                <a:latin typeface="华文新魏" panose="02010800040101010101" pitchFamily="2" charset="-122"/>
                <a:ea typeface="华文新魏" panose="02010800040101010101" pitchFamily="2" charset="-122"/>
              </a:rPr>
              <a:t>  </a:t>
            </a:r>
            <a:r>
              <a:rPr lang="zh-CN" altLang="zh-CN" sz="4400" dirty="0" smtClean="0">
                <a:solidFill>
                  <a:srgbClr val="0070C0"/>
                </a:solidFill>
                <a:latin typeface="华文新魏" panose="02010800040101010101" pitchFamily="2" charset="-122"/>
                <a:ea typeface="华文新魏" panose="02010800040101010101" pitchFamily="2" charset="-122"/>
              </a:rPr>
              <a:t>堂</a:t>
            </a:r>
            <a:r>
              <a:rPr lang="en-US" altLang="zh-CN" sz="4400" dirty="0" smtClean="0">
                <a:solidFill>
                  <a:srgbClr val="0070C0"/>
                </a:solidFill>
                <a:latin typeface="华文新魏" panose="02010800040101010101" pitchFamily="2" charset="-122"/>
                <a:ea typeface="华文新魏" panose="02010800040101010101" pitchFamily="2" charset="-122"/>
              </a:rPr>
              <a:t>  </a:t>
            </a:r>
            <a:r>
              <a:rPr lang="zh-CN" altLang="zh-CN" sz="4400" dirty="0" smtClean="0">
                <a:solidFill>
                  <a:srgbClr val="0070C0"/>
                </a:solidFill>
                <a:latin typeface="华文新魏" panose="02010800040101010101" pitchFamily="2" charset="-122"/>
                <a:ea typeface="华文新魏" panose="02010800040101010101" pitchFamily="2" charset="-122"/>
              </a:rPr>
              <a:t>练</a:t>
            </a:r>
            <a:r>
              <a:rPr lang="en-US" altLang="zh-CN" sz="4400" dirty="0" smtClean="0">
                <a:solidFill>
                  <a:srgbClr val="0070C0"/>
                </a:solidFill>
                <a:latin typeface="华文新魏" panose="02010800040101010101" pitchFamily="2" charset="-122"/>
                <a:ea typeface="华文新魏" panose="02010800040101010101" pitchFamily="2" charset="-122"/>
              </a:rPr>
              <a:t>  </a:t>
            </a:r>
            <a:r>
              <a:rPr lang="zh-CN" altLang="zh-CN" sz="4400" dirty="0" smtClean="0">
                <a:solidFill>
                  <a:srgbClr val="0070C0"/>
                </a:solidFill>
                <a:latin typeface="华文新魏" panose="02010800040101010101" pitchFamily="2" charset="-122"/>
                <a:ea typeface="华文新魏" panose="02010800040101010101" pitchFamily="2" charset="-122"/>
              </a:rPr>
              <a:t>习</a:t>
            </a:r>
            <a:endParaRPr lang="zh-CN" altLang="zh-CN" sz="4400" dirty="0">
              <a:solidFill>
                <a:srgbClr val="0070C0"/>
              </a:solidFill>
              <a:latin typeface="华文新魏" panose="02010800040101010101" pitchFamily="2" charset="-122"/>
              <a:ea typeface="华文新魏" panose="02010800040101010101" pitchFamily="2" charset="-122"/>
            </a:endParaRPr>
          </a:p>
        </p:txBody>
      </p:sp>
    </p:spTree>
    <p:extLst>
      <p:ext uri="{BB962C8B-B14F-4D97-AF65-F5344CB8AC3E}">
        <p14:creationId xmlns:p14="http://schemas.microsoft.com/office/powerpoint/2010/main" val="2621409961"/>
      </p:ext>
    </p:extLst>
  </p:cSld>
  <p:clrMapOvr>
    <a:masterClrMapping/>
  </p:clrMapOvr>
  <p:transition spd="med">
    <p:pull/>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虚尾箭头 3"/>
          <p:cNvSpPr/>
          <p:nvPr/>
        </p:nvSpPr>
        <p:spPr>
          <a:xfrm>
            <a:off x="432445" y="1295871"/>
            <a:ext cx="10657184" cy="3528392"/>
          </a:xfrm>
          <a:prstGeom prst="stripedRightArrow">
            <a:avLst/>
          </a:prstGeom>
        </p:spPr>
        <p:style>
          <a:lnRef idx="1">
            <a:schemeClr val="accent4"/>
          </a:lnRef>
          <a:fillRef idx="2">
            <a:schemeClr val="accent4"/>
          </a:fillRef>
          <a:effectRef idx="1">
            <a:schemeClr val="accent4"/>
          </a:effectRef>
          <a:fontRef idx="minor">
            <a:schemeClr val="dk1"/>
          </a:fontRef>
        </p:style>
        <p:txBody>
          <a:bodyPr rtlCol="0" anchor="ctr"/>
          <a:lstStyle/>
          <a:p>
            <a:r>
              <a:rPr lang="en-US" altLang="zh-CN" sz="6600" dirty="0" smtClean="0">
                <a:solidFill>
                  <a:srgbClr val="0070C0"/>
                </a:solidFill>
                <a:latin typeface="华文新魏" panose="02010800040101010101" pitchFamily="2" charset="-122"/>
                <a:ea typeface="华文新魏" panose="02010800040101010101" pitchFamily="2" charset="-122"/>
              </a:rPr>
              <a:t>  </a:t>
            </a:r>
            <a:r>
              <a:rPr lang="zh-CN" altLang="zh-CN" sz="6600" dirty="0" smtClean="0">
                <a:solidFill>
                  <a:srgbClr val="0070C0"/>
                </a:solidFill>
                <a:latin typeface="华文新魏" panose="02010800040101010101" pitchFamily="2" charset="-122"/>
                <a:ea typeface="华文新魏" panose="02010800040101010101" pitchFamily="2" charset="-122"/>
              </a:rPr>
              <a:t>自主</a:t>
            </a:r>
            <a:r>
              <a:rPr lang="zh-CN" altLang="zh-CN" sz="6600" dirty="0">
                <a:solidFill>
                  <a:srgbClr val="0070C0"/>
                </a:solidFill>
                <a:latin typeface="华文新魏" panose="02010800040101010101" pitchFamily="2" charset="-122"/>
                <a:ea typeface="华文新魏" panose="02010800040101010101" pitchFamily="2" charset="-122"/>
              </a:rPr>
              <a:t>预习</a:t>
            </a:r>
            <a:r>
              <a:rPr lang="en-US" altLang="zh-CN" sz="6600" dirty="0">
                <a:solidFill>
                  <a:srgbClr val="0070C0"/>
                </a:solidFill>
                <a:latin typeface="华文新魏" panose="02010800040101010101" pitchFamily="2" charset="-122"/>
                <a:ea typeface="华文新魏" panose="02010800040101010101" pitchFamily="2" charset="-122"/>
              </a:rPr>
              <a:t>·</a:t>
            </a:r>
            <a:r>
              <a:rPr lang="zh-CN" altLang="zh-CN" sz="6600" dirty="0">
                <a:solidFill>
                  <a:srgbClr val="0070C0"/>
                </a:solidFill>
                <a:latin typeface="华文新魏" panose="02010800040101010101" pitchFamily="2" charset="-122"/>
                <a:ea typeface="华文新魏" panose="02010800040101010101" pitchFamily="2" charset="-122"/>
              </a:rPr>
              <a:t>新知导学</a:t>
            </a:r>
          </a:p>
        </p:txBody>
      </p:sp>
    </p:spTree>
    <p:extLst>
      <p:ext uri="{BB962C8B-B14F-4D97-AF65-F5344CB8AC3E}">
        <p14:creationId xmlns:p14="http://schemas.microsoft.com/office/powerpoint/2010/main" val="2722224656"/>
      </p:ext>
    </p:extLst>
  </p:cSld>
  <p:clrMapOvr>
    <a:masterClrMapping/>
  </p:clrMapOvr>
  <mc:AlternateContent xmlns:mc="http://schemas.openxmlformats.org/markup-compatibility/2006" xmlns:p14="http://schemas.microsoft.com/office/powerpoint/2010/main">
    <mc:Choice Requires="p14">
      <p:transition spd="slow" p14:dur="900">
        <p14:warp dir="in"/>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5" presetClass="entr" presetSubtype="0"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decel="50000" fill="hold">
                                          <p:stCondLst>
                                            <p:cond delay="0"/>
                                          </p:stCondLst>
                                        </p:cTn>
                                        <p:tgtEl>
                                          <p:spTgt spid="4"/>
                                        </p:tgtEl>
                                        <p:attrNameLst>
                                          <p:attrName>style.rotation</p:attrName>
                                        </p:attrNameLst>
                                      </p:cBhvr>
                                      <p:tavLst>
                                        <p:tav tm="0">
                                          <p:val>
                                            <p:fltVal val="-90"/>
                                          </p:val>
                                        </p:tav>
                                        <p:tav tm="100000">
                                          <p:val>
                                            <p:fltVal val="0"/>
                                          </p:val>
                                        </p:tav>
                                      </p:tavLst>
                                    </p:anim>
                                    <p:anim calcmode="lin" valueType="num">
                                      <p:cBhvr>
                                        <p:cTn id="8" dur="500" decel="50000" fill="hold">
                                          <p:stCondLst>
                                            <p:cond delay="0"/>
                                          </p:stCondLst>
                                        </p:cTn>
                                        <p:tgtEl>
                                          <p:spTgt spid="4"/>
                                        </p:tgtEl>
                                        <p:attrNameLst>
                                          <p:attrName>ppt_w</p:attrName>
                                        </p:attrNameLst>
                                      </p:cBhvr>
                                      <p:tavLst>
                                        <p:tav tm="0">
                                          <p:val>
                                            <p:strVal val="#ppt_w"/>
                                          </p:val>
                                        </p:tav>
                                        <p:tav tm="100000">
                                          <p:val>
                                            <p:strVal val="#ppt_w*.05"/>
                                          </p:val>
                                        </p:tav>
                                      </p:tavLst>
                                    </p:anim>
                                    <p:anim calcmode="lin" valueType="num">
                                      <p:cBhvr>
                                        <p:cTn id="9" dur="500" accel="50000" fill="hold">
                                          <p:stCondLst>
                                            <p:cond delay="500"/>
                                          </p:stCondLst>
                                        </p:cTn>
                                        <p:tgtEl>
                                          <p:spTgt spid="4"/>
                                        </p:tgtEl>
                                        <p:attrNameLst>
                                          <p:attrName>ppt_w</p:attrName>
                                        </p:attrNameLst>
                                      </p:cBhvr>
                                      <p:tavLst>
                                        <p:tav tm="0">
                                          <p:val>
                                            <p:strVal val="#ppt_w*.05"/>
                                          </p:val>
                                        </p:tav>
                                        <p:tav tm="100000">
                                          <p:val>
                                            <p:strVal val="#ppt_w"/>
                                          </p:val>
                                        </p:tav>
                                      </p:tavLst>
                                    </p:anim>
                                    <p:anim calcmode="lin" valueType="num">
                                      <p:cBhvr>
                                        <p:cTn id="10" dur="1000" fill="hold"/>
                                        <p:tgtEl>
                                          <p:spTgt spid="4"/>
                                        </p:tgtEl>
                                        <p:attrNameLst>
                                          <p:attrName>ppt_h</p:attrName>
                                        </p:attrNameLst>
                                      </p:cBhvr>
                                      <p:tavLst>
                                        <p:tav tm="0">
                                          <p:val>
                                            <p:strVal val="#ppt_h"/>
                                          </p:val>
                                        </p:tav>
                                        <p:tav tm="100000">
                                          <p:val>
                                            <p:strVal val="#ppt_h"/>
                                          </p:val>
                                        </p:tav>
                                      </p:tavLst>
                                    </p:anim>
                                    <p:anim calcmode="lin" valueType="num">
                                      <p:cBhvr>
                                        <p:cTn id="11" dur="500" decel="50000" fill="hold">
                                          <p:stCondLst>
                                            <p:cond delay="0"/>
                                          </p:stCondLst>
                                        </p:cTn>
                                        <p:tgtEl>
                                          <p:spTgt spid="4"/>
                                        </p:tgtEl>
                                        <p:attrNameLst>
                                          <p:attrName>ppt_x</p:attrName>
                                        </p:attrNameLst>
                                      </p:cBhvr>
                                      <p:tavLst>
                                        <p:tav tm="0">
                                          <p:val>
                                            <p:strVal val="#ppt_x+.4"/>
                                          </p:val>
                                        </p:tav>
                                        <p:tav tm="100000">
                                          <p:val>
                                            <p:strVal val="#ppt_x"/>
                                          </p:val>
                                        </p:tav>
                                      </p:tavLst>
                                    </p:anim>
                                    <p:anim calcmode="lin" valueType="num">
                                      <p:cBhvr>
                                        <p:cTn id="12" dur="500" decel="50000" fill="hold">
                                          <p:stCondLst>
                                            <p:cond delay="0"/>
                                          </p:stCondLst>
                                        </p:cTn>
                                        <p:tgtEl>
                                          <p:spTgt spid="4"/>
                                        </p:tgtEl>
                                        <p:attrNameLst>
                                          <p:attrName>ppt_y</p:attrName>
                                        </p:attrNameLst>
                                      </p:cBhvr>
                                      <p:tavLst>
                                        <p:tav tm="0">
                                          <p:val>
                                            <p:strVal val="#ppt_y-.2"/>
                                          </p:val>
                                        </p:tav>
                                        <p:tav tm="100000">
                                          <p:val>
                                            <p:strVal val="#ppt_y+.1"/>
                                          </p:val>
                                        </p:tav>
                                      </p:tavLst>
                                    </p:anim>
                                    <p:anim calcmode="lin" valueType="num">
                                      <p:cBhvr>
                                        <p:cTn id="13" dur="500" accel="50000" fill="hold">
                                          <p:stCondLst>
                                            <p:cond delay="500"/>
                                          </p:stCondLst>
                                        </p:cTn>
                                        <p:tgtEl>
                                          <p:spTgt spid="4"/>
                                        </p:tgtEl>
                                        <p:attrNameLst>
                                          <p:attrName>ppt_y</p:attrName>
                                        </p:attrNameLst>
                                      </p:cBhvr>
                                      <p:tavLst>
                                        <p:tav tm="0">
                                          <p:val>
                                            <p:strVal val="#ppt_y+.1"/>
                                          </p:val>
                                        </p:tav>
                                        <p:tav tm="100000">
                                          <p:val>
                                            <p:strVal val="#ppt_y"/>
                                          </p:val>
                                        </p:tav>
                                      </p:tavLst>
                                    </p:anim>
                                    <p:animEffect transition="in" filter="fade">
                                      <p:cBhvr>
                                        <p:cTn id="14" dur="1000" decel="50000">
                                          <p:stCondLst>
                                            <p:cond delay="0"/>
                                          </p:stCondLst>
                                        </p:cTn>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ChangeAspect="1"/>
          </p:cNvSpPr>
          <p:nvPr/>
        </p:nvSpPr>
        <p:spPr>
          <a:xfrm>
            <a:off x="361950" y="935831"/>
            <a:ext cx="10807700" cy="626710"/>
          </a:xfrm>
          <a:prstGeom prst="rect">
            <a:avLst/>
          </a:prstGeom>
        </p:spPr>
        <p:txBody>
          <a:bodyPr>
            <a:spAutoFit/>
          </a:bodyPr>
          <a:lstStyle/>
          <a:p>
            <a:pPr>
              <a:lnSpc>
                <a:spcPct val="120000"/>
              </a:lnSpc>
            </a:pPr>
            <a:r>
              <a:rPr lang="zh-CN" altLang="zh-CN" dirty="0">
                <a:solidFill>
                  <a:srgbClr val="000000"/>
                </a:solidFill>
                <a:latin typeface="NEU-BZ-S92"/>
                <a:ea typeface="方正正中黑简体"/>
                <a:cs typeface="Times New Roman" panose="02020603050405020304" pitchFamily="18" charset="0"/>
              </a:rPr>
              <a:t>一、与对数函数有关的函数的</a:t>
            </a:r>
            <a:r>
              <a:rPr lang="zh-CN" altLang="zh-CN" dirty="0" smtClean="0">
                <a:solidFill>
                  <a:srgbClr val="000000"/>
                </a:solidFill>
                <a:latin typeface="NEU-BZ-S92"/>
                <a:ea typeface="方正正中黑简体"/>
                <a:cs typeface="Times New Roman" panose="02020603050405020304" pitchFamily="18" charset="0"/>
              </a:rPr>
              <a:t>奇偶性</a:t>
            </a:r>
            <a:endParaRPr lang="zh-CN" altLang="en-US" dirty="0"/>
          </a:p>
        </p:txBody>
      </p:sp>
      <p:graphicFrame>
        <p:nvGraphicFramePr>
          <p:cNvPr id="3" name="对象 2"/>
          <p:cNvGraphicFramePr>
            <a:graphicFrameLocks noChangeAspect="1"/>
          </p:cNvGraphicFramePr>
          <p:nvPr>
            <p:extLst>
              <p:ext uri="{D42A27DB-BD31-4B8C-83A1-F6EECF244321}">
                <p14:modId xmlns:p14="http://schemas.microsoft.com/office/powerpoint/2010/main" val="2694614790"/>
              </p:ext>
            </p:extLst>
          </p:nvPr>
        </p:nvGraphicFramePr>
        <p:xfrm>
          <a:off x="474957" y="1585829"/>
          <a:ext cx="11671959" cy="1301078"/>
        </p:xfrm>
        <a:graphic>
          <a:graphicData uri="http://schemas.openxmlformats.org/presentationml/2006/ole">
            <mc:AlternateContent xmlns:mc="http://schemas.openxmlformats.org/markup-compatibility/2006">
              <mc:Choice xmlns:v="urn:schemas-microsoft-com:vml" Requires="v">
                <p:oleObj spid="_x0000_s1082" name="文档" r:id="rId4" imgW="3826872" imgH="426583" progId="Word.Document.12">
                  <p:embed/>
                </p:oleObj>
              </mc:Choice>
              <mc:Fallback>
                <p:oleObj name="文档" r:id="rId4" imgW="3826872" imgH="426583" progId="Word.Document.12">
                  <p:embed/>
                  <p:pic>
                    <p:nvPicPr>
                      <p:cNvPr id="0" name=""/>
                      <p:cNvPicPr/>
                      <p:nvPr/>
                    </p:nvPicPr>
                    <p:blipFill>
                      <a:blip r:embed="rId5"/>
                      <a:stretch>
                        <a:fillRect/>
                      </a:stretch>
                    </p:blipFill>
                    <p:spPr>
                      <a:xfrm>
                        <a:off x="474957" y="1585829"/>
                        <a:ext cx="11671959" cy="1301078"/>
                      </a:xfrm>
                      <a:prstGeom prst="rect">
                        <a:avLst/>
                      </a:prstGeom>
                    </p:spPr>
                  </p:pic>
                </p:oleObj>
              </mc:Fallback>
            </mc:AlternateContent>
          </a:graphicData>
        </a:graphic>
      </p:graphicFrame>
      <p:sp>
        <p:nvSpPr>
          <p:cNvPr id="5" name="矩形 4"/>
          <p:cNvSpPr>
            <a:spLocks noChangeAspect="1"/>
          </p:cNvSpPr>
          <p:nvPr/>
        </p:nvSpPr>
        <p:spPr>
          <a:xfrm>
            <a:off x="361950" y="2968747"/>
            <a:ext cx="10807700" cy="626710"/>
          </a:xfrm>
          <a:prstGeom prst="rect">
            <a:avLst/>
          </a:prstGeom>
        </p:spPr>
        <p:txBody>
          <a:bodyPr>
            <a:spAutoFit/>
          </a:bodyPr>
          <a:lstStyle/>
          <a:p>
            <a:pPr>
              <a:lnSpc>
                <a:spcPct val="120000"/>
              </a:lnSpc>
              <a:spcAft>
                <a:spcPts val="0"/>
              </a:spcAft>
              <a:tabLst>
                <a:tab pos="1029335" algn="l"/>
                <a:tab pos="1850390" algn="l"/>
                <a:tab pos="2538095" algn="l"/>
                <a:tab pos="3221990" algn="l"/>
              </a:tabLst>
            </a:pPr>
            <a:r>
              <a:rPr lang="en-US" altLang="zh-CN" dirty="0">
                <a:solidFill>
                  <a:srgbClr val="000000"/>
                </a:solidFill>
                <a:ea typeface="宋体" panose="02010600030101010101" pitchFamily="2" charset="-122"/>
                <a:cs typeface="Times New Roman" panose="02020603050405020304" pitchFamily="18" charset="0"/>
              </a:rPr>
              <a:t>(2)</a:t>
            </a:r>
            <a:r>
              <a:rPr lang="zh-CN" altLang="zh-CN" dirty="0">
                <a:solidFill>
                  <a:srgbClr val="000000"/>
                </a:solidFill>
                <a:ea typeface="宋体" panose="02010600030101010101" pitchFamily="2" charset="-122"/>
                <a:cs typeface="Times New Roman" panose="02020603050405020304" pitchFamily="18" charset="0"/>
              </a:rPr>
              <a:t>对于</a:t>
            </a:r>
            <a:r>
              <a:rPr lang="en-US" altLang="zh-CN" dirty="0">
                <a:solidFill>
                  <a:srgbClr val="000000"/>
                </a:solidFill>
                <a:latin typeface="Cambria Math" panose="02040503050406030204" pitchFamily="18" charset="0"/>
                <a:ea typeface="NEU-BZ-S9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x</a:t>
            </a:r>
            <a:r>
              <a:rPr lang="zh-CN" altLang="zh-CN" dirty="0">
                <a:solidFill>
                  <a:srgbClr val="000000"/>
                </a:solidFill>
                <a:latin typeface="NEU-BZ-S92"/>
                <a:ea typeface="宋体" panose="02010600030101010101" pitchFamily="2" charset="-122"/>
                <a:cs typeface="宋体" panose="02010600030101010101" pitchFamily="2" charset="-122"/>
              </a:rPr>
              <a:t>∈</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a:t>
            </a:r>
            <a:r>
              <a:rPr lang="en-US" altLang="zh-CN" i="1" dirty="0" err="1">
                <a:solidFill>
                  <a:srgbClr val="000000"/>
                </a:solidFill>
                <a:ea typeface="宋体" panose="02010600030101010101" pitchFamily="2" charset="-122"/>
                <a:cs typeface="Times New Roman" panose="02020603050405020304" pitchFamily="18" charset="0"/>
              </a:rPr>
              <a:t>b</a:t>
            </a:r>
            <a:r>
              <a:rPr lang="en-US" altLang="zh-CN" dirty="0" err="1">
                <a:solidFill>
                  <a:srgbClr val="000000"/>
                </a:solidFill>
                <a:ea typeface="宋体" panose="02010600030101010101" pitchFamily="2" charset="-122"/>
                <a:cs typeface="Times New Roman" panose="02020603050405020304" pitchFamily="18" charset="0"/>
              </a:rPr>
              <a:t>,</a:t>
            </a:r>
            <a:r>
              <a:rPr lang="en-US" altLang="zh-CN" i="1" dirty="0" err="1">
                <a:solidFill>
                  <a:srgbClr val="000000"/>
                </a:solidFill>
                <a:ea typeface="宋体" panose="02010600030101010101" pitchFamily="2" charset="-122"/>
                <a:cs typeface="Times New Roman" panose="02020603050405020304" pitchFamily="18" charset="0"/>
              </a:rPr>
              <a:t>b</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f</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x</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与</a:t>
            </a:r>
            <a:r>
              <a:rPr lang="en-US" altLang="zh-CN" i="1" dirty="0">
                <a:solidFill>
                  <a:srgbClr val="000000"/>
                </a:solidFill>
                <a:ea typeface="宋体" panose="02010600030101010101" pitchFamily="2" charset="-122"/>
                <a:cs typeface="Times New Roman" panose="02020603050405020304" pitchFamily="18" charset="0"/>
              </a:rPr>
              <a:t>f</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-x</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有何关系</a:t>
            </a:r>
            <a:r>
              <a:rPr lang="en-US" altLang="zh-CN"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effectLst/>
              <a:latin typeface="NEU-BZ-S92"/>
              <a:ea typeface="方正书宋_GBK" panose="03000509000000000000" pitchFamily="65" charset="-122"/>
              <a:cs typeface="Times New Roman" panose="02020603050405020304" pitchFamily="18" charset="0"/>
            </a:endParaRPr>
          </a:p>
        </p:txBody>
      </p:sp>
      <p:graphicFrame>
        <p:nvGraphicFramePr>
          <p:cNvPr id="8" name="对象 7"/>
          <p:cNvGraphicFramePr>
            <a:graphicFrameLocks noChangeAspect="1"/>
          </p:cNvGraphicFramePr>
          <p:nvPr>
            <p:extLst>
              <p:ext uri="{D42A27DB-BD31-4B8C-83A1-F6EECF244321}">
                <p14:modId xmlns:p14="http://schemas.microsoft.com/office/powerpoint/2010/main" val="246122250"/>
              </p:ext>
            </p:extLst>
          </p:nvPr>
        </p:nvGraphicFramePr>
        <p:xfrm>
          <a:off x="462135" y="3642034"/>
          <a:ext cx="10607329" cy="1909169"/>
        </p:xfrm>
        <a:graphic>
          <a:graphicData uri="http://schemas.openxmlformats.org/presentationml/2006/ole">
            <mc:AlternateContent xmlns:mc="http://schemas.openxmlformats.org/markup-compatibility/2006">
              <mc:Choice xmlns:v="urn:schemas-microsoft-com:vml" Requires="v">
                <p:oleObj spid="_x0000_s1083" name="文档" r:id="rId7" imgW="3477813" imgH="625957" progId="Word.Document.12">
                  <p:embed/>
                </p:oleObj>
              </mc:Choice>
              <mc:Fallback>
                <p:oleObj name="文档" r:id="rId7" imgW="3477813" imgH="625957" progId="Word.Document.12">
                  <p:embed/>
                  <p:pic>
                    <p:nvPicPr>
                      <p:cNvPr id="0" name=""/>
                      <p:cNvPicPr/>
                      <p:nvPr/>
                    </p:nvPicPr>
                    <p:blipFill>
                      <a:blip r:embed="rId8"/>
                      <a:stretch>
                        <a:fillRect/>
                      </a:stretch>
                    </p:blipFill>
                    <p:spPr>
                      <a:xfrm>
                        <a:off x="462135" y="3642034"/>
                        <a:ext cx="10607329" cy="1909169"/>
                      </a:xfrm>
                      <a:prstGeom prst="rect">
                        <a:avLst/>
                      </a:prstGeom>
                    </p:spPr>
                  </p:pic>
                </p:oleObj>
              </mc:Fallback>
            </mc:AlternateContent>
          </a:graphicData>
        </a:graphic>
      </p:graphicFrame>
    </p:spTree>
    <p:extLst>
      <p:ext uri="{BB962C8B-B14F-4D97-AF65-F5344CB8AC3E}">
        <p14:creationId xmlns:p14="http://schemas.microsoft.com/office/powerpoint/2010/main" val="1864289175"/>
      </p:ext>
    </p:extLst>
  </p:cSld>
  <p:clrMapOvr>
    <a:masterClrMapping/>
  </p:clrMapOvr>
  <p:transition spd="slow">
    <p:wheel spokes="1"/>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randombar(horizontal)">
                                      <p:cBhvr>
                                        <p:cTn id="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对象 6"/>
          <p:cNvGraphicFramePr>
            <a:graphicFrameLocks noChangeAspect="1"/>
          </p:cNvGraphicFramePr>
          <p:nvPr>
            <p:extLst>
              <p:ext uri="{D42A27DB-BD31-4B8C-83A1-F6EECF244321}">
                <p14:modId xmlns:p14="http://schemas.microsoft.com/office/powerpoint/2010/main" val="4060747189"/>
              </p:ext>
            </p:extLst>
          </p:nvPr>
        </p:nvGraphicFramePr>
        <p:xfrm>
          <a:off x="360437" y="2238763"/>
          <a:ext cx="11671959" cy="1361364"/>
        </p:xfrm>
        <a:graphic>
          <a:graphicData uri="http://schemas.openxmlformats.org/presentationml/2006/ole">
            <mc:AlternateContent xmlns:mc="http://schemas.openxmlformats.org/markup-compatibility/2006">
              <mc:Choice xmlns:v="urn:schemas-microsoft-com:vml" Requires="v">
                <p:oleObj spid="_x0000_s2071" name="文档" r:id="rId4" imgW="3837724" imgH="447833" progId="Word.Document.12">
                  <p:embed/>
                </p:oleObj>
              </mc:Choice>
              <mc:Fallback>
                <p:oleObj name="文档" r:id="rId4" imgW="3837724" imgH="447833" progId="Word.Document.12">
                  <p:embed/>
                  <p:pic>
                    <p:nvPicPr>
                      <p:cNvPr id="0" name=""/>
                      <p:cNvPicPr/>
                      <p:nvPr/>
                    </p:nvPicPr>
                    <p:blipFill>
                      <a:blip r:embed="rId5"/>
                      <a:stretch>
                        <a:fillRect/>
                      </a:stretch>
                    </p:blipFill>
                    <p:spPr>
                      <a:xfrm>
                        <a:off x="360437" y="2238763"/>
                        <a:ext cx="11671959" cy="1361364"/>
                      </a:xfrm>
                      <a:prstGeom prst="rect">
                        <a:avLst/>
                      </a:prstGeom>
                    </p:spPr>
                  </p:pic>
                </p:oleObj>
              </mc:Fallback>
            </mc:AlternateContent>
          </a:graphicData>
        </a:graphic>
      </p:graphicFrame>
      <p:sp>
        <p:nvSpPr>
          <p:cNvPr id="3" name="矩形 2"/>
          <p:cNvSpPr/>
          <p:nvPr/>
        </p:nvSpPr>
        <p:spPr>
          <a:xfrm>
            <a:off x="5699787" y="3067095"/>
            <a:ext cx="1213378" cy="462987"/>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4" name="直接连接符 3"/>
          <p:cNvCxnSpPr/>
          <p:nvPr/>
        </p:nvCxnSpPr>
        <p:spPr>
          <a:xfrm>
            <a:off x="5695442" y="3531193"/>
            <a:ext cx="1212006" cy="0"/>
          </a:xfrm>
          <a:prstGeom prst="line">
            <a:avLst/>
          </a:prstGeom>
        </p:spPr>
        <p:style>
          <a:lnRef idx="2">
            <a:schemeClr val="dk1"/>
          </a:lnRef>
          <a:fillRef idx="0">
            <a:schemeClr val="dk1"/>
          </a:fillRef>
          <a:effectRef idx="1">
            <a:schemeClr val="dk1"/>
          </a:effectRef>
          <a:fontRef idx="minor">
            <a:schemeClr val="tx1"/>
          </a:fontRef>
        </p:style>
      </p:cxnSp>
    </p:spTree>
    <p:extLst>
      <p:ext uri="{BB962C8B-B14F-4D97-AF65-F5344CB8AC3E}">
        <p14:creationId xmlns:p14="http://schemas.microsoft.com/office/powerpoint/2010/main" val="1977820974"/>
      </p:ext>
    </p:extLst>
  </p:cSld>
  <p:clrMapOvr>
    <a:masterClrMapping/>
  </p:clrMapOvr>
  <p:transition spd="slow">
    <p:wheel spokes="1"/>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xit" presetSubtype="10" fill="hold" grpId="0" nodeType="clickEffect">
                                  <p:stCondLst>
                                    <p:cond delay="0"/>
                                  </p:stCondLst>
                                  <p:childTnLst>
                                    <p:animEffect transition="out" filter="randombar(horizontal)">
                                      <p:cBhvr>
                                        <p:cTn id="6" dur="500"/>
                                        <p:tgtEl>
                                          <p:spTgt spid="3"/>
                                        </p:tgtEl>
                                      </p:cBhvr>
                                    </p:animEffect>
                                    <p:set>
                                      <p:cBhvr>
                                        <p:cTn id="7" dur="1" fill="hold">
                                          <p:stCondLst>
                                            <p:cond delay="499"/>
                                          </p:stCondLst>
                                        </p:cTn>
                                        <p:tgtEl>
                                          <p:spTgt spid="3"/>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对象 1"/>
          <p:cNvGraphicFramePr>
            <a:graphicFrameLocks noChangeAspect="1"/>
          </p:cNvGraphicFramePr>
          <p:nvPr>
            <p:extLst>
              <p:ext uri="{D42A27DB-BD31-4B8C-83A1-F6EECF244321}">
                <p14:modId xmlns:p14="http://schemas.microsoft.com/office/powerpoint/2010/main" val="1845538684"/>
              </p:ext>
            </p:extLst>
          </p:nvPr>
        </p:nvGraphicFramePr>
        <p:xfrm>
          <a:off x="421992" y="779055"/>
          <a:ext cx="11671959" cy="1812960"/>
        </p:xfrm>
        <a:graphic>
          <a:graphicData uri="http://schemas.openxmlformats.org/presentationml/2006/ole">
            <mc:AlternateContent xmlns:mc="http://schemas.openxmlformats.org/markup-compatibility/2006">
              <mc:Choice xmlns:v="urn:schemas-microsoft-com:vml" Requires="v">
                <p:oleObj spid="_x0000_s3116" name="文档" r:id="rId4" imgW="3826872" imgH="594413" progId="Word.Document.12">
                  <p:embed/>
                </p:oleObj>
              </mc:Choice>
              <mc:Fallback>
                <p:oleObj name="文档" r:id="rId4" imgW="3826872" imgH="594413" progId="Word.Document.12">
                  <p:embed/>
                  <p:pic>
                    <p:nvPicPr>
                      <p:cNvPr id="0" name=""/>
                      <p:cNvPicPr/>
                      <p:nvPr/>
                    </p:nvPicPr>
                    <p:blipFill>
                      <a:blip r:embed="rId5"/>
                      <a:stretch>
                        <a:fillRect/>
                      </a:stretch>
                    </p:blipFill>
                    <p:spPr>
                      <a:xfrm>
                        <a:off x="421992" y="779055"/>
                        <a:ext cx="11671959" cy="1812960"/>
                      </a:xfrm>
                      <a:prstGeom prst="rect">
                        <a:avLst/>
                      </a:prstGeom>
                    </p:spPr>
                  </p:pic>
                </p:oleObj>
              </mc:Fallback>
            </mc:AlternateContent>
          </a:graphicData>
        </a:graphic>
      </p:graphicFrame>
      <p:graphicFrame>
        <p:nvGraphicFramePr>
          <p:cNvPr id="3" name="对象 2"/>
          <p:cNvGraphicFramePr>
            <a:graphicFrameLocks noChangeAspect="1"/>
          </p:cNvGraphicFramePr>
          <p:nvPr>
            <p:extLst>
              <p:ext uri="{D42A27DB-BD31-4B8C-83A1-F6EECF244321}">
                <p14:modId xmlns:p14="http://schemas.microsoft.com/office/powerpoint/2010/main" val="3390774701"/>
              </p:ext>
            </p:extLst>
          </p:nvPr>
        </p:nvGraphicFramePr>
        <p:xfrm>
          <a:off x="420143" y="2592015"/>
          <a:ext cx="11671959" cy="2648193"/>
        </p:xfrm>
        <a:graphic>
          <a:graphicData uri="http://schemas.openxmlformats.org/presentationml/2006/ole">
            <mc:AlternateContent xmlns:mc="http://schemas.openxmlformats.org/markup-compatibility/2006">
              <mc:Choice xmlns:v="urn:schemas-microsoft-com:vml" Requires="v">
                <p:oleObj spid="_x0000_s3117" name="文档" r:id="rId7" imgW="3826872" imgH="868260" progId="Word.Document.12">
                  <p:embed/>
                </p:oleObj>
              </mc:Choice>
              <mc:Fallback>
                <p:oleObj name="文档" r:id="rId7" imgW="3826872" imgH="868260" progId="Word.Document.12">
                  <p:embed/>
                  <p:pic>
                    <p:nvPicPr>
                      <p:cNvPr id="0" name=""/>
                      <p:cNvPicPr/>
                      <p:nvPr/>
                    </p:nvPicPr>
                    <p:blipFill>
                      <a:blip r:embed="rId8"/>
                      <a:stretch>
                        <a:fillRect/>
                      </a:stretch>
                    </p:blipFill>
                    <p:spPr>
                      <a:xfrm>
                        <a:off x="420143" y="2592015"/>
                        <a:ext cx="11671959" cy="2648193"/>
                      </a:xfrm>
                      <a:prstGeom prst="rect">
                        <a:avLst/>
                      </a:prstGeom>
                    </p:spPr>
                  </p:pic>
                </p:oleObj>
              </mc:Fallback>
            </mc:AlternateContent>
          </a:graphicData>
        </a:graphic>
      </p:graphicFrame>
      <p:sp>
        <p:nvSpPr>
          <p:cNvPr id="4" name="矩形 3"/>
          <p:cNvSpPr>
            <a:spLocks noChangeAspect="1"/>
          </p:cNvSpPr>
          <p:nvPr/>
        </p:nvSpPr>
        <p:spPr>
          <a:xfrm>
            <a:off x="360437" y="5256311"/>
            <a:ext cx="1521379" cy="683264"/>
          </a:xfrm>
          <a:prstGeom prst="rect">
            <a:avLst/>
          </a:prstGeom>
        </p:spPr>
        <p:txBody>
          <a:bodyPr wrap="none">
            <a:spAutoFit/>
          </a:bodyPr>
          <a:lstStyle/>
          <a:p>
            <a:pPr>
              <a:lnSpc>
                <a:spcPct val="120000"/>
              </a:lnSpc>
              <a:spcAft>
                <a:spcPts val="0"/>
              </a:spcAft>
              <a:tabLst>
                <a:tab pos="1029335" algn="l"/>
                <a:tab pos="1850390" algn="l"/>
                <a:tab pos="2538095" algn="l"/>
                <a:tab pos="3221990" algn="l"/>
              </a:tabLst>
            </a:pPr>
            <a:r>
              <a:rPr lang="zh-CN" altLang="zh-CN" dirty="0">
                <a:latin typeface="Arial" panose="020B0604020202020204" pitchFamily="34" charset="0"/>
                <a:cs typeface="Times New Roman" panose="02020603050405020304" pitchFamily="18" charset="0"/>
              </a:rPr>
              <a:t>答案</a:t>
            </a:r>
            <a:r>
              <a:rPr lang="en-US" altLang="zh-CN" dirty="0">
                <a:latin typeface="Arial" panose="020B0604020202020204" pitchFamily="34" charset="0"/>
                <a:cs typeface="Times New Roman" panose="02020603050405020304" pitchFamily="18" charset="0"/>
              </a:rPr>
              <a:t>:</a:t>
            </a:r>
            <a:r>
              <a:rPr lang="en-US" altLang="zh-CN" dirty="0" smtClean="0">
                <a:solidFill>
                  <a:srgbClr val="000000"/>
                </a:solidFill>
                <a:ea typeface="宋体" panose="02010600030101010101" pitchFamily="2" charset="-122"/>
                <a:cs typeface="Times New Roman" panose="02020603050405020304" pitchFamily="18" charset="0"/>
              </a:rPr>
              <a:t>A </a:t>
            </a:r>
            <a:endParaRPr lang="zh-CN" altLang="zh-CN" dirty="0">
              <a:solidFill>
                <a:srgbClr val="000000"/>
              </a:solidFill>
              <a:effectLst/>
              <a:latin typeface="NEU-BZ-S92"/>
              <a:ea typeface="方正书宋_GBK" panose="03000509000000000000" pitchFamily="65" charset="-122"/>
              <a:cs typeface="Times New Roman" panose="02020603050405020304" pitchFamily="18" charset="0"/>
            </a:endParaRPr>
          </a:p>
        </p:txBody>
      </p:sp>
    </p:spTree>
    <p:extLst>
      <p:ext uri="{BB962C8B-B14F-4D97-AF65-F5344CB8AC3E}">
        <p14:creationId xmlns:p14="http://schemas.microsoft.com/office/powerpoint/2010/main" val="1292184818"/>
      </p:ext>
    </p:extLst>
  </p:cSld>
  <p:clrMapOvr>
    <a:masterClrMapping/>
  </p:clrMapOvr>
  <p:transition spd="slow">
    <p:wheel spokes="1"/>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randombar(horizontal)">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randombar(horizontal)">
                                      <p:cBhvr>
                                        <p:cTn id="12"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a:spLocks noChangeAspect="1"/>
          </p:cNvSpPr>
          <p:nvPr/>
        </p:nvSpPr>
        <p:spPr>
          <a:xfrm>
            <a:off x="361950" y="743488"/>
            <a:ext cx="10807700" cy="5478423"/>
          </a:xfrm>
          <a:prstGeom prst="rect">
            <a:avLst/>
          </a:prstGeom>
        </p:spPr>
        <p:txBody>
          <a:bodyPr>
            <a:spAutoFit/>
          </a:bodyPr>
          <a:lstStyle/>
          <a:p>
            <a:pPr>
              <a:lnSpc>
                <a:spcPts val="4200"/>
              </a:lnSpc>
              <a:spcAft>
                <a:spcPts val="0"/>
              </a:spcAft>
              <a:tabLst>
                <a:tab pos="1029335" algn="l"/>
                <a:tab pos="1850390" algn="l"/>
                <a:tab pos="2538095" algn="l"/>
                <a:tab pos="3221990" algn="l"/>
              </a:tabLst>
            </a:pPr>
            <a:r>
              <a:rPr lang="zh-CN" altLang="zh-CN" dirty="0">
                <a:solidFill>
                  <a:srgbClr val="000000"/>
                </a:solidFill>
                <a:latin typeface="NEU-BZ-S92"/>
                <a:ea typeface="方正正中黑简体"/>
                <a:cs typeface="Times New Roman" panose="02020603050405020304" pitchFamily="18" charset="0"/>
              </a:rPr>
              <a:t>二、与对数函数有关的函数</a:t>
            </a:r>
            <a:r>
              <a:rPr lang="zh-CN" altLang="zh-CN" dirty="0" smtClean="0">
                <a:solidFill>
                  <a:srgbClr val="000000"/>
                </a:solidFill>
                <a:latin typeface="NEU-BZ-S92"/>
                <a:ea typeface="方正正中黑简体"/>
                <a:cs typeface="Times New Roman" panose="02020603050405020304" pitchFamily="18" charset="0"/>
              </a:rPr>
              <a:t>的单调性</a:t>
            </a:r>
            <a:endParaRPr lang="zh-CN" altLang="zh-CN" dirty="0" smtClean="0">
              <a:solidFill>
                <a:srgbClr val="000000"/>
              </a:solidFill>
              <a:latin typeface="NEU-BZ-S92"/>
              <a:ea typeface="方正书宋_GBK" panose="03000509000000000000" pitchFamily="65" charset="-122"/>
              <a:cs typeface="Times New Roman" panose="02020603050405020304" pitchFamily="18" charset="0"/>
            </a:endParaRPr>
          </a:p>
          <a:p>
            <a:pPr>
              <a:lnSpc>
                <a:spcPts val="4200"/>
              </a:lnSpc>
              <a:spcAft>
                <a:spcPts val="0"/>
              </a:spcAft>
              <a:tabLst>
                <a:tab pos="1029335" algn="l"/>
                <a:tab pos="1850390" algn="l"/>
                <a:tab pos="2538095" algn="l"/>
                <a:tab pos="3221990" algn="l"/>
              </a:tabLst>
            </a:pPr>
            <a:r>
              <a:rPr lang="en-US" altLang="zh-CN" dirty="0" smtClean="0">
                <a:solidFill>
                  <a:srgbClr val="000000"/>
                </a:solidFill>
                <a:ea typeface="宋体" panose="02010600030101010101" pitchFamily="2" charset="-122"/>
                <a:cs typeface="Times New Roman" panose="02020603050405020304" pitchFamily="18" charset="0"/>
              </a:rPr>
              <a:t>1</a:t>
            </a:r>
            <a:r>
              <a:rPr lang="en-US" altLang="zh-CN" i="1"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给出函数</a:t>
            </a:r>
            <a:r>
              <a:rPr lang="en-US" altLang="zh-CN" i="1" dirty="0">
                <a:solidFill>
                  <a:srgbClr val="000000"/>
                </a:solidFill>
                <a:ea typeface="宋体" panose="02010600030101010101" pitchFamily="2" charset="-122"/>
                <a:cs typeface="Times New Roman" panose="02020603050405020304" pitchFamily="18" charset="0"/>
              </a:rPr>
              <a:t>f</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x</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err="1">
                <a:solidFill>
                  <a:srgbClr val="000000"/>
                </a:solidFill>
                <a:ea typeface="宋体" panose="02010600030101010101" pitchFamily="2" charset="-122"/>
                <a:cs typeface="Times New Roman" panose="02020603050405020304" pitchFamily="18" charset="0"/>
              </a:rPr>
              <a:t>log</a:t>
            </a:r>
            <a:r>
              <a:rPr lang="en-US" altLang="zh-CN" i="1" baseline="-25000" dirty="0" err="1">
                <a:solidFill>
                  <a:srgbClr val="000000"/>
                </a:solidFill>
                <a:ea typeface="宋体" panose="02010600030101010101" pitchFamily="2" charset="-122"/>
                <a:cs typeface="Times New Roman" panose="02020603050405020304" pitchFamily="18" charset="0"/>
              </a:rPr>
              <a:t>a</a:t>
            </a:r>
            <a:r>
              <a:rPr lang="en-US" altLang="zh-CN" i="1" dirty="0" err="1">
                <a:solidFill>
                  <a:srgbClr val="000000"/>
                </a:solidFill>
                <a:ea typeface="宋体" panose="02010600030101010101" pitchFamily="2" charset="-122"/>
                <a:cs typeface="Times New Roman" panose="02020603050405020304" pitchFamily="18" charset="0"/>
              </a:rPr>
              <a:t>g</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x</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a&gt;</a:t>
            </a:r>
            <a:r>
              <a:rPr lang="en-US" altLang="zh-CN" dirty="0">
                <a:solidFill>
                  <a:srgbClr val="000000"/>
                </a:solidFill>
                <a:ea typeface="宋体" panose="02010600030101010101" pitchFamily="2" charset="-122"/>
                <a:cs typeface="Times New Roman" panose="02020603050405020304" pitchFamily="18" charset="0"/>
              </a:rPr>
              <a:t>0</a:t>
            </a:r>
            <a:r>
              <a:rPr lang="en-US" altLang="zh-CN" dirty="0" smtClean="0">
                <a:solidFill>
                  <a:srgbClr val="000000"/>
                </a:solidFill>
                <a:ea typeface="宋体" panose="02010600030101010101" pitchFamily="2" charset="-122"/>
                <a:cs typeface="Times New Roman" panose="02020603050405020304" pitchFamily="18" charset="0"/>
              </a:rPr>
              <a:t>,</a:t>
            </a:r>
            <a:r>
              <a:rPr lang="zh-CN" altLang="en-US" dirty="0">
                <a:solidFill>
                  <a:srgbClr val="000000"/>
                </a:solidFill>
                <a:latin typeface="NEU-BZ-S92"/>
                <a:ea typeface="方正正中黑简体"/>
                <a:cs typeface="Times New Roman" panose="02020603050405020304" pitchFamily="18" charset="0"/>
              </a:rPr>
              <a:t>且</a:t>
            </a:r>
            <a:r>
              <a:rPr lang="en-US" altLang="zh-CN" i="1" dirty="0" smtClean="0">
                <a:solidFill>
                  <a:srgbClr val="000000"/>
                </a:solidFill>
                <a:ea typeface="宋体" panose="02010600030101010101" pitchFamily="2" charset="-122"/>
                <a:cs typeface="Times New Roman" panose="02020603050405020304" pitchFamily="18" charset="0"/>
              </a:rPr>
              <a:t>a</a:t>
            </a:r>
            <a:r>
              <a:rPr lang="en-US" altLang="zh-CN" dirty="0">
                <a:solidFill>
                  <a:srgbClr val="000000"/>
                </a:solidFill>
                <a:ea typeface="宋体" panose="02010600030101010101" pitchFamily="2" charset="-122"/>
                <a:cs typeface="Times New Roman" panose="02020603050405020304" pitchFamily="18" charset="0"/>
              </a:rPr>
              <a:t>≠1)</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ts val="4200"/>
              </a:lnSpc>
              <a:spcAft>
                <a:spcPts val="0"/>
              </a:spcAft>
              <a:tabLst>
                <a:tab pos="1029335" algn="l"/>
                <a:tab pos="1850390" algn="l"/>
                <a:tab pos="2538095" algn="l"/>
                <a:tab pos="3221990" algn="l"/>
              </a:tabLst>
            </a:pPr>
            <a:r>
              <a:rPr lang="en-US" altLang="zh-CN" dirty="0">
                <a:solidFill>
                  <a:srgbClr val="000000"/>
                </a:solidFill>
                <a:ea typeface="宋体" panose="02010600030101010101" pitchFamily="2" charset="-122"/>
                <a:cs typeface="Times New Roman" panose="02020603050405020304" pitchFamily="18" charset="0"/>
              </a:rPr>
              <a:t>(1)</a:t>
            </a:r>
            <a:r>
              <a:rPr lang="zh-CN" altLang="zh-CN" dirty="0">
                <a:solidFill>
                  <a:srgbClr val="000000"/>
                </a:solidFill>
                <a:ea typeface="宋体" panose="02010600030101010101" pitchFamily="2" charset="-122"/>
                <a:cs typeface="Times New Roman" panose="02020603050405020304" pitchFamily="18" charset="0"/>
              </a:rPr>
              <a:t>该函数的定义域</a:t>
            </a:r>
            <a:r>
              <a:rPr lang="zh-CN" altLang="zh-CN" dirty="0" smtClean="0">
                <a:solidFill>
                  <a:srgbClr val="000000"/>
                </a:solidFill>
                <a:ea typeface="宋体" panose="02010600030101010101" pitchFamily="2" charset="-122"/>
                <a:cs typeface="Times New Roman" panose="02020603050405020304" pitchFamily="18" charset="0"/>
              </a:rPr>
              <a:t>如何</a:t>
            </a:r>
            <a:r>
              <a:rPr lang="en-US" altLang="zh-CN" dirty="0" smtClean="0">
                <a:solidFill>
                  <a:srgbClr val="000000"/>
                </a:solidFill>
                <a:ea typeface="宋体" panose="02010600030101010101" pitchFamily="2" charset="-122"/>
                <a:cs typeface="Times New Roman" panose="02020603050405020304" pitchFamily="18" charset="0"/>
              </a:rPr>
              <a:t>`</a:t>
            </a:r>
            <a:r>
              <a:rPr lang="zh-CN" altLang="zh-CN" dirty="0" smtClean="0">
                <a:solidFill>
                  <a:srgbClr val="000000"/>
                </a:solidFill>
                <a:ea typeface="宋体" panose="02010600030101010101" pitchFamily="2" charset="-122"/>
                <a:cs typeface="Times New Roman" panose="02020603050405020304" pitchFamily="18" charset="0"/>
              </a:rPr>
              <a:t>确定</a:t>
            </a:r>
            <a:r>
              <a:rPr lang="en-US" altLang="zh-CN"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ts val="4200"/>
              </a:lnSpc>
              <a:spcAft>
                <a:spcPts val="0"/>
              </a:spcAft>
              <a:tabLst>
                <a:tab pos="1029335" algn="l"/>
                <a:tab pos="1850390" algn="l"/>
                <a:tab pos="2538095" algn="l"/>
                <a:tab pos="3221990" algn="l"/>
              </a:tabLst>
            </a:pPr>
            <a:r>
              <a:rPr lang="en-US" altLang="zh-CN" dirty="0" smtClean="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2)</a:t>
            </a:r>
            <a:r>
              <a:rPr lang="zh-CN" altLang="zh-CN" dirty="0">
                <a:solidFill>
                  <a:srgbClr val="000000"/>
                </a:solidFill>
                <a:ea typeface="宋体" panose="02010600030101010101" pitchFamily="2" charset="-122"/>
                <a:cs typeface="Times New Roman" panose="02020603050405020304" pitchFamily="18" charset="0"/>
              </a:rPr>
              <a:t>若令</a:t>
            </a:r>
            <a:r>
              <a:rPr lang="en-US" altLang="zh-CN" i="1" dirty="0">
                <a:solidFill>
                  <a:srgbClr val="000000"/>
                </a:solidFill>
                <a:ea typeface="宋体" panose="02010600030101010101" pitchFamily="2" charset="-122"/>
                <a:cs typeface="Times New Roman" panose="02020603050405020304" pitchFamily="18" charset="0"/>
              </a:rPr>
              <a:t>t=g</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x</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则有</a:t>
            </a:r>
            <a:r>
              <a:rPr lang="en-US" altLang="zh-CN" i="1" dirty="0">
                <a:solidFill>
                  <a:srgbClr val="000000"/>
                </a:solidFill>
                <a:ea typeface="宋体" panose="02010600030101010101" pitchFamily="2" charset="-122"/>
                <a:cs typeface="Times New Roman" panose="02020603050405020304" pitchFamily="18" charset="0"/>
              </a:rPr>
              <a:t>y=</a:t>
            </a:r>
            <a:r>
              <a:rPr lang="en-US" altLang="zh-CN" dirty="0" err="1">
                <a:solidFill>
                  <a:srgbClr val="000000"/>
                </a:solidFill>
                <a:ea typeface="宋体" panose="02010600030101010101" pitchFamily="2" charset="-122"/>
                <a:cs typeface="Times New Roman" panose="02020603050405020304" pitchFamily="18" charset="0"/>
              </a:rPr>
              <a:t>log</a:t>
            </a:r>
            <a:r>
              <a:rPr lang="en-US" altLang="zh-CN" i="1" baseline="-25000" dirty="0" err="1">
                <a:solidFill>
                  <a:srgbClr val="000000"/>
                </a:solidFill>
                <a:ea typeface="宋体" panose="02010600030101010101" pitchFamily="2" charset="-122"/>
                <a:cs typeface="Times New Roman" panose="02020603050405020304" pitchFamily="18" charset="0"/>
              </a:rPr>
              <a:t>a</a:t>
            </a:r>
            <a:r>
              <a:rPr lang="en-US" altLang="zh-CN" i="1" dirty="0" err="1">
                <a:solidFill>
                  <a:srgbClr val="000000"/>
                </a:solidFill>
                <a:ea typeface="宋体" panose="02010600030101010101" pitchFamily="2" charset="-122"/>
                <a:cs typeface="Times New Roman" panose="02020603050405020304" pitchFamily="18" charset="0"/>
              </a:rPr>
              <a:t>t</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设</a:t>
            </a:r>
            <a:r>
              <a:rPr lang="en-US" altLang="zh-CN" i="1" dirty="0">
                <a:solidFill>
                  <a:srgbClr val="000000"/>
                </a:solidFill>
                <a:ea typeface="宋体" panose="02010600030101010101" pitchFamily="2" charset="-122"/>
                <a:cs typeface="Times New Roman" panose="02020603050405020304" pitchFamily="18" charset="0"/>
              </a:rPr>
              <a:t>I</a:t>
            </a:r>
            <a:r>
              <a:rPr lang="zh-CN" altLang="zh-CN" dirty="0">
                <a:solidFill>
                  <a:srgbClr val="000000"/>
                </a:solidFill>
                <a:ea typeface="宋体" panose="02010600030101010101" pitchFamily="2" charset="-122"/>
                <a:cs typeface="Times New Roman" panose="02020603050405020304" pitchFamily="18" charset="0"/>
              </a:rPr>
              <a:t>为函数定义域的一个子区间</a:t>
            </a:r>
            <a:r>
              <a:rPr lang="en-US" altLang="zh-CN" i="1"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latin typeface="NEU-BZ-S92"/>
                <a:ea typeface="宋体" panose="02010600030101010101" pitchFamily="2" charset="-122"/>
                <a:cs typeface="宋体" panose="02010600030101010101" pitchFamily="2" charset="-122"/>
              </a:rPr>
              <a:t>①</a:t>
            </a:r>
            <a:r>
              <a:rPr lang="zh-CN" altLang="zh-CN" dirty="0">
                <a:solidFill>
                  <a:srgbClr val="000000"/>
                </a:solidFill>
                <a:ea typeface="宋体" panose="02010600030101010101" pitchFamily="2" charset="-122"/>
                <a:cs typeface="Times New Roman" panose="02020603050405020304" pitchFamily="18" charset="0"/>
              </a:rPr>
              <a:t>当</a:t>
            </a:r>
            <a:r>
              <a:rPr lang="en-US" altLang="zh-CN" i="1" dirty="0">
                <a:solidFill>
                  <a:srgbClr val="000000"/>
                </a:solidFill>
                <a:ea typeface="宋体" panose="02010600030101010101" pitchFamily="2" charset="-122"/>
                <a:cs typeface="Times New Roman" panose="02020603050405020304" pitchFamily="18" charset="0"/>
              </a:rPr>
              <a:t>a&gt;</a:t>
            </a:r>
            <a:r>
              <a:rPr lang="en-US" altLang="zh-CN" dirty="0">
                <a:solidFill>
                  <a:srgbClr val="000000"/>
                </a:solidFill>
                <a:ea typeface="宋体" panose="02010600030101010101" pitchFamily="2" charset="-122"/>
                <a:cs typeface="Times New Roman" panose="02020603050405020304" pitchFamily="18" charset="0"/>
              </a:rPr>
              <a:t>1</a:t>
            </a:r>
            <a:r>
              <a:rPr lang="zh-CN" altLang="zh-CN" dirty="0">
                <a:solidFill>
                  <a:srgbClr val="000000"/>
                </a:solidFill>
                <a:ea typeface="宋体" panose="02010600030101010101" pitchFamily="2" charset="-122"/>
                <a:cs typeface="Times New Roman" panose="02020603050405020304" pitchFamily="18" charset="0"/>
              </a:rPr>
              <a:t>时</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若在区间</a:t>
            </a:r>
            <a:r>
              <a:rPr lang="en-US" altLang="zh-CN" i="1" dirty="0">
                <a:solidFill>
                  <a:srgbClr val="000000"/>
                </a:solidFill>
                <a:ea typeface="宋体" panose="02010600030101010101" pitchFamily="2" charset="-122"/>
                <a:cs typeface="Times New Roman" panose="02020603050405020304" pitchFamily="18" charset="0"/>
              </a:rPr>
              <a:t>I</a:t>
            </a:r>
            <a:r>
              <a:rPr lang="zh-CN" altLang="zh-CN" dirty="0">
                <a:solidFill>
                  <a:srgbClr val="000000"/>
                </a:solidFill>
                <a:ea typeface="宋体" panose="02010600030101010101" pitchFamily="2" charset="-122"/>
                <a:cs typeface="Times New Roman" panose="02020603050405020304" pitchFamily="18" charset="0"/>
              </a:rPr>
              <a:t>上</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t</a:t>
            </a:r>
            <a:r>
              <a:rPr lang="zh-CN" altLang="zh-CN" dirty="0">
                <a:solidFill>
                  <a:srgbClr val="000000"/>
                </a:solidFill>
                <a:ea typeface="宋体" panose="02010600030101010101" pitchFamily="2" charset="-122"/>
                <a:cs typeface="Times New Roman" panose="02020603050405020304" pitchFamily="18" charset="0"/>
              </a:rPr>
              <a:t>随</a:t>
            </a:r>
            <a:r>
              <a:rPr lang="en-US" altLang="zh-CN" i="1" dirty="0">
                <a:solidFill>
                  <a:srgbClr val="000000"/>
                </a:solidFill>
                <a:ea typeface="宋体" panose="02010600030101010101" pitchFamily="2" charset="-122"/>
                <a:cs typeface="Times New Roman" panose="02020603050405020304" pitchFamily="18" charset="0"/>
              </a:rPr>
              <a:t>x</a:t>
            </a:r>
            <a:r>
              <a:rPr lang="zh-CN" altLang="zh-CN" dirty="0">
                <a:solidFill>
                  <a:srgbClr val="000000"/>
                </a:solidFill>
                <a:ea typeface="宋体" panose="02010600030101010101" pitchFamily="2" charset="-122"/>
                <a:cs typeface="Times New Roman" panose="02020603050405020304" pitchFamily="18" charset="0"/>
              </a:rPr>
              <a:t>的增大而增大</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则</a:t>
            </a:r>
            <a:r>
              <a:rPr lang="en-US" altLang="zh-CN" i="1" dirty="0">
                <a:solidFill>
                  <a:srgbClr val="000000"/>
                </a:solidFill>
                <a:ea typeface="宋体" panose="02010600030101010101" pitchFamily="2" charset="-122"/>
                <a:cs typeface="Times New Roman" panose="02020603050405020304" pitchFamily="18" charset="0"/>
              </a:rPr>
              <a:t>y</a:t>
            </a:r>
            <a:r>
              <a:rPr lang="zh-CN" altLang="zh-CN" dirty="0">
                <a:solidFill>
                  <a:srgbClr val="000000"/>
                </a:solidFill>
                <a:ea typeface="宋体" panose="02010600030101010101" pitchFamily="2" charset="-122"/>
                <a:cs typeface="Times New Roman" panose="02020603050405020304" pitchFamily="18" charset="0"/>
              </a:rPr>
              <a:t>随</a:t>
            </a:r>
            <a:r>
              <a:rPr lang="en-US" altLang="zh-CN" i="1" dirty="0">
                <a:solidFill>
                  <a:srgbClr val="000000"/>
                </a:solidFill>
                <a:ea typeface="宋体" panose="02010600030101010101" pitchFamily="2" charset="-122"/>
                <a:cs typeface="Times New Roman" panose="02020603050405020304" pitchFamily="18" charset="0"/>
              </a:rPr>
              <a:t>t</a:t>
            </a:r>
            <a:r>
              <a:rPr lang="zh-CN" altLang="zh-CN" dirty="0">
                <a:solidFill>
                  <a:srgbClr val="000000"/>
                </a:solidFill>
                <a:ea typeface="宋体" panose="02010600030101010101" pitchFamily="2" charset="-122"/>
                <a:cs typeface="Times New Roman" panose="02020603050405020304" pitchFamily="18" charset="0"/>
              </a:rPr>
              <a:t>怎样变化</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y</a:t>
            </a:r>
            <a:r>
              <a:rPr lang="zh-CN" altLang="zh-CN" dirty="0">
                <a:solidFill>
                  <a:srgbClr val="000000"/>
                </a:solidFill>
                <a:ea typeface="宋体" panose="02010600030101010101" pitchFamily="2" charset="-122"/>
                <a:cs typeface="Times New Roman" panose="02020603050405020304" pitchFamily="18" charset="0"/>
              </a:rPr>
              <a:t>随</a:t>
            </a:r>
            <a:r>
              <a:rPr lang="en-US" altLang="zh-CN" i="1" dirty="0">
                <a:solidFill>
                  <a:srgbClr val="000000"/>
                </a:solidFill>
                <a:ea typeface="宋体" panose="02010600030101010101" pitchFamily="2" charset="-122"/>
                <a:cs typeface="Times New Roman" panose="02020603050405020304" pitchFamily="18" charset="0"/>
              </a:rPr>
              <a:t>x</a:t>
            </a:r>
            <a:r>
              <a:rPr lang="zh-CN" altLang="zh-CN" dirty="0">
                <a:solidFill>
                  <a:srgbClr val="000000"/>
                </a:solidFill>
                <a:ea typeface="宋体" panose="02010600030101010101" pitchFamily="2" charset="-122"/>
                <a:cs typeface="Times New Roman" panose="02020603050405020304" pitchFamily="18" charset="0"/>
              </a:rPr>
              <a:t>怎样变化</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latin typeface="NEU-BZ-S92"/>
                <a:ea typeface="宋体" panose="02010600030101010101" pitchFamily="2" charset="-122"/>
                <a:cs typeface="宋体" panose="02010600030101010101" pitchFamily="2" charset="-122"/>
              </a:rPr>
              <a:t>②</a:t>
            </a:r>
            <a:r>
              <a:rPr lang="zh-CN" altLang="zh-CN" dirty="0">
                <a:solidFill>
                  <a:srgbClr val="000000"/>
                </a:solidFill>
                <a:ea typeface="宋体" panose="02010600030101010101" pitchFamily="2" charset="-122"/>
                <a:cs typeface="Times New Roman" panose="02020603050405020304" pitchFamily="18" charset="0"/>
              </a:rPr>
              <a:t>当</a:t>
            </a:r>
            <a:r>
              <a:rPr lang="en-US" altLang="zh-CN" dirty="0">
                <a:solidFill>
                  <a:srgbClr val="000000"/>
                </a:solidFill>
                <a:ea typeface="宋体" panose="02010600030101010101" pitchFamily="2" charset="-122"/>
                <a:cs typeface="Times New Roman" panose="02020603050405020304" pitchFamily="18" charset="0"/>
              </a:rPr>
              <a:t>0</a:t>
            </a:r>
            <a:r>
              <a:rPr lang="en-US" altLang="zh-CN" i="1" dirty="0">
                <a:solidFill>
                  <a:srgbClr val="000000"/>
                </a:solidFill>
                <a:ea typeface="宋体" panose="02010600030101010101" pitchFamily="2" charset="-122"/>
                <a:cs typeface="Times New Roman" panose="02020603050405020304" pitchFamily="18" charset="0"/>
              </a:rPr>
              <a:t>&lt;a&lt;</a:t>
            </a:r>
            <a:r>
              <a:rPr lang="en-US" altLang="zh-CN" dirty="0">
                <a:solidFill>
                  <a:srgbClr val="000000"/>
                </a:solidFill>
                <a:ea typeface="宋体" panose="02010600030101010101" pitchFamily="2" charset="-122"/>
                <a:cs typeface="Times New Roman" panose="02020603050405020304" pitchFamily="18" charset="0"/>
              </a:rPr>
              <a:t>1</a:t>
            </a:r>
            <a:r>
              <a:rPr lang="zh-CN" altLang="zh-CN" dirty="0">
                <a:solidFill>
                  <a:srgbClr val="000000"/>
                </a:solidFill>
                <a:ea typeface="宋体" panose="02010600030101010101" pitchFamily="2" charset="-122"/>
                <a:cs typeface="Times New Roman" panose="02020603050405020304" pitchFamily="18" charset="0"/>
              </a:rPr>
              <a:t>时</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若在区间</a:t>
            </a:r>
            <a:r>
              <a:rPr lang="en-US" altLang="zh-CN" i="1" dirty="0">
                <a:solidFill>
                  <a:srgbClr val="000000"/>
                </a:solidFill>
                <a:ea typeface="宋体" panose="02010600030101010101" pitchFamily="2" charset="-122"/>
                <a:cs typeface="Times New Roman" panose="02020603050405020304" pitchFamily="18" charset="0"/>
              </a:rPr>
              <a:t>I</a:t>
            </a:r>
            <a:r>
              <a:rPr lang="zh-CN" altLang="zh-CN" dirty="0">
                <a:solidFill>
                  <a:srgbClr val="000000"/>
                </a:solidFill>
                <a:ea typeface="宋体" panose="02010600030101010101" pitchFamily="2" charset="-122"/>
                <a:cs typeface="Times New Roman" panose="02020603050405020304" pitchFamily="18" charset="0"/>
              </a:rPr>
              <a:t>上</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t</a:t>
            </a:r>
            <a:r>
              <a:rPr lang="zh-CN" altLang="zh-CN" dirty="0">
                <a:solidFill>
                  <a:srgbClr val="000000"/>
                </a:solidFill>
                <a:ea typeface="宋体" panose="02010600030101010101" pitchFamily="2" charset="-122"/>
                <a:cs typeface="Times New Roman" panose="02020603050405020304" pitchFamily="18" charset="0"/>
              </a:rPr>
              <a:t>随</a:t>
            </a:r>
            <a:r>
              <a:rPr lang="en-US" altLang="zh-CN" i="1" dirty="0">
                <a:solidFill>
                  <a:srgbClr val="000000"/>
                </a:solidFill>
                <a:ea typeface="宋体" panose="02010600030101010101" pitchFamily="2" charset="-122"/>
                <a:cs typeface="Times New Roman" panose="02020603050405020304" pitchFamily="18" charset="0"/>
              </a:rPr>
              <a:t>x</a:t>
            </a:r>
            <a:r>
              <a:rPr lang="zh-CN" altLang="zh-CN" dirty="0">
                <a:solidFill>
                  <a:srgbClr val="000000"/>
                </a:solidFill>
                <a:ea typeface="宋体" panose="02010600030101010101" pitchFamily="2" charset="-122"/>
                <a:cs typeface="Times New Roman" panose="02020603050405020304" pitchFamily="18" charset="0"/>
              </a:rPr>
              <a:t>的增大而增大</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则</a:t>
            </a:r>
            <a:r>
              <a:rPr lang="en-US" altLang="zh-CN" i="1" dirty="0">
                <a:solidFill>
                  <a:srgbClr val="000000"/>
                </a:solidFill>
                <a:ea typeface="宋体" panose="02010600030101010101" pitchFamily="2" charset="-122"/>
                <a:cs typeface="Times New Roman" panose="02020603050405020304" pitchFamily="18" charset="0"/>
              </a:rPr>
              <a:t>y</a:t>
            </a:r>
            <a:r>
              <a:rPr lang="zh-CN" altLang="zh-CN" dirty="0">
                <a:solidFill>
                  <a:srgbClr val="000000"/>
                </a:solidFill>
                <a:ea typeface="宋体" panose="02010600030101010101" pitchFamily="2" charset="-122"/>
                <a:cs typeface="Times New Roman" panose="02020603050405020304" pitchFamily="18" charset="0"/>
              </a:rPr>
              <a:t>随</a:t>
            </a:r>
            <a:r>
              <a:rPr lang="en-US" altLang="zh-CN" i="1" dirty="0">
                <a:solidFill>
                  <a:srgbClr val="000000"/>
                </a:solidFill>
                <a:ea typeface="宋体" panose="02010600030101010101" pitchFamily="2" charset="-122"/>
                <a:cs typeface="Times New Roman" panose="02020603050405020304" pitchFamily="18" charset="0"/>
              </a:rPr>
              <a:t>t</a:t>
            </a:r>
            <a:r>
              <a:rPr lang="zh-CN" altLang="zh-CN" dirty="0">
                <a:solidFill>
                  <a:srgbClr val="000000"/>
                </a:solidFill>
                <a:ea typeface="宋体" panose="02010600030101010101" pitchFamily="2" charset="-122"/>
                <a:cs typeface="Times New Roman" panose="02020603050405020304" pitchFamily="18" charset="0"/>
              </a:rPr>
              <a:t>怎样变化</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y</a:t>
            </a:r>
            <a:r>
              <a:rPr lang="zh-CN" altLang="zh-CN" dirty="0">
                <a:solidFill>
                  <a:srgbClr val="000000"/>
                </a:solidFill>
                <a:ea typeface="宋体" panose="02010600030101010101" pitchFamily="2" charset="-122"/>
                <a:cs typeface="Times New Roman" panose="02020603050405020304" pitchFamily="18" charset="0"/>
              </a:rPr>
              <a:t>随</a:t>
            </a:r>
            <a:r>
              <a:rPr lang="en-US" altLang="zh-CN" i="1" dirty="0">
                <a:solidFill>
                  <a:srgbClr val="000000"/>
                </a:solidFill>
                <a:ea typeface="宋体" panose="02010600030101010101" pitchFamily="2" charset="-122"/>
                <a:cs typeface="Times New Roman" panose="02020603050405020304" pitchFamily="18" charset="0"/>
              </a:rPr>
              <a:t>x</a:t>
            </a:r>
            <a:r>
              <a:rPr lang="zh-CN" altLang="zh-CN" dirty="0">
                <a:solidFill>
                  <a:srgbClr val="000000"/>
                </a:solidFill>
                <a:ea typeface="宋体" panose="02010600030101010101" pitchFamily="2" charset="-122"/>
                <a:cs typeface="Times New Roman" panose="02020603050405020304" pitchFamily="18" charset="0"/>
              </a:rPr>
              <a:t>怎样变化</a:t>
            </a:r>
            <a:r>
              <a:rPr lang="en-US" altLang="zh-CN"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ts val="4200"/>
              </a:lnSpc>
              <a:spcAft>
                <a:spcPts val="0"/>
              </a:spcAft>
              <a:tabLst>
                <a:tab pos="1029335" algn="l"/>
                <a:tab pos="1850390" algn="l"/>
                <a:tab pos="2538095" algn="l"/>
                <a:tab pos="3221990" algn="l"/>
              </a:tabLst>
            </a:pPr>
            <a:r>
              <a:rPr lang="zh-CN" altLang="zh-CN" dirty="0">
                <a:latin typeface="Arial" panose="020B0604020202020204" pitchFamily="34" charset="0"/>
                <a:cs typeface="Times New Roman" panose="02020603050405020304" pitchFamily="18" charset="0"/>
              </a:rPr>
              <a:t>提示</a:t>
            </a:r>
            <a:r>
              <a:rPr lang="en-US" altLang="zh-CN" dirty="0">
                <a:latin typeface="Arial" panose="020B0604020202020204" pitchFamily="34" charset="0"/>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 (1)</a:t>
            </a:r>
            <a:r>
              <a:rPr lang="zh-CN" altLang="zh-CN" dirty="0">
                <a:solidFill>
                  <a:srgbClr val="000000"/>
                </a:solidFill>
                <a:ea typeface="楷体" panose="02010609060101010101" pitchFamily="49" charset="-122"/>
                <a:cs typeface="Times New Roman" panose="02020603050405020304" pitchFamily="18" charset="0"/>
              </a:rPr>
              <a:t>由</a:t>
            </a:r>
            <a:r>
              <a:rPr lang="en-US" altLang="zh-CN" i="1" dirty="0">
                <a:solidFill>
                  <a:srgbClr val="000000"/>
                </a:solidFill>
                <a:ea typeface="宋体" panose="02010600030101010101" pitchFamily="2" charset="-122"/>
                <a:cs typeface="Times New Roman" panose="02020603050405020304" pitchFamily="18" charset="0"/>
              </a:rPr>
              <a:t>g</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x</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&gt;</a:t>
            </a:r>
            <a:r>
              <a:rPr lang="en-US" altLang="zh-CN" dirty="0">
                <a:solidFill>
                  <a:srgbClr val="000000"/>
                </a:solidFill>
                <a:ea typeface="宋体" panose="02010600030101010101" pitchFamily="2" charset="-122"/>
                <a:cs typeface="Times New Roman" panose="02020603050405020304" pitchFamily="18" charset="0"/>
              </a:rPr>
              <a:t>0</a:t>
            </a:r>
            <a:r>
              <a:rPr lang="zh-CN" altLang="zh-CN" dirty="0">
                <a:solidFill>
                  <a:srgbClr val="000000"/>
                </a:solidFill>
                <a:ea typeface="楷体" panose="02010609060101010101" pitchFamily="49" charset="-122"/>
                <a:cs typeface="Times New Roman" panose="02020603050405020304" pitchFamily="18" charset="0"/>
              </a:rPr>
              <a:t>确定函数的定义域</a:t>
            </a:r>
            <a:r>
              <a:rPr lang="en-US" altLang="zh-CN"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ts val="4200"/>
              </a:lnSpc>
              <a:spcAft>
                <a:spcPts val="0"/>
              </a:spcAft>
              <a:tabLst>
                <a:tab pos="1029335" algn="l"/>
                <a:tab pos="1850390" algn="l"/>
                <a:tab pos="2538095" algn="l"/>
                <a:tab pos="3221990" algn="l"/>
              </a:tabLst>
            </a:pPr>
            <a:r>
              <a:rPr lang="en-US" altLang="zh-CN" dirty="0" smtClean="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2) </a:t>
            </a:r>
            <a:r>
              <a:rPr lang="zh-CN" altLang="zh-CN" dirty="0" smtClean="0">
                <a:solidFill>
                  <a:srgbClr val="000000"/>
                </a:solidFill>
                <a:latin typeface="NEU-BZ-S92"/>
                <a:ea typeface="宋体" panose="02010600030101010101" pitchFamily="2" charset="-122"/>
                <a:cs typeface="宋体" panose="02010600030101010101" pitchFamily="2" charset="-122"/>
              </a:rPr>
              <a:t>①</a:t>
            </a:r>
            <a:r>
              <a:rPr lang="en-US" altLang="zh-CN" i="1" dirty="0">
                <a:solidFill>
                  <a:srgbClr val="000000"/>
                </a:solidFill>
                <a:ea typeface="宋体" panose="02010600030101010101" pitchFamily="2" charset="-122"/>
                <a:cs typeface="Times New Roman" panose="02020603050405020304" pitchFamily="18" charset="0"/>
              </a:rPr>
              <a:t>y</a:t>
            </a:r>
            <a:r>
              <a:rPr lang="zh-CN" altLang="zh-CN" dirty="0">
                <a:solidFill>
                  <a:srgbClr val="000000"/>
                </a:solidFill>
                <a:ea typeface="楷体" panose="02010609060101010101" pitchFamily="49" charset="-122"/>
                <a:cs typeface="Times New Roman" panose="02020603050405020304" pitchFamily="18" charset="0"/>
              </a:rPr>
              <a:t>随</a:t>
            </a:r>
            <a:r>
              <a:rPr lang="en-US" altLang="zh-CN" i="1" dirty="0">
                <a:solidFill>
                  <a:srgbClr val="000000"/>
                </a:solidFill>
                <a:ea typeface="宋体" panose="02010600030101010101" pitchFamily="2" charset="-122"/>
                <a:cs typeface="Times New Roman" panose="02020603050405020304" pitchFamily="18" charset="0"/>
              </a:rPr>
              <a:t>t</a:t>
            </a:r>
            <a:r>
              <a:rPr lang="zh-CN" altLang="zh-CN" dirty="0">
                <a:solidFill>
                  <a:srgbClr val="000000"/>
                </a:solidFill>
                <a:ea typeface="楷体" panose="02010609060101010101" pitchFamily="49" charset="-122"/>
                <a:cs typeface="Times New Roman" panose="02020603050405020304" pitchFamily="18" charset="0"/>
              </a:rPr>
              <a:t>的增大而增大</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y</a:t>
            </a:r>
            <a:r>
              <a:rPr lang="zh-CN" altLang="zh-CN" dirty="0">
                <a:solidFill>
                  <a:srgbClr val="000000"/>
                </a:solidFill>
                <a:ea typeface="楷体" panose="02010609060101010101" pitchFamily="49" charset="-122"/>
                <a:cs typeface="Times New Roman" panose="02020603050405020304" pitchFamily="18" charset="0"/>
              </a:rPr>
              <a:t>随</a:t>
            </a:r>
            <a:r>
              <a:rPr lang="en-US" altLang="zh-CN" i="1" dirty="0">
                <a:solidFill>
                  <a:srgbClr val="000000"/>
                </a:solidFill>
                <a:ea typeface="宋体" panose="02010600030101010101" pitchFamily="2" charset="-122"/>
                <a:cs typeface="Times New Roman" panose="02020603050405020304" pitchFamily="18" charset="0"/>
              </a:rPr>
              <a:t>x</a:t>
            </a:r>
            <a:r>
              <a:rPr lang="zh-CN" altLang="zh-CN" dirty="0">
                <a:solidFill>
                  <a:srgbClr val="000000"/>
                </a:solidFill>
                <a:ea typeface="楷体" panose="02010609060101010101" pitchFamily="49" charset="-122"/>
                <a:cs typeface="Times New Roman" panose="02020603050405020304" pitchFamily="18" charset="0"/>
              </a:rPr>
              <a:t>的增大而增大</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latin typeface="NEU-BZ-S92"/>
                <a:ea typeface="宋体" panose="02010600030101010101" pitchFamily="2" charset="-122"/>
                <a:cs typeface="宋体" panose="02010600030101010101" pitchFamily="2" charset="-122"/>
              </a:rPr>
              <a:t>②</a:t>
            </a:r>
            <a:r>
              <a:rPr lang="en-US" altLang="zh-CN" i="1" dirty="0">
                <a:solidFill>
                  <a:srgbClr val="000000"/>
                </a:solidFill>
                <a:ea typeface="宋体" panose="02010600030101010101" pitchFamily="2" charset="-122"/>
                <a:cs typeface="Times New Roman" panose="02020603050405020304" pitchFamily="18" charset="0"/>
              </a:rPr>
              <a:t>y</a:t>
            </a:r>
            <a:r>
              <a:rPr lang="zh-CN" altLang="zh-CN" dirty="0">
                <a:solidFill>
                  <a:srgbClr val="000000"/>
                </a:solidFill>
                <a:ea typeface="楷体" panose="02010609060101010101" pitchFamily="49" charset="-122"/>
                <a:cs typeface="Times New Roman" panose="02020603050405020304" pitchFamily="18" charset="0"/>
              </a:rPr>
              <a:t>随</a:t>
            </a:r>
            <a:r>
              <a:rPr lang="en-US" altLang="zh-CN" i="1" dirty="0">
                <a:solidFill>
                  <a:srgbClr val="000000"/>
                </a:solidFill>
                <a:ea typeface="宋体" panose="02010600030101010101" pitchFamily="2" charset="-122"/>
                <a:cs typeface="Times New Roman" panose="02020603050405020304" pitchFamily="18" charset="0"/>
              </a:rPr>
              <a:t>t</a:t>
            </a:r>
            <a:r>
              <a:rPr lang="zh-CN" altLang="zh-CN" dirty="0">
                <a:solidFill>
                  <a:srgbClr val="000000"/>
                </a:solidFill>
                <a:ea typeface="楷体" panose="02010609060101010101" pitchFamily="49" charset="-122"/>
                <a:cs typeface="Times New Roman" panose="02020603050405020304" pitchFamily="18" charset="0"/>
              </a:rPr>
              <a:t>的增大而减小</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y</a:t>
            </a:r>
            <a:r>
              <a:rPr lang="zh-CN" altLang="zh-CN" dirty="0">
                <a:solidFill>
                  <a:srgbClr val="000000"/>
                </a:solidFill>
                <a:ea typeface="楷体" panose="02010609060101010101" pitchFamily="49" charset="-122"/>
                <a:cs typeface="Times New Roman" panose="02020603050405020304" pitchFamily="18" charset="0"/>
              </a:rPr>
              <a:t>随</a:t>
            </a:r>
            <a:r>
              <a:rPr lang="en-US" altLang="zh-CN" i="1" dirty="0">
                <a:solidFill>
                  <a:srgbClr val="000000"/>
                </a:solidFill>
                <a:ea typeface="宋体" panose="02010600030101010101" pitchFamily="2" charset="-122"/>
                <a:cs typeface="Times New Roman" panose="02020603050405020304" pitchFamily="18" charset="0"/>
              </a:rPr>
              <a:t>x</a:t>
            </a:r>
            <a:r>
              <a:rPr lang="zh-CN" altLang="zh-CN" dirty="0">
                <a:solidFill>
                  <a:srgbClr val="000000"/>
                </a:solidFill>
                <a:ea typeface="楷体" panose="02010609060101010101" pitchFamily="49" charset="-122"/>
                <a:cs typeface="Times New Roman" panose="02020603050405020304" pitchFamily="18" charset="0"/>
              </a:rPr>
              <a:t>的增大而减小</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effectLst/>
              <a:latin typeface="NEU-BZ-S92"/>
              <a:ea typeface="方正书宋_GBK" panose="03000509000000000000" pitchFamily="65" charset="-122"/>
              <a:cs typeface="Times New Roman" panose="02020603050405020304" pitchFamily="18" charset="0"/>
            </a:endParaRPr>
          </a:p>
        </p:txBody>
      </p:sp>
    </p:spTree>
    <p:extLst>
      <p:ext uri="{BB962C8B-B14F-4D97-AF65-F5344CB8AC3E}">
        <p14:creationId xmlns:p14="http://schemas.microsoft.com/office/powerpoint/2010/main" val="1468110461"/>
      </p:ext>
    </p:extLst>
  </p:cSld>
  <p:clrMapOvr>
    <a:masterClrMapping/>
  </p:clrMapOvr>
  <p:transition spd="slow">
    <p:wheel spokes="1"/>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5">
                                            <p:txEl>
                                              <p:pRg st="4" end="4"/>
                                            </p:txEl>
                                          </p:spTgt>
                                        </p:tgtEl>
                                        <p:attrNameLst>
                                          <p:attrName>style.visibility</p:attrName>
                                        </p:attrNameLst>
                                      </p:cBhvr>
                                      <p:to>
                                        <p:strVal val="visible"/>
                                      </p:to>
                                    </p:set>
                                    <p:animEffect transition="in" filter="randombar(horizontal)">
                                      <p:cBhvr>
                                        <p:cTn id="7" dur="500"/>
                                        <p:tgtEl>
                                          <p:spTgt spid="5">
                                            <p:txEl>
                                              <p:pRg st="4" end="4"/>
                                            </p:txEl>
                                          </p:spTgt>
                                        </p:tgtEl>
                                      </p:cBhvr>
                                    </p:animEffect>
                                  </p:childTnLst>
                                </p:cTn>
                              </p:par>
                              <p:par>
                                <p:cTn id="8" presetID="14" presetClass="entr" presetSubtype="10" fill="hold" nodeType="withEffect">
                                  <p:stCondLst>
                                    <p:cond delay="0"/>
                                  </p:stCondLst>
                                  <p:childTnLst>
                                    <p:set>
                                      <p:cBhvr>
                                        <p:cTn id="9" dur="1" fill="hold">
                                          <p:stCondLst>
                                            <p:cond delay="0"/>
                                          </p:stCondLst>
                                        </p:cTn>
                                        <p:tgtEl>
                                          <p:spTgt spid="5">
                                            <p:txEl>
                                              <p:pRg st="5" end="5"/>
                                            </p:txEl>
                                          </p:spTgt>
                                        </p:tgtEl>
                                        <p:attrNameLst>
                                          <p:attrName>style.visibility</p:attrName>
                                        </p:attrNameLst>
                                      </p:cBhvr>
                                      <p:to>
                                        <p:strVal val="visible"/>
                                      </p:to>
                                    </p:set>
                                    <p:animEffect transition="in" filter="randombar(horizontal)">
                                      <p:cBhvr>
                                        <p:cTn id="10" dur="500"/>
                                        <p:tgtEl>
                                          <p:spTgt spid="5">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ChangeAspect="1"/>
          </p:cNvSpPr>
          <p:nvPr/>
        </p:nvSpPr>
        <p:spPr>
          <a:xfrm>
            <a:off x="361950" y="1258352"/>
            <a:ext cx="10807700" cy="3637919"/>
          </a:xfrm>
          <a:prstGeom prst="rect">
            <a:avLst/>
          </a:prstGeom>
        </p:spPr>
        <p:txBody>
          <a:bodyPr>
            <a:spAutoFit/>
          </a:bodyPr>
          <a:lstStyle/>
          <a:p>
            <a:pPr>
              <a:lnSpc>
                <a:spcPct val="120000"/>
              </a:lnSpc>
              <a:spcAft>
                <a:spcPts val="0"/>
              </a:spcAft>
              <a:tabLst>
                <a:tab pos="1029335" algn="l"/>
                <a:tab pos="1850390" algn="l"/>
                <a:tab pos="2538095" algn="l"/>
                <a:tab pos="3221990" algn="l"/>
              </a:tabLst>
            </a:pPr>
            <a:r>
              <a:rPr lang="en-US" altLang="zh-CN" dirty="0">
                <a:solidFill>
                  <a:srgbClr val="000000"/>
                </a:solidFill>
                <a:ea typeface="宋体" panose="02010600030101010101" pitchFamily="2" charset="-122"/>
                <a:cs typeface="Times New Roman" panose="02020603050405020304" pitchFamily="18" charset="0"/>
              </a:rPr>
              <a:t>2</a:t>
            </a:r>
            <a:r>
              <a:rPr lang="en-US" altLang="zh-CN" i="1" dirty="0" smtClean="0">
                <a:solidFill>
                  <a:srgbClr val="000000"/>
                </a:solidFill>
                <a:ea typeface="宋体" panose="02010600030101010101" pitchFamily="2" charset="-122"/>
                <a:cs typeface="Times New Roman" panose="02020603050405020304" pitchFamily="18" charset="0"/>
              </a:rPr>
              <a:t>.</a:t>
            </a:r>
            <a:r>
              <a:rPr lang="en-US" altLang="zh-CN" dirty="0" smtClean="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1)</a:t>
            </a:r>
            <a:r>
              <a:rPr lang="zh-CN" altLang="zh-CN" dirty="0">
                <a:solidFill>
                  <a:srgbClr val="000000"/>
                </a:solidFill>
                <a:ea typeface="宋体" panose="02010600030101010101" pitchFamily="2" charset="-122"/>
                <a:cs typeface="Times New Roman" panose="02020603050405020304" pitchFamily="18" charset="0"/>
              </a:rPr>
              <a:t>若</a:t>
            </a:r>
            <a:r>
              <a:rPr lang="en-US" altLang="zh-CN" i="1" dirty="0">
                <a:solidFill>
                  <a:srgbClr val="000000"/>
                </a:solidFill>
                <a:ea typeface="宋体" panose="02010600030101010101" pitchFamily="2" charset="-122"/>
                <a:cs typeface="Times New Roman" panose="02020603050405020304" pitchFamily="18" charset="0"/>
              </a:rPr>
              <a:t>a&gt;</a:t>
            </a:r>
            <a:r>
              <a:rPr lang="en-US" altLang="zh-CN" dirty="0">
                <a:solidFill>
                  <a:srgbClr val="000000"/>
                </a:solidFill>
                <a:ea typeface="宋体" panose="02010600030101010101" pitchFamily="2" charset="-122"/>
                <a:cs typeface="Times New Roman" panose="02020603050405020304" pitchFamily="18" charset="0"/>
              </a:rPr>
              <a:t>1,</a:t>
            </a:r>
            <a:r>
              <a:rPr lang="zh-CN" altLang="zh-CN" dirty="0">
                <a:solidFill>
                  <a:srgbClr val="000000"/>
                </a:solidFill>
                <a:ea typeface="宋体" panose="02010600030101010101" pitchFamily="2" charset="-122"/>
                <a:cs typeface="Times New Roman" panose="02020603050405020304" pitchFamily="18" charset="0"/>
              </a:rPr>
              <a:t>则函数</a:t>
            </a:r>
            <a:r>
              <a:rPr lang="en-US" altLang="zh-CN" i="1" dirty="0">
                <a:solidFill>
                  <a:srgbClr val="000000"/>
                </a:solidFill>
                <a:ea typeface="宋体" panose="02010600030101010101" pitchFamily="2" charset="-122"/>
                <a:cs typeface="Times New Roman" panose="02020603050405020304" pitchFamily="18" charset="0"/>
              </a:rPr>
              <a:t>f</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x</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err="1">
                <a:solidFill>
                  <a:srgbClr val="000000"/>
                </a:solidFill>
                <a:ea typeface="宋体" panose="02010600030101010101" pitchFamily="2" charset="-122"/>
                <a:cs typeface="Times New Roman" panose="02020603050405020304" pitchFamily="18" charset="0"/>
              </a:rPr>
              <a:t>log</a:t>
            </a:r>
            <a:r>
              <a:rPr lang="en-US" altLang="zh-CN" i="1" baseline="-25000" dirty="0" err="1">
                <a:solidFill>
                  <a:srgbClr val="000000"/>
                </a:solidFill>
                <a:ea typeface="宋体" panose="02010600030101010101" pitchFamily="2" charset="-122"/>
                <a:cs typeface="Times New Roman" panose="02020603050405020304" pitchFamily="18" charset="0"/>
              </a:rPr>
              <a:t>a</a:t>
            </a:r>
            <a:r>
              <a:rPr lang="en-US" altLang="zh-CN" i="1" dirty="0" err="1">
                <a:solidFill>
                  <a:srgbClr val="000000"/>
                </a:solidFill>
                <a:ea typeface="宋体" panose="02010600030101010101" pitchFamily="2" charset="-122"/>
                <a:cs typeface="Times New Roman" panose="02020603050405020304" pitchFamily="18" charset="0"/>
              </a:rPr>
              <a:t>g</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x</a:t>
            </a:r>
            <a:r>
              <a:rPr lang="en-US" altLang="zh-CN" dirty="0" smtClean="0">
                <a:solidFill>
                  <a:srgbClr val="000000"/>
                </a:solidFill>
                <a:ea typeface="宋体" panose="02010600030101010101" pitchFamily="2" charset="-122"/>
                <a:cs typeface="Times New Roman" panose="02020603050405020304" pitchFamily="18" charset="0"/>
              </a:rPr>
              <a:t>) </a:t>
            </a:r>
            <a:r>
              <a:rPr lang="zh-CN" altLang="zh-CN" dirty="0" smtClean="0">
                <a:solidFill>
                  <a:srgbClr val="000000"/>
                </a:solidFill>
                <a:ea typeface="宋体" panose="02010600030101010101" pitchFamily="2" charset="-122"/>
                <a:cs typeface="Times New Roman" panose="02020603050405020304" pitchFamily="18" charset="0"/>
              </a:rPr>
              <a:t>的</a:t>
            </a:r>
            <a:r>
              <a:rPr lang="zh-CN" altLang="zh-CN" dirty="0">
                <a:solidFill>
                  <a:srgbClr val="000000"/>
                </a:solidFill>
                <a:ea typeface="宋体" panose="02010600030101010101" pitchFamily="2" charset="-122"/>
                <a:cs typeface="Times New Roman" panose="02020603050405020304" pitchFamily="18" charset="0"/>
              </a:rPr>
              <a:t>单调递增区间就是</a:t>
            </a:r>
            <a:r>
              <a:rPr lang="en-US" altLang="zh-CN" i="1" dirty="0">
                <a:solidFill>
                  <a:srgbClr val="000000"/>
                </a:solidFill>
                <a:ea typeface="宋体" panose="02010600030101010101" pitchFamily="2" charset="-122"/>
                <a:cs typeface="Times New Roman" panose="02020603050405020304" pitchFamily="18" charset="0"/>
              </a:rPr>
              <a:t>g</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x</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smtClean="0">
                <a:solidFill>
                  <a:srgbClr val="000000"/>
                </a:solidFill>
                <a:ea typeface="宋体" panose="02010600030101010101" pitchFamily="2" charset="-122"/>
                <a:cs typeface="Times New Roman" panose="02020603050405020304" pitchFamily="18" charset="0"/>
              </a:rPr>
              <a:t>的</a:t>
            </a:r>
            <a:endParaRPr lang="en-US" altLang="zh-CN" dirty="0" smtClean="0">
              <a:solidFill>
                <a:srgbClr val="000000"/>
              </a:solidFill>
              <a:ea typeface="宋体" panose="02010600030101010101" pitchFamily="2"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zh-CN" altLang="zh-CN" dirty="0" smtClean="0">
                <a:ea typeface="宋体" panose="02010600030101010101" pitchFamily="2" charset="-122"/>
                <a:cs typeface="Times New Roman" panose="02020603050405020304" pitchFamily="18" charset="0"/>
              </a:rPr>
              <a:t>单调</a:t>
            </a:r>
            <a:r>
              <a:rPr lang="zh-CN" altLang="zh-CN" dirty="0">
                <a:ea typeface="宋体" panose="02010600030101010101" pitchFamily="2" charset="-122"/>
                <a:cs typeface="Times New Roman" panose="02020603050405020304" pitchFamily="18" charset="0"/>
              </a:rPr>
              <a:t>递增区间</a:t>
            </a:r>
            <a:r>
              <a:rPr lang="zh-CN" altLang="zh-CN" dirty="0">
                <a:solidFill>
                  <a:srgbClr val="000000"/>
                </a:solidFill>
                <a:ea typeface="宋体" panose="02010600030101010101" pitchFamily="2" charset="-122"/>
                <a:cs typeface="Times New Roman" panose="02020603050405020304" pitchFamily="18" charset="0"/>
              </a:rPr>
              <a:t>与函数定义域的交集</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f</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x</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err="1">
                <a:solidFill>
                  <a:srgbClr val="000000"/>
                </a:solidFill>
                <a:ea typeface="宋体" panose="02010600030101010101" pitchFamily="2" charset="-122"/>
                <a:cs typeface="Times New Roman" panose="02020603050405020304" pitchFamily="18" charset="0"/>
              </a:rPr>
              <a:t>log</a:t>
            </a:r>
            <a:r>
              <a:rPr lang="en-US" altLang="zh-CN" i="1" baseline="-25000" dirty="0" err="1">
                <a:solidFill>
                  <a:srgbClr val="000000"/>
                </a:solidFill>
                <a:ea typeface="宋体" panose="02010600030101010101" pitchFamily="2" charset="-122"/>
                <a:cs typeface="Times New Roman" panose="02020603050405020304" pitchFamily="18" charset="0"/>
              </a:rPr>
              <a:t>a</a:t>
            </a:r>
            <a:r>
              <a:rPr lang="en-US" altLang="zh-CN" i="1" dirty="0" err="1">
                <a:solidFill>
                  <a:srgbClr val="000000"/>
                </a:solidFill>
                <a:ea typeface="宋体" panose="02010600030101010101" pitchFamily="2" charset="-122"/>
                <a:cs typeface="Times New Roman" panose="02020603050405020304" pitchFamily="18" charset="0"/>
              </a:rPr>
              <a:t>g</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x</a:t>
            </a:r>
            <a:r>
              <a:rPr lang="en-US" altLang="zh-CN" dirty="0" smtClean="0">
                <a:solidFill>
                  <a:srgbClr val="000000"/>
                </a:solidFill>
                <a:ea typeface="宋体" panose="02010600030101010101" pitchFamily="2" charset="-122"/>
                <a:cs typeface="Times New Roman" panose="02020603050405020304" pitchFamily="18" charset="0"/>
              </a:rPr>
              <a:t>) </a:t>
            </a:r>
            <a:r>
              <a:rPr lang="zh-CN" altLang="zh-CN" dirty="0" smtClean="0">
                <a:solidFill>
                  <a:srgbClr val="000000"/>
                </a:solidFill>
                <a:ea typeface="宋体" panose="02010600030101010101" pitchFamily="2" charset="-122"/>
                <a:cs typeface="Times New Roman" panose="02020603050405020304" pitchFamily="18" charset="0"/>
              </a:rPr>
              <a:t>的</a:t>
            </a:r>
            <a:r>
              <a:rPr lang="zh-CN" altLang="zh-CN" dirty="0">
                <a:solidFill>
                  <a:srgbClr val="000000"/>
                </a:solidFill>
                <a:ea typeface="宋体" panose="02010600030101010101" pitchFamily="2" charset="-122"/>
                <a:cs typeface="Times New Roman" panose="02020603050405020304" pitchFamily="18" charset="0"/>
              </a:rPr>
              <a:t>单调递减区间就是</a:t>
            </a:r>
            <a:r>
              <a:rPr lang="en-US" altLang="zh-CN" i="1" dirty="0">
                <a:solidFill>
                  <a:srgbClr val="000000"/>
                </a:solidFill>
                <a:ea typeface="宋体" panose="02010600030101010101" pitchFamily="2" charset="-122"/>
                <a:cs typeface="Times New Roman" panose="02020603050405020304" pitchFamily="18" charset="0"/>
              </a:rPr>
              <a:t>g</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x</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smtClean="0">
                <a:solidFill>
                  <a:srgbClr val="000000"/>
                </a:solidFill>
                <a:ea typeface="宋体" panose="02010600030101010101" pitchFamily="2" charset="-122"/>
                <a:cs typeface="Times New Roman" panose="02020603050405020304" pitchFamily="18" charset="0"/>
              </a:rPr>
              <a:t>的</a:t>
            </a:r>
            <a:r>
              <a:rPr lang="zh-CN" altLang="zh-CN" dirty="0" smtClean="0">
                <a:ea typeface="宋体" panose="02010600030101010101" pitchFamily="2" charset="-122"/>
                <a:cs typeface="Times New Roman" panose="02020603050405020304" pitchFamily="18" charset="0"/>
              </a:rPr>
              <a:t>单调</a:t>
            </a:r>
            <a:r>
              <a:rPr lang="zh-CN" altLang="zh-CN" dirty="0">
                <a:ea typeface="宋体" panose="02010600030101010101" pitchFamily="2" charset="-122"/>
                <a:cs typeface="Times New Roman" panose="02020603050405020304" pitchFamily="18" charset="0"/>
              </a:rPr>
              <a:t>递减区间</a:t>
            </a:r>
            <a:r>
              <a:rPr lang="zh-CN" altLang="zh-CN" dirty="0">
                <a:solidFill>
                  <a:srgbClr val="000000"/>
                </a:solidFill>
                <a:ea typeface="宋体" panose="02010600030101010101" pitchFamily="2" charset="-122"/>
                <a:cs typeface="Times New Roman" panose="02020603050405020304" pitchFamily="18" charset="0"/>
              </a:rPr>
              <a:t>与函数定义域的交集</a:t>
            </a:r>
            <a:r>
              <a:rPr lang="en-US" altLang="zh-CN"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en-US" altLang="zh-CN" dirty="0">
                <a:solidFill>
                  <a:srgbClr val="000000"/>
                </a:solidFill>
                <a:ea typeface="宋体" panose="02010600030101010101" pitchFamily="2" charset="-122"/>
                <a:cs typeface="Times New Roman" panose="02020603050405020304" pitchFamily="18" charset="0"/>
              </a:rPr>
              <a:t>(2)</a:t>
            </a:r>
            <a:r>
              <a:rPr lang="zh-CN" altLang="zh-CN" dirty="0">
                <a:solidFill>
                  <a:srgbClr val="000000"/>
                </a:solidFill>
                <a:ea typeface="宋体" panose="02010600030101010101" pitchFamily="2" charset="-122"/>
                <a:cs typeface="Times New Roman" panose="02020603050405020304" pitchFamily="18" charset="0"/>
              </a:rPr>
              <a:t>若</a:t>
            </a:r>
            <a:r>
              <a:rPr lang="en-US" altLang="zh-CN" dirty="0">
                <a:solidFill>
                  <a:srgbClr val="000000"/>
                </a:solidFill>
                <a:ea typeface="宋体" panose="02010600030101010101" pitchFamily="2" charset="-122"/>
                <a:cs typeface="Times New Roman" panose="02020603050405020304" pitchFamily="18" charset="0"/>
              </a:rPr>
              <a:t>0</a:t>
            </a:r>
            <a:r>
              <a:rPr lang="en-US" altLang="zh-CN" i="1" dirty="0">
                <a:solidFill>
                  <a:srgbClr val="000000"/>
                </a:solidFill>
                <a:ea typeface="宋体" panose="02010600030101010101" pitchFamily="2" charset="-122"/>
                <a:cs typeface="Times New Roman" panose="02020603050405020304" pitchFamily="18" charset="0"/>
              </a:rPr>
              <a:t>&lt;a&lt;</a:t>
            </a:r>
            <a:r>
              <a:rPr lang="en-US" altLang="zh-CN" dirty="0">
                <a:solidFill>
                  <a:srgbClr val="000000"/>
                </a:solidFill>
                <a:ea typeface="宋体" panose="02010600030101010101" pitchFamily="2" charset="-122"/>
                <a:cs typeface="Times New Roman" panose="02020603050405020304" pitchFamily="18" charset="0"/>
              </a:rPr>
              <a:t>1,</a:t>
            </a:r>
            <a:r>
              <a:rPr lang="zh-CN" altLang="zh-CN" dirty="0">
                <a:solidFill>
                  <a:srgbClr val="000000"/>
                </a:solidFill>
                <a:ea typeface="宋体" panose="02010600030101010101" pitchFamily="2" charset="-122"/>
                <a:cs typeface="Times New Roman" panose="02020603050405020304" pitchFamily="18" charset="0"/>
              </a:rPr>
              <a:t>则函数</a:t>
            </a:r>
            <a:r>
              <a:rPr lang="en-US" altLang="zh-CN" i="1" dirty="0">
                <a:solidFill>
                  <a:srgbClr val="000000"/>
                </a:solidFill>
                <a:ea typeface="宋体" panose="02010600030101010101" pitchFamily="2" charset="-122"/>
                <a:cs typeface="Times New Roman" panose="02020603050405020304" pitchFamily="18" charset="0"/>
              </a:rPr>
              <a:t>f</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x</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err="1">
                <a:solidFill>
                  <a:srgbClr val="000000"/>
                </a:solidFill>
                <a:ea typeface="宋体" panose="02010600030101010101" pitchFamily="2" charset="-122"/>
                <a:cs typeface="Times New Roman" panose="02020603050405020304" pitchFamily="18" charset="0"/>
              </a:rPr>
              <a:t>log</a:t>
            </a:r>
            <a:r>
              <a:rPr lang="en-US" altLang="zh-CN" i="1" baseline="-25000" dirty="0" err="1">
                <a:solidFill>
                  <a:srgbClr val="000000"/>
                </a:solidFill>
                <a:ea typeface="宋体" panose="02010600030101010101" pitchFamily="2" charset="-122"/>
                <a:cs typeface="Times New Roman" panose="02020603050405020304" pitchFamily="18" charset="0"/>
              </a:rPr>
              <a:t>a</a:t>
            </a:r>
            <a:r>
              <a:rPr lang="en-US" altLang="zh-CN" i="1" dirty="0" err="1">
                <a:solidFill>
                  <a:srgbClr val="000000"/>
                </a:solidFill>
                <a:ea typeface="宋体" panose="02010600030101010101" pitchFamily="2" charset="-122"/>
                <a:cs typeface="Times New Roman" panose="02020603050405020304" pitchFamily="18" charset="0"/>
              </a:rPr>
              <a:t>g</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x</a:t>
            </a:r>
            <a:r>
              <a:rPr lang="en-US" altLang="zh-CN" dirty="0" smtClean="0">
                <a:solidFill>
                  <a:srgbClr val="000000"/>
                </a:solidFill>
                <a:ea typeface="宋体" panose="02010600030101010101" pitchFamily="2" charset="-122"/>
                <a:cs typeface="Times New Roman" panose="02020603050405020304" pitchFamily="18" charset="0"/>
              </a:rPr>
              <a:t>) </a:t>
            </a:r>
            <a:r>
              <a:rPr lang="zh-CN" altLang="zh-CN" dirty="0" smtClean="0">
                <a:solidFill>
                  <a:srgbClr val="000000"/>
                </a:solidFill>
                <a:ea typeface="宋体" panose="02010600030101010101" pitchFamily="2" charset="-122"/>
                <a:cs typeface="Times New Roman" panose="02020603050405020304" pitchFamily="18" charset="0"/>
              </a:rPr>
              <a:t>的</a:t>
            </a:r>
            <a:r>
              <a:rPr lang="zh-CN" altLang="zh-CN" dirty="0">
                <a:solidFill>
                  <a:srgbClr val="000000"/>
                </a:solidFill>
                <a:ea typeface="宋体" panose="02010600030101010101" pitchFamily="2" charset="-122"/>
                <a:cs typeface="Times New Roman" panose="02020603050405020304" pitchFamily="18" charset="0"/>
              </a:rPr>
              <a:t>单调递增区间就是</a:t>
            </a:r>
            <a:r>
              <a:rPr lang="en-US" altLang="zh-CN" i="1" dirty="0">
                <a:solidFill>
                  <a:srgbClr val="000000"/>
                </a:solidFill>
                <a:ea typeface="宋体" panose="02010600030101010101" pitchFamily="2" charset="-122"/>
                <a:cs typeface="Times New Roman" panose="02020603050405020304" pitchFamily="18" charset="0"/>
              </a:rPr>
              <a:t>g</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x</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的</a:t>
            </a:r>
            <a:r>
              <a:rPr lang="zh-CN" altLang="zh-CN" dirty="0">
                <a:ea typeface="宋体" panose="02010600030101010101" pitchFamily="2" charset="-122"/>
                <a:cs typeface="Times New Roman" panose="02020603050405020304" pitchFamily="18" charset="0"/>
              </a:rPr>
              <a:t>单调递减区间</a:t>
            </a:r>
            <a:r>
              <a:rPr lang="zh-CN" altLang="zh-CN" dirty="0">
                <a:solidFill>
                  <a:srgbClr val="000000"/>
                </a:solidFill>
                <a:ea typeface="宋体" panose="02010600030101010101" pitchFamily="2" charset="-122"/>
                <a:cs typeface="Times New Roman" panose="02020603050405020304" pitchFamily="18" charset="0"/>
              </a:rPr>
              <a:t>与函数定义域的交集</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f</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x</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err="1">
                <a:solidFill>
                  <a:srgbClr val="000000"/>
                </a:solidFill>
                <a:ea typeface="宋体" panose="02010600030101010101" pitchFamily="2" charset="-122"/>
                <a:cs typeface="Times New Roman" panose="02020603050405020304" pitchFamily="18" charset="0"/>
              </a:rPr>
              <a:t>log</a:t>
            </a:r>
            <a:r>
              <a:rPr lang="en-US" altLang="zh-CN" i="1" baseline="-25000" dirty="0" err="1">
                <a:solidFill>
                  <a:srgbClr val="000000"/>
                </a:solidFill>
                <a:ea typeface="宋体" panose="02010600030101010101" pitchFamily="2" charset="-122"/>
                <a:cs typeface="Times New Roman" panose="02020603050405020304" pitchFamily="18" charset="0"/>
              </a:rPr>
              <a:t>a</a:t>
            </a:r>
            <a:r>
              <a:rPr lang="en-US" altLang="zh-CN" i="1" dirty="0" err="1">
                <a:solidFill>
                  <a:srgbClr val="000000"/>
                </a:solidFill>
                <a:ea typeface="宋体" panose="02010600030101010101" pitchFamily="2" charset="-122"/>
                <a:cs typeface="Times New Roman" panose="02020603050405020304" pitchFamily="18" charset="0"/>
              </a:rPr>
              <a:t>g</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x</a:t>
            </a:r>
            <a:r>
              <a:rPr lang="en-US" altLang="zh-CN" dirty="0" smtClean="0">
                <a:solidFill>
                  <a:srgbClr val="000000"/>
                </a:solidFill>
                <a:ea typeface="宋体" panose="02010600030101010101" pitchFamily="2" charset="-122"/>
                <a:cs typeface="Times New Roman" panose="02020603050405020304" pitchFamily="18" charset="0"/>
              </a:rPr>
              <a:t>) </a:t>
            </a:r>
            <a:r>
              <a:rPr lang="zh-CN" altLang="zh-CN" dirty="0" smtClean="0">
                <a:solidFill>
                  <a:srgbClr val="000000"/>
                </a:solidFill>
                <a:ea typeface="宋体" panose="02010600030101010101" pitchFamily="2" charset="-122"/>
                <a:cs typeface="Times New Roman" panose="02020603050405020304" pitchFamily="18" charset="0"/>
              </a:rPr>
              <a:t>的</a:t>
            </a:r>
            <a:r>
              <a:rPr lang="zh-CN" altLang="zh-CN" dirty="0">
                <a:solidFill>
                  <a:srgbClr val="000000"/>
                </a:solidFill>
                <a:ea typeface="宋体" panose="02010600030101010101" pitchFamily="2" charset="-122"/>
                <a:cs typeface="Times New Roman" panose="02020603050405020304" pitchFamily="18" charset="0"/>
              </a:rPr>
              <a:t>单调递减区间就是</a:t>
            </a:r>
            <a:r>
              <a:rPr lang="en-US" altLang="zh-CN" i="1" dirty="0">
                <a:solidFill>
                  <a:srgbClr val="000000"/>
                </a:solidFill>
                <a:ea typeface="宋体" panose="02010600030101010101" pitchFamily="2" charset="-122"/>
                <a:cs typeface="Times New Roman" panose="02020603050405020304" pitchFamily="18" charset="0"/>
              </a:rPr>
              <a:t>g</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x</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smtClean="0">
                <a:solidFill>
                  <a:srgbClr val="000000"/>
                </a:solidFill>
                <a:ea typeface="宋体" panose="02010600030101010101" pitchFamily="2" charset="-122"/>
                <a:cs typeface="Times New Roman" panose="02020603050405020304" pitchFamily="18" charset="0"/>
              </a:rPr>
              <a:t>的</a:t>
            </a:r>
            <a:r>
              <a:rPr lang="zh-CN" altLang="zh-CN" dirty="0" smtClean="0">
                <a:ea typeface="宋体" panose="02010600030101010101" pitchFamily="2" charset="-122"/>
                <a:cs typeface="Times New Roman" panose="02020603050405020304" pitchFamily="18" charset="0"/>
              </a:rPr>
              <a:t>单调</a:t>
            </a:r>
            <a:r>
              <a:rPr lang="zh-CN" altLang="zh-CN" dirty="0">
                <a:ea typeface="宋体" panose="02010600030101010101" pitchFamily="2" charset="-122"/>
                <a:cs typeface="Times New Roman" panose="02020603050405020304" pitchFamily="18" charset="0"/>
              </a:rPr>
              <a:t>递增区间</a:t>
            </a:r>
            <a:r>
              <a:rPr lang="zh-CN" altLang="zh-CN" dirty="0">
                <a:solidFill>
                  <a:srgbClr val="000000"/>
                </a:solidFill>
                <a:ea typeface="宋体" panose="02010600030101010101" pitchFamily="2" charset="-122"/>
                <a:cs typeface="Times New Roman" panose="02020603050405020304" pitchFamily="18" charset="0"/>
              </a:rPr>
              <a:t>与函数定义域的交集</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effectLst/>
              <a:latin typeface="NEU-BZ-S92"/>
              <a:ea typeface="方正书宋_GBK" panose="03000509000000000000" pitchFamily="65" charset="-122"/>
              <a:cs typeface="Times New Roman" panose="02020603050405020304" pitchFamily="18" charset="0"/>
            </a:endParaRPr>
          </a:p>
        </p:txBody>
      </p:sp>
      <p:sp>
        <p:nvSpPr>
          <p:cNvPr id="5" name="矩形 4"/>
          <p:cNvSpPr/>
          <p:nvPr/>
        </p:nvSpPr>
        <p:spPr>
          <a:xfrm>
            <a:off x="482937" y="1905959"/>
            <a:ext cx="2397780" cy="462987"/>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6" name="直接连接符 5"/>
          <p:cNvCxnSpPr/>
          <p:nvPr/>
        </p:nvCxnSpPr>
        <p:spPr>
          <a:xfrm>
            <a:off x="478944" y="2370057"/>
            <a:ext cx="2395066" cy="0"/>
          </a:xfrm>
          <a:prstGeom prst="line">
            <a:avLst/>
          </a:prstGeom>
        </p:spPr>
        <p:style>
          <a:lnRef idx="2">
            <a:schemeClr val="dk1"/>
          </a:lnRef>
          <a:fillRef idx="0">
            <a:schemeClr val="dk1"/>
          </a:fillRef>
          <a:effectRef idx="1">
            <a:schemeClr val="dk1"/>
          </a:effectRef>
          <a:fontRef idx="minor">
            <a:schemeClr val="tx1"/>
          </a:fontRef>
        </p:style>
      </p:cxnSp>
      <p:sp>
        <p:nvSpPr>
          <p:cNvPr id="7" name="矩形 6"/>
          <p:cNvSpPr/>
          <p:nvPr/>
        </p:nvSpPr>
        <p:spPr>
          <a:xfrm>
            <a:off x="3188413" y="2502945"/>
            <a:ext cx="2397780" cy="462987"/>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8" name="直接连接符 7"/>
          <p:cNvCxnSpPr/>
          <p:nvPr/>
        </p:nvCxnSpPr>
        <p:spPr>
          <a:xfrm>
            <a:off x="3184420" y="2967043"/>
            <a:ext cx="2395066" cy="0"/>
          </a:xfrm>
          <a:prstGeom prst="line">
            <a:avLst/>
          </a:prstGeom>
        </p:spPr>
        <p:style>
          <a:lnRef idx="2">
            <a:schemeClr val="dk1"/>
          </a:lnRef>
          <a:fillRef idx="0">
            <a:schemeClr val="dk1"/>
          </a:fillRef>
          <a:effectRef idx="1">
            <a:schemeClr val="dk1"/>
          </a:effectRef>
          <a:fontRef idx="minor">
            <a:schemeClr val="tx1"/>
          </a:fontRef>
        </p:style>
      </p:cxnSp>
      <p:sp>
        <p:nvSpPr>
          <p:cNvPr id="9" name="矩形 8"/>
          <p:cNvSpPr/>
          <p:nvPr/>
        </p:nvSpPr>
        <p:spPr>
          <a:xfrm>
            <a:off x="478944" y="3658720"/>
            <a:ext cx="2397780" cy="462987"/>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0" name="直接连接符 9"/>
          <p:cNvCxnSpPr/>
          <p:nvPr/>
        </p:nvCxnSpPr>
        <p:spPr>
          <a:xfrm>
            <a:off x="474951" y="4122818"/>
            <a:ext cx="2395066" cy="0"/>
          </a:xfrm>
          <a:prstGeom prst="line">
            <a:avLst/>
          </a:prstGeom>
        </p:spPr>
        <p:style>
          <a:lnRef idx="2">
            <a:schemeClr val="dk1"/>
          </a:lnRef>
          <a:fillRef idx="0">
            <a:schemeClr val="dk1"/>
          </a:fillRef>
          <a:effectRef idx="1">
            <a:schemeClr val="dk1"/>
          </a:effectRef>
          <a:fontRef idx="minor">
            <a:schemeClr val="tx1"/>
          </a:fontRef>
        </p:style>
      </p:cxnSp>
      <p:sp>
        <p:nvSpPr>
          <p:cNvPr id="11" name="矩形 10"/>
          <p:cNvSpPr/>
          <p:nvPr/>
        </p:nvSpPr>
        <p:spPr>
          <a:xfrm>
            <a:off x="3184420" y="4241132"/>
            <a:ext cx="2397780" cy="462987"/>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2" name="直接连接符 11"/>
          <p:cNvCxnSpPr/>
          <p:nvPr/>
        </p:nvCxnSpPr>
        <p:spPr>
          <a:xfrm>
            <a:off x="3180427" y="4705230"/>
            <a:ext cx="2395066" cy="0"/>
          </a:xfrm>
          <a:prstGeom prst="line">
            <a:avLst/>
          </a:prstGeom>
        </p:spPr>
        <p:style>
          <a:lnRef idx="2">
            <a:schemeClr val="dk1"/>
          </a:lnRef>
          <a:fillRef idx="0">
            <a:schemeClr val="dk1"/>
          </a:fillRef>
          <a:effectRef idx="1">
            <a:schemeClr val="dk1"/>
          </a:effectRef>
          <a:fontRef idx="minor">
            <a:schemeClr val="tx1"/>
          </a:fontRef>
        </p:style>
      </p:cxnSp>
    </p:spTree>
    <p:extLst>
      <p:ext uri="{BB962C8B-B14F-4D97-AF65-F5344CB8AC3E}">
        <p14:creationId xmlns:p14="http://schemas.microsoft.com/office/powerpoint/2010/main" val="1229551013"/>
      </p:ext>
    </p:extLst>
  </p:cSld>
  <p:clrMapOvr>
    <a:masterClrMapping/>
  </p:clrMapOvr>
  <p:transition spd="slow">
    <p:wheel spokes="1"/>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xit" presetSubtype="10" fill="hold" grpId="0" nodeType="clickEffect">
                                  <p:stCondLst>
                                    <p:cond delay="0"/>
                                  </p:stCondLst>
                                  <p:childTnLst>
                                    <p:animEffect transition="out" filter="randombar(horizontal)">
                                      <p:cBhvr>
                                        <p:cTn id="6" dur="500"/>
                                        <p:tgtEl>
                                          <p:spTgt spid="5"/>
                                        </p:tgtEl>
                                      </p:cBhvr>
                                    </p:animEffect>
                                    <p:set>
                                      <p:cBhvr>
                                        <p:cTn id="7" dur="1" fill="hold">
                                          <p:stCondLst>
                                            <p:cond delay="499"/>
                                          </p:stCondLst>
                                        </p:cTn>
                                        <p:tgtEl>
                                          <p:spTgt spid="5"/>
                                        </p:tgtEl>
                                        <p:attrNameLst>
                                          <p:attrName>style.visibility</p:attrName>
                                        </p:attrNameLst>
                                      </p:cBhvr>
                                      <p:to>
                                        <p:strVal val="hidden"/>
                                      </p:to>
                                    </p:set>
                                  </p:childTnLst>
                                </p:cTn>
                              </p:par>
                            </p:childTnLst>
                          </p:cTn>
                        </p:par>
                      </p:childTnLst>
                    </p:cTn>
                  </p:par>
                  <p:par>
                    <p:cTn id="8" fill="hold">
                      <p:stCondLst>
                        <p:cond delay="indefinite"/>
                      </p:stCondLst>
                      <p:childTnLst>
                        <p:par>
                          <p:cTn id="9" fill="hold">
                            <p:stCondLst>
                              <p:cond delay="0"/>
                            </p:stCondLst>
                            <p:childTnLst>
                              <p:par>
                                <p:cTn id="10" presetID="14" presetClass="exit" presetSubtype="10" fill="hold" grpId="0" nodeType="clickEffect">
                                  <p:stCondLst>
                                    <p:cond delay="0"/>
                                  </p:stCondLst>
                                  <p:childTnLst>
                                    <p:animEffect transition="out" filter="randombar(horizontal)">
                                      <p:cBhvr>
                                        <p:cTn id="11" dur="500"/>
                                        <p:tgtEl>
                                          <p:spTgt spid="7"/>
                                        </p:tgtEl>
                                      </p:cBhvr>
                                    </p:animEffect>
                                    <p:set>
                                      <p:cBhvr>
                                        <p:cTn id="12" dur="1" fill="hold">
                                          <p:stCondLst>
                                            <p:cond delay="499"/>
                                          </p:stCondLst>
                                        </p:cTn>
                                        <p:tgtEl>
                                          <p:spTgt spid="7"/>
                                        </p:tgtEl>
                                        <p:attrNameLst>
                                          <p:attrName>style.visibility</p:attrName>
                                        </p:attrNameLst>
                                      </p:cBhvr>
                                      <p:to>
                                        <p:strVal val="hidden"/>
                                      </p:to>
                                    </p:set>
                                  </p:childTnLst>
                                </p:cTn>
                              </p:par>
                            </p:childTnLst>
                          </p:cTn>
                        </p:par>
                      </p:childTnLst>
                    </p:cTn>
                  </p:par>
                  <p:par>
                    <p:cTn id="13" fill="hold">
                      <p:stCondLst>
                        <p:cond delay="indefinite"/>
                      </p:stCondLst>
                      <p:childTnLst>
                        <p:par>
                          <p:cTn id="14" fill="hold">
                            <p:stCondLst>
                              <p:cond delay="0"/>
                            </p:stCondLst>
                            <p:childTnLst>
                              <p:par>
                                <p:cTn id="15" presetID="14" presetClass="exit" presetSubtype="10" fill="hold" grpId="0" nodeType="clickEffect">
                                  <p:stCondLst>
                                    <p:cond delay="0"/>
                                  </p:stCondLst>
                                  <p:childTnLst>
                                    <p:animEffect transition="out" filter="randombar(horizontal)">
                                      <p:cBhvr>
                                        <p:cTn id="16" dur="500"/>
                                        <p:tgtEl>
                                          <p:spTgt spid="9"/>
                                        </p:tgtEl>
                                      </p:cBhvr>
                                    </p:animEffect>
                                    <p:set>
                                      <p:cBhvr>
                                        <p:cTn id="17" dur="1" fill="hold">
                                          <p:stCondLst>
                                            <p:cond delay="499"/>
                                          </p:stCondLst>
                                        </p:cTn>
                                        <p:tgtEl>
                                          <p:spTgt spid="9"/>
                                        </p:tgtEl>
                                        <p:attrNameLst>
                                          <p:attrName>style.visibility</p:attrName>
                                        </p:attrNameLst>
                                      </p:cBhvr>
                                      <p:to>
                                        <p:strVal val="hidden"/>
                                      </p:to>
                                    </p:set>
                                  </p:childTnLst>
                                </p:cTn>
                              </p:par>
                            </p:childTnLst>
                          </p:cTn>
                        </p:par>
                      </p:childTnLst>
                    </p:cTn>
                  </p:par>
                  <p:par>
                    <p:cTn id="18" fill="hold">
                      <p:stCondLst>
                        <p:cond delay="indefinite"/>
                      </p:stCondLst>
                      <p:childTnLst>
                        <p:par>
                          <p:cTn id="19" fill="hold">
                            <p:stCondLst>
                              <p:cond delay="0"/>
                            </p:stCondLst>
                            <p:childTnLst>
                              <p:par>
                                <p:cTn id="20" presetID="14" presetClass="exit" presetSubtype="10" fill="hold" grpId="0" nodeType="clickEffect">
                                  <p:stCondLst>
                                    <p:cond delay="0"/>
                                  </p:stCondLst>
                                  <p:childTnLst>
                                    <p:animEffect transition="out" filter="randombar(horizontal)">
                                      <p:cBhvr>
                                        <p:cTn id="21" dur="500"/>
                                        <p:tgtEl>
                                          <p:spTgt spid="11"/>
                                        </p:tgtEl>
                                      </p:cBhvr>
                                    </p:animEffect>
                                    <p:set>
                                      <p:cBhvr>
                                        <p:cTn id="22" dur="1" fill="hold">
                                          <p:stCondLst>
                                            <p:cond delay="499"/>
                                          </p:stCondLst>
                                        </p:cTn>
                                        <p:tgtEl>
                                          <p:spTgt spid="11"/>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7" grpId="0" animBg="1"/>
      <p:bldP spid="9" grpId="0" animBg="1"/>
      <p:bldP spid="11"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a:spLocks noChangeAspect="1"/>
          </p:cNvSpPr>
          <p:nvPr/>
        </p:nvSpPr>
        <p:spPr>
          <a:xfrm>
            <a:off x="361950" y="1223863"/>
            <a:ext cx="10807700" cy="3637919"/>
          </a:xfrm>
          <a:prstGeom prst="rect">
            <a:avLst/>
          </a:prstGeom>
        </p:spPr>
        <p:txBody>
          <a:bodyPr>
            <a:spAutoFit/>
          </a:bodyPr>
          <a:lstStyle/>
          <a:p>
            <a:pPr>
              <a:lnSpc>
                <a:spcPct val="120000"/>
              </a:lnSpc>
              <a:spcAft>
                <a:spcPts val="0"/>
              </a:spcAft>
              <a:tabLst>
                <a:tab pos="1029335" algn="l"/>
                <a:tab pos="1850390" algn="l"/>
                <a:tab pos="2538095" algn="l"/>
                <a:tab pos="3221990" algn="l"/>
              </a:tabLst>
            </a:pPr>
            <a:r>
              <a:rPr lang="en-US" altLang="zh-CN" dirty="0">
                <a:solidFill>
                  <a:srgbClr val="000000"/>
                </a:solidFill>
                <a:latin typeface="+mn-lt"/>
                <a:ea typeface="宋体" panose="02010600030101010101" pitchFamily="2" charset="-122"/>
                <a:cs typeface="Times New Roman" panose="02020603050405020304" pitchFamily="18" charset="0"/>
              </a:rPr>
              <a:t>3</a:t>
            </a:r>
            <a:r>
              <a:rPr lang="en-US" altLang="zh-CN" i="1" dirty="0" smtClean="0">
                <a:solidFill>
                  <a:srgbClr val="000000"/>
                </a:solidFill>
                <a:latin typeface="+mn-lt"/>
                <a:ea typeface="宋体" panose="02010600030101010101" pitchFamily="2" charset="-122"/>
                <a:cs typeface="Times New Roman" panose="02020603050405020304" pitchFamily="18" charset="0"/>
              </a:rPr>
              <a:t>.</a:t>
            </a:r>
            <a:r>
              <a:rPr lang="zh-CN" altLang="zh-CN" dirty="0" smtClean="0">
                <a:solidFill>
                  <a:srgbClr val="000000"/>
                </a:solidFill>
                <a:latin typeface="+mn-lt"/>
                <a:ea typeface="宋体" panose="02010600030101010101" pitchFamily="2" charset="-122"/>
                <a:cs typeface="Times New Roman" panose="02020603050405020304" pitchFamily="18" charset="0"/>
              </a:rPr>
              <a:t>函数</a:t>
            </a:r>
            <a:r>
              <a:rPr lang="en-US" altLang="zh-CN" i="1" dirty="0">
                <a:solidFill>
                  <a:srgbClr val="000000"/>
                </a:solidFill>
                <a:latin typeface="+mn-lt"/>
                <a:ea typeface="宋体" panose="02010600030101010101" pitchFamily="2" charset="-122"/>
                <a:cs typeface="Times New Roman" panose="02020603050405020304" pitchFamily="18" charset="0"/>
              </a:rPr>
              <a:t>f</a:t>
            </a:r>
            <a:r>
              <a:rPr lang="en-US" altLang="zh-CN" dirty="0">
                <a:solidFill>
                  <a:srgbClr val="000000"/>
                </a:solidFill>
                <a:latin typeface="+mn-lt"/>
                <a:ea typeface="宋体" panose="02010600030101010101" pitchFamily="2" charset="-122"/>
                <a:cs typeface="Times New Roman" panose="02020603050405020304" pitchFamily="18" charset="0"/>
              </a:rPr>
              <a:t>(</a:t>
            </a:r>
            <a:r>
              <a:rPr lang="en-US" altLang="zh-CN" i="1" dirty="0">
                <a:solidFill>
                  <a:srgbClr val="000000"/>
                </a:solidFill>
                <a:latin typeface="+mn-lt"/>
                <a:ea typeface="宋体" panose="02010600030101010101" pitchFamily="2" charset="-122"/>
                <a:cs typeface="Times New Roman" panose="02020603050405020304" pitchFamily="18" charset="0"/>
              </a:rPr>
              <a:t>x</a:t>
            </a:r>
            <a:r>
              <a:rPr lang="en-US" altLang="zh-CN" dirty="0">
                <a:solidFill>
                  <a:srgbClr val="000000"/>
                </a:solidFill>
                <a:latin typeface="+mn-lt"/>
                <a:ea typeface="宋体" panose="02010600030101010101" pitchFamily="2" charset="-122"/>
                <a:cs typeface="Times New Roman" panose="02020603050405020304" pitchFamily="18" charset="0"/>
              </a:rPr>
              <a:t>)</a:t>
            </a:r>
            <a:r>
              <a:rPr lang="en-US" altLang="zh-CN" i="1" dirty="0">
                <a:solidFill>
                  <a:srgbClr val="000000"/>
                </a:solidFill>
                <a:latin typeface="+mn-lt"/>
                <a:ea typeface="宋体" panose="02010600030101010101" pitchFamily="2" charset="-122"/>
                <a:cs typeface="Times New Roman" panose="02020603050405020304" pitchFamily="18" charset="0"/>
              </a:rPr>
              <a:t>=</a:t>
            </a:r>
            <a:r>
              <a:rPr lang="en-US" altLang="zh-CN" dirty="0">
                <a:solidFill>
                  <a:srgbClr val="000000"/>
                </a:solidFill>
                <a:latin typeface="+mn-lt"/>
                <a:ea typeface="宋体" panose="02010600030101010101" pitchFamily="2" charset="-122"/>
                <a:cs typeface="Times New Roman" panose="02020603050405020304" pitchFamily="18" charset="0"/>
              </a:rPr>
              <a:t>log</a:t>
            </a:r>
            <a:r>
              <a:rPr lang="en-US" altLang="zh-CN" baseline="-25000" dirty="0">
                <a:solidFill>
                  <a:srgbClr val="000000"/>
                </a:solidFill>
                <a:latin typeface="+mn-lt"/>
                <a:ea typeface="宋体" panose="02010600030101010101" pitchFamily="2" charset="-122"/>
                <a:cs typeface="Times New Roman" panose="02020603050405020304" pitchFamily="18" charset="0"/>
              </a:rPr>
              <a:t>4</a:t>
            </a:r>
            <a:r>
              <a:rPr lang="en-US" altLang="zh-CN" dirty="0">
                <a:solidFill>
                  <a:srgbClr val="000000"/>
                </a:solidFill>
                <a:latin typeface="+mn-lt"/>
                <a:ea typeface="宋体" panose="02010600030101010101" pitchFamily="2" charset="-122"/>
                <a:cs typeface="Times New Roman" panose="02020603050405020304" pitchFamily="18" charset="0"/>
              </a:rPr>
              <a:t>(9</a:t>
            </a:r>
            <a:r>
              <a:rPr lang="en-US" altLang="zh-CN" i="1" dirty="0">
                <a:solidFill>
                  <a:srgbClr val="000000"/>
                </a:solidFill>
                <a:latin typeface="+mn-lt"/>
                <a:ea typeface="宋体" panose="02010600030101010101" pitchFamily="2" charset="-122"/>
                <a:cs typeface="Times New Roman" panose="02020603050405020304" pitchFamily="18" charset="0"/>
              </a:rPr>
              <a:t>-x</a:t>
            </a:r>
            <a:r>
              <a:rPr lang="en-US" altLang="zh-CN" baseline="30000" dirty="0">
                <a:solidFill>
                  <a:srgbClr val="000000"/>
                </a:solidFill>
                <a:latin typeface="+mn-lt"/>
                <a:ea typeface="宋体" panose="02010600030101010101" pitchFamily="2" charset="-122"/>
                <a:cs typeface="Times New Roman" panose="02020603050405020304" pitchFamily="18" charset="0"/>
              </a:rPr>
              <a:t>2</a:t>
            </a:r>
            <a:r>
              <a:rPr lang="en-US" altLang="zh-CN" dirty="0">
                <a:solidFill>
                  <a:srgbClr val="000000"/>
                </a:solidFill>
                <a:latin typeface="+mn-lt"/>
                <a:ea typeface="宋体" panose="02010600030101010101" pitchFamily="2" charset="-122"/>
                <a:cs typeface="Times New Roman" panose="02020603050405020304" pitchFamily="18" charset="0"/>
              </a:rPr>
              <a:t>)</a:t>
            </a:r>
            <a:r>
              <a:rPr lang="zh-CN" altLang="zh-CN" dirty="0">
                <a:solidFill>
                  <a:srgbClr val="000000"/>
                </a:solidFill>
                <a:latin typeface="+mn-lt"/>
                <a:ea typeface="宋体" panose="02010600030101010101" pitchFamily="2" charset="-122"/>
                <a:cs typeface="Times New Roman" panose="02020603050405020304" pitchFamily="18" charset="0"/>
              </a:rPr>
              <a:t>的单调递增区间是</a:t>
            </a:r>
            <a:r>
              <a:rPr lang="zh-CN" altLang="zh-CN" i="1" u="sng" dirty="0">
                <a:uFill>
                  <a:solidFill>
                    <a:srgbClr val="000000"/>
                  </a:solidFill>
                </a:uFill>
                <a:latin typeface="+mn-lt"/>
                <a:ea typeface="宋体" panose="02010600030101010101" pitchFamily="2" charset="-122"/>
                <a:cs typeface="Times New Roman" panose="02020603050405020304" pitchFamily="18" charset="0"/>
              </a:rPr>
              <a:t>　　　　　</a:t>
            </a:r>
            <a:r>
              <a:rPr lang="en-US" altLang="zh-CN" dirty="0">
                <a:solidFill>
                  <a:srgbClr val="000000"/>
                </a:solidFill>
                <a:latin typeface="+mn-lt"/>
                <a:ea typeface="宋体" panose="02010600030101010101" pitchFamily="2" charset="-122"/>
                <a:cs typeface="Times New Roman" panose="02020603050405020304" pitchFamily="18" charset="0"/>
              </a:rPr>
              <a:t>,</a:t>
            </a:r>
            <a:r>
              <a:rPr lang="zh-CN" altLang="zh-CN" dirty="0">
                <a:solidFill>
                  <a:srgbClr val="000000"/>
                </a:solidFill>
                <a:latin typeface="+mn-lt"/>
                <a:ea typeface="宋体" panose="02010600030101010101" pitchFamily="2" charset="-122"/>
                <a:cs typeface="Times New Roman" panose="02020603050405020304" pitchFamily="18" charset="0"/>
              </a:rPr>
              <a:t>单调递减区间是</a:t>
            </a:r>
            <a:r>
              <a:rPr lang="zh-CN" altLang="zh-CN" i="1" u="sng" dirty="0">
                <a:uFill>
                  <a:solidFill>
                    <a:srgbClr val="000000"/>
                  </a:solidFill>
                </a:uFill>
                <a:latin typeface="+mn-lt"/>
                <a:ea typeface="宋体" panose="02010600030101010101" pitchFamily="2" charset="-122"/>
                <a:cs typeface="Times New Roman" panose="02020603050405020304" pitchFamily="18" charset="0"/>
              </a:rPr>
              <a:t>　　　　　</a:t>
            </a:r>
            <a:r>
              <a:rPr lang="en-US" altLang="zh-CN" i="1" dirty="0">
                <a:solidFill>
                  <a:srgbClr val="000000"/>
                </a:solidFill>
                <a:latin typeface="+mn-lt"/>
                <a:ea typeface="宋体" panose="02010600030101010101" pitchFamily="2" charset="-122"/>
                <a:cs typeface="Times New Roman" panose="02020603050405020304" pitchFamily="18" charset="0"/>
              </a:rPr>
              <a:t>.</a:t>
            </a:r>
            <a:r>
              <a:rPr lang="en-US" altLang="zh-CN" i="1" dirty="0">
                <a:solidFill>
                  <a:srgbClr val="000000"/>
                </a:solidFill>
                <a:latin typeface="+mn-lt"/>
                <a:ea typeface="方正书宋_GBK" panose="03000509000000000000" pitchFamily="65" charset="-122"/>
                <a:cs typeface="Times New Roman" panose="02020603050405020304" pitchFamily="18" charset="0"/>
              </a:rPr>
              <a:t> </a:t>
            </a:r>
            <a:endParaRPr lang="zh-CN" altLang="zh-CN" dirty="0">
              <a:solidFill>
                <a:srgbClr val="000000"/>
              </a:solidFill>
              <a:latin typeface="+mn-lt"/>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zh-CN" altLang="zh-CN" dirty="0">
                <a:latin typeface="+mn-lt"/>
                <a:cs typeface="Times New Roman" panose="02020603050405020304" pitchFamily="18" charset="0"/>
              </a:rPr>
              <a:t>解析</a:t>
            </a:r>
            <a:r>
              <a:rPr lang="en-US" altLang="zh-CN" dirty="0">
                <a:latin typeface="+mn-lt"/>
                <a:cs typeface="Times New Roman" panose="02020603050405020304" pitchFamily="18" charset="0"/>
              </a:rPr>
              <a:t>:</a:t>
            </a:r>
            <a:r>
              <a:rPr lang="zh-CN" altLang="zh-CN" dirty="0">
                <a:solidFill>
                  <a:srgbClr val="000000"/>
                </a:solidFill>
                <a:latin typeface="+mn-lt"/>
                <a:ea typeface="楷体" panose="02010609060101010101" pitchFamily="49" charset="-122"/>
                <a:cs typeface="Times New Roman" panose="02020603050405020304" pitchFamily="18" charset="0"/>
              </a:rPr>
              <a:t>由</a:t>
            </a:r>
            <a:r>
              <a:rPr lang="en-US" altLang="zh-CN" dirty="0">
                <a:solidFill>
                  <a:srgbClr val="000000"/>
                </a:solidFill>
                <a:latin typeface="+mn-lt"/>
                <a:ea typeface="宋体" panose="02010600030101010101" pitchFamily="2" charset="-122"/>
                <a:cs typeface="Times New Roman" panose="02020603050405020304" pitchFamily="18" charset="0"/>
              </a:rPr>
              <a:t>9</a:t>
            </a:r>
            <a:r>
              <a:rPr lang="en-US" altLang="zh-CN" i="1" dirty="0">
                <a:solidFill>
                  <a:srgbClr val="000000"/>
                </a:solidFill>
                <a:latin typeface="+mn-lt"/>
                <a:ea typeface="宋体" panose="02010600030101010101" pitchFamily="2" charset="-122"/>
                <a:cs typeface="Times New Roman" panose="02020603050405020304" pitchFamily="18" charset="0"/>
              </a:rPr>
              <a:t>-x</a:t>
            </a:r>
            <a:r>
              <a:rPr lang="en-US" altLang="zh-CN" baseline="30000" dirty="0">
                <a:solidFill>
                  <a:srgbClr val="000000"/>
                </a:solidFill>
                <a:latin typeface="+mn-lt"/>
                <a:ea typeface="宋体" panose="02010600030101010101" pitchFamily="2" charset="-122"/>
                <a:cs typeface="Times New Roman" panose="02020603050405020304" pitchFamily="18" charset="0"/>
              </a:rPr>
              <a:t>2</a:t>
            </a:r>
            <a:r>
              <a:rPr lang="en-US" altLang="zh-CN" i="1" dirty="0">
                <a:solidFill>
                  <a:srgbClr val="000000"/>
                </a:solidFill>
                <a:latin typeface="+mn-lt"/>
                <a:ea typeface="宋体" panose="02010600030101010101" pitchFamily="2" charset="-122"/>
                <a:cs typeface="Times New Roman" panose="02020603050405020304" pitchFamily="18" charset="0"/>
              </a:rPr>
              <a:t>&gt;</a:t>
            </a:r>
            <a:r>
              <a:rPr lang="en-US" altLang="zh-CN" dirty="0">
                <a:solidFill>
                  <a:srgbClr val="000000"/>
                </a:solidFill>
                <a:latin typeface="+mn-lt"/>
                <a:ea typeface="宋体" panose="02010600030101010101" pitchFamily="2" charset="-122"/>
                <a:cs typeface="Times New Roman" panose="02020603050405020304" pitchFamily="18" charset="0"/>
              </a:rPr>
              <a:t>0</a:t>
            </a:r>
            <a:r>
              <a:rPr lang="zh-CN" altLang="zh-CN" dirty="0">
                <a:solidFill>
                  <a:srgbClr val="000000"/>
                </a:solidFill>
                <a:latin typeface="+mn-lt"/>
                <a:ea typeface="楷体" panose="02010609060101010101" pitchFamily="49" charset="-122"/>
                <a:cs typeface="Times New Roman" panose="02020603050405020304" pitchFamily="18" charset="0"/>
              </a:rPr>
              <a:t>得函数定义域为</a:t>
            </a:r>
            <a:r>
              <a:rPr lang="en-US" altLang="zh-CN" dirty="0">
                <a:solidFill>
                  <a:srgbClr val="000000"/>
                </a:solidFill>
                <a:latin typeface="+mn-lt"/>
                <a:ea typeface="宋体" panose="02010600030101010101" pitchFamily="2" charset="-122"/>
                <a:cs typeface="Times New Roman" panose="02020603050405020304" pitchFamily="18" charset="0"/>
              </a:rPr>
              <a:t>(</a:t>
            </a:r>
            <a:r>
              <a:rPr lang="en-US" altLang="zh-CN" i="1" dirty="0">
                <a:solidFill>
                  <a:srgbClr val="000000"/>
                </a:solidFill>
                <a:latin typeface="+mn-lt"/>
                <a:ea typeface="宋体" panose="02010600030101010101" pitchFamily="2" charset="-122"/>
                <a:cs typeface="Times New Roman" panose="02020603050405020304" pitchFamily="18" charset="0"/>
              </a:rPr>
              <a:t>-</a:t>
            </a:r>
            <a:r>
              <a:rPr lang="en-US" altLang="zh-CN" dirty="0">
                <a:solidFill>
                  <a:srgbClr val="000000"/>
                </a:solidFill>
                <a:latin typeface="+mn-lt"/>
                <a:ea typeface="宋体" panose="02010600030101010101" pitchFamily="2" charset="-122"/>
                <a:cs typeface="Times New Roman" panose="02020603050405020304" pitchFamily="18" charset="0"/>
              </a:rPr>
              <a:t>3,3),</a:t>
            </a:r>
            <a:r>
              <a:rPr lang="zh-CN" altLang="zh-CN" dirty="0">
                <a:solidFill>
                  <a:srgbClr val="000000"/>
                </a:solidFill>
                <a:latin typeface="+mn-lt"/>
                <a:ea typeface="楷体" panose="02010609060101010101" pitchFamily="49" charset="-122"/>
                <a:cs typeface="Times New Roman" panose="02020603050405020304" pitchFamily="18" charset="0"/>
              </a:rPr>
              <a:t>当</a:t>
            </a:r>
            <a:r>
              <a:rPr lang="en-US" altLang="zh-CN" i="1" dirty="0">
                <a:solidFill>
                  <a:srgbClr val="000000"/>
                </a:solidFill>
                <a:latin typeface="+mn-lt"/>
                <a:ea typeface="宋体" panose="02010600030101010101" pitchFamily="2" charset="-122"/>
                <a:cs typeface="Times New Roman" panose="02020603050405020304" pitchFamily="18" charset="0"/>
              </a:rPr>
              <a:t>x</a:t>
            </a:r>
            <a:r>
              <a:rPr lang="zh-CN" altLang="zh-CN" dirty="0">
                <a:solidFill>
                  <a:srgbClr val="000000"/>
                </a:solidFill>
                <a:latin typeface="+mn-lt"/>
                <a:ea typeface="宋体" panose="02010600030101010101" pitchFamily="2" charset="-122"/>
                <a:cs typeface="宋体" panose="02010600030101010101" pitchFamily="2" charset="-122"/>
              </a:rPr>
              <a:t>∈</a:t>
            </a:r>
            <a:r>
              <a:rPr lang="en-US" altLang="zh-CN" dirty="0">
                <a:solidFill>
                  <a:srgbClr val="000000"/>
                </a:solidFill>
                <a:latin typeface="+mn-lt"/>
                <a:ea typeface="宋体" panose="02010600030101010101" pitchFamily="2" charset="-122"/>
                <a:cs typeface="Times New Roman" panose="02020603050405020304" pitchFamily="18" charset="0"/>
              </a:rPr>
              <a:t>(</a:t>
            </a:r>
            <a:r>
              <a:rPr lang="en-US" altLang="zh-CN" i="1" dirty="0">
                <a:solidFill>
                  <a:srgbClr val="000000"/>
                </a:solidFill>
                <a:latin typeface="+mn-lt"/>
                <a:ea typeface="宋体" panose="02010600030101010101" pitchFamily="2" charset="-122"/>
                <a:cs typeface="Times New Roman" panose="02020603050405020304" pitchFamily="18" charset="0"/>
              </a:rPr>
              <a:t>-</a:t>
            </a:r>
            <a:r>
              <a:rPr lang="en-US" altLang="zh-CN" dirty="0">
                <a:solidFill>
                  <a:srgbClr val="000000"/>
                </a:solidFill>
                <a:latin typeface="+mn-lt"/>
                <a:ea typeface="宋体" panose="02010600030101010101" pitchFamily="2" charset="-122"/>
                <a:cs typeface="Times New Roman" panose="02020603050405020304" pitchFamily="18" charset="0"/>
              </a:rPr>
              <a:t>3,0)</a:t>
            </a:r>
            <a:r>
              <a:rPr lang="zh-CN" altLang="zh-CN" dirty="0">
                <a:solidFill>
                  <a:srgbClr val="000000"/>
                </a:solidFill>
                <a:latin typeface="+mn-lt"/>
                <a:ea typeface="楷体" panose="02010609060101010101" pitchFamily="49" charset="-122"/>
                <a:cs typeface="Times New Roman" panose="02020603050405020304" pitchFamily="18" charset="0"/>
              </a:rPr>
              <a:t>时</a:t>
            </a:r>
            <a:r>
              <a:rPr lang="en-US" altLang="zh-CN" dirty="0">
                <a:solidFill>
                  <a:srgbClr val="000000"/>
                </a:solidFill>
                <a:latin typeface="+mn-lt"/>
                <a:ea typeface="宋体" panose="02010600030101010101" pitchFamily="2" charset="-122"/>
                <a:cs typeface="Times New Roman" panose="02020603050405020304" pitchFamily="18" charset="0"/>
              </a:rPr>
              <a:t>,</a:t>
            </a:r>
            <a:r>
              <a:rPr lang="en-US" altLang="zh-CN" i="1" dirty="0">
                <a:solidFill>
                  <a:srgbClr val="000000"/>
                </a:solidFill>
                <a:latin typeface="+mn-lt"/>
                <a:ea typeface="宋体" panose="02010600030101010101" pitchFamily="2" charset="-122"/>
                <a:cs typeface="Times New Roman" panose="02020603050405020304" pitchFamily="18" charset="0"/>
              </a:rPr>
              <a:t>t=</a:t>
            </a:r>
            <a:r>
              <a:rPr lang="en-US" altLang="zh-CN" dirty="0">
                <a:solidFill>
                  <a:srgbClr val="000000"/>
                </a:solidFill>
                <a:latin typeface="+mn-lt"/>
                <a:ea typeface="宋体" panose="02010600030101010101" pitchFamily="2" charset="-122"/>
                <a:cs typeface="Times New Roman" panose="02020603050405020304" pitchFamily="18" charset="0"/>
              </a:rPr>
              <a:t>9</a:t>
            </a:r>
            <a:r>
              <a:rPr lang="en-US" altLang="zh-CN" i="1" dirty="0">
                <a:solidFill>
                  <a:srgbClr val="000000"/>
                </a:solidFill>
                <a:latin typeface="+mn-lt"/>
                <a:ea typeface="宋体" panose="02010600030101010101" pitchFamily="2" charset="-122"/>
                <a:cs typeface="Times New Roman" panose="02020603050405020304" pitchFamily="18" charset="0"/>
              </a:rPr>
              <a:t>-x</a:t>
            </a:r>
            <a:r>
              <a:rPr lang="en-US" altLang="zh-CN" baseline="30000" dirty="0">
                <a:solidFill>
                  <a:srgbClr val="000000"/>
                </a:solidFill>
                <a:latin typeface="+mn-lt"/>
                <a:ea typeface="宋体" panose="02010600030101010101" pitchFamily="2" charset="-122"/>
                <a:cs typeface="Times New Roman" panose="02020603050405020304" pitchFamily="18" charset="0"/>
              </a:rPr>
              <a:t>2</a:t>
            </a:r>
            <a:r>
              <a:rPr lang="zh-CN" altLang="zh-CN" dirty="0">
                <a:solidFill>
                  <a:srgbClr val="000000"/>
                </a:solidFill>
                <a:latin typeface="+mn-lt"/>
                <a:ea typeface="楷体" panose="02010609060101010101" pitchFamily="49" charset="-122"/>
                <a:cs typeface="Times New Roman" panose="02020603050405020304" pitchFamily="18" charset="0"/>
              </a:rPr>
              <a:t>单调递增</a:t>
            </a:r>
            <a:r>
              <a:rPr lang="en-US" altLang="zh-CN" dirty="0">
                <a:solidFill>
                  <a:srgbClr val="000000"/>
                </a:solidFill>
                <a:latin typeface="+mn-lt"/>
                <a:ea typeface="宋体" panose="02010600030101010101" pitchFamily="2" charset="-122"/>
                <a:cs typeface="Times New Roman" panose="02020603050405020304" pitchFamily="18" charset="0"/>
              </a:rPr>
              <a:t>,</a:t>
            </a:r>
            <a:r>
              <a:rPr lang="zh-CN" altLang="zh-CN" dirty="0">
                <a:solidFill>
                  <a:srgbClr val="000000"/>
                </a:solidFill>
                <a:latin typeface="+mn-lt"/>
                <a:ea typeface="楷体" panose="02010609060101010101" pitchFamily="49" charset="-122"/>
                <a:cs typeface="Times New Roman" panose="02020603050405020304" pitchFamily="18" charset="0"/>
              </a:rPr>
              <a:t>所以</a:t>
            </a:r>
            <a:r>
              <a:rPr lang="en-US" altLang="zh-CN" i="1" dirty="0">
                <a:solidFill>
                  <a:srgbClr val="000000"/>
                </a:solidFill>
                <a:latin typeface="+mn-lt"/>
                <a:ea typeface="宋体" panose="02010600030101010101" pitchFamily="2" charset="-122"/>
                <a:cs typeface="Times New Roman" panose="02020603050405020304" pitchFamily="18" charset="0"/>
              </a:rPr>
              <a:t>f</a:t>
            </a:r>
            <a:r>
              <a:rPr lang="en-US" altLang="zh-CN" dirty="0">
                <a:solidFill>
                  <a:srgbClr val="000000"/>
                </a:solidFill>
                <a:latin typeface="+mn-lt"/>
                <a:ea typeface="宋体" panose="02010600030101010101" pitchFamily="2" charset="-122"/>
                <a:cs typeface="Times New Roman" panose="02020603050405020304" pitchFamily="18" charset="0"/>
              </a:rPr>
              <a:t>(</a:t>
            </a:r>
            <a:r>
              <a:rPr lang="en-US" altLang="zh-CN" i="1" dirty="0">
                <a:solidFill>
                  <a:srgbClr val="000000"/>
                </a:solidFill>
                <a:latin typeface="+mn-lt"/>
                <a:ea typeface="宋体" panose="02010600030101010101" pitchFamily="2" charset="-122"/>
                <a:cs typeface="Times New Roman" panose="02020603050405020304" pitchFamily="18" charset="0"/>
              </a:rPr>
              <a:t>x</a:t>
            </a:r>
            <a:r>
              <a:rPr lang="en-US" altLang="zh-CN" dirty="0">
                <a:solidFill>
                  <a:srgbClr val="000000"/>
                </a:solidFill>
                <a:latin typeface="+mn-lt"/>
                <a:ea typeface="宋体" panose="02010600030101010101" pitchFamily="2" charset="-122"/>
                <a:cs typeface="Times New Roman" panose="02020603050405020304" pitchFamily="18" charset="0"/>
              </a:rPr>
              <a:t>)</a:t>
            </a:r>
            <a:r>
              <a:rPr lang="zh-CN" altLang="zh-CN" dirty="0">
                <a:solidFill>
                  <a:srgbClr val="000000"/>
                </a:solidFill>
                <a:latin typeface="+mn-lt"/>
                <a:ea typeface="楷体" panose="02010609060101010101" pitchFamily="49" charset="-122"/>
                <a:cs typeface="Times New Roman" panose="02020603050405020304" pitchFamily="18" charset="0"/>
              </a:rPr>
              <a:t>在区间</a:t>
            </a:r>
            <a:r>
              <a:rPr lang="en-US" altLang="zh-CN" dirty="0">
                <a:solidFill>
                  <a:srgbClr val="000000"/>
                </a:solidFill>
                <a:latin typeface="+mn-lt"/>
                <a:ea typeface="宋体" panose="02010600030101010101" pitchFamily="2" charset="-122"/>
                <a:cs typeface="Times New Roman" panose="02020603050405020304" pitchFamily="18" charset="0"/>
              </a:rPr>
              <a:t>(</a:t>
            </a:r>
            <a:r>
              <a:rPr lang="en-US" altLang="zh-CN" i="1" dirty="0">
                <a:solidFill>
                  <a:srgbClr val="000000"/>
                </a:solidFill>
                <a:latin typeface="+mn-lt"/>
                <a:ea typeface="宋体" panose="02010600030101010101" pitchFamily="2" charset="-122"/>
                <a:cs typeface="Times New Roman" panose="02020603050405020304" pitchFamily="18" charset="0"/>
              </a:rPr>
              <a:t>-</a:t>
            </a:r>
            <a:r>
              <a:rPr lang="en-US" altLang="zh-CN" dirty="0">
                <a:solidFill>
                  <a:srgbClr val="000000"/>
                </a:solidFill>
                <a:latin typeface="+mn-lt"/>
                <a:ea typeface="宋体" panose="02010600030101010101" pitchFamily="2" charset="-122"/>
                <a:cs typeface="Times New Roman" panose="02020603050405020304" pitchFamily="18" charset="0"/>
              </a:rPr>
              <a:t>3,0)</a:t>
            </a:r>
            <a:r>
              <a:rPr lang="zh-CN" altLang="zh-CN" dirty="0">
                <a:solidFill>
                  <a:srgbClr val="000000"/>
                </a:solidFill>
                <a:latin typeface="+mn-lt"/>
                <a:ea typeface="楷体" panose="02010609060101010101" pitchFamily="49" charset="-122"/>
                <a:cs typeface="Times New Roman" panose="02020603050405020304" pitchFamily="18" charset="0"/>
              </a:rPr>
              <a:t>内单调递增</a:t>
            </a:r>
            <a:r>
              <a:rPr lang="en-US" altLang="zh-CN" dirty="0">
                <a:solidFill>
                  <a:srgbClr val="000000"/>
                </a:solidFill>
                <a:latin typeface="+mn-lt"/>
                <a:ea typeface="宋体" panose="02010600030101010101" pitchFamily="2" charset="-122"/>
                <a:cs typeface="Times New Roman" panose="02020603050405020304" pitchFamily="18" charset="0"/>
              </a:rPr>
              <a:t>;</a:t>
            </a:r>
            <a:r>
              <a:rPr lang="zh-CN" altLang="zh-CN" dirty="0">
                <a:solidFill>
                  <a:srgbClr val="000000"/>
                </a:solidFill>
                <a:latin typeface="+mn-lt"/>
                <a:ea typeface="楷体" panose="02010609060101010101" pitchFamily="49" charset="-122"/>
                <a:cs typeface="Times New Roman" panose="02020603050405020304" pitchFamily="18" charset="0"/>
              </a:rPr>
              <a:t>当</a:t>
            </a:r>
            <a:r>
              <a:rPr lang="en-US" altLang="zh-CN" i="1" dirty="0">
                <a:solidFill>
                  <a:srgbClr val="000000"/>
                </a:solidFill>
                <a:latin typeface="+mn-lt"/>
                <a:ea typeface="宋体" panose="02010600030101010101" pitchFamily="2" charset="-122"/>
                <a:cs typeface="Times New Roman" panose="02020603050405020304" pitchFamily="18" charset="0"/>
              </a:rPr>
              <a:t>x</a:t>
            </a:r>
            <a:r>
              <a:rPr lang="zh-CN" altLang="zh-CN" dirty="0">
                <a:solidFill>
                  <a:srgbClr val="000000"/>
                </a:solidFill>
                <a:latin typeface="+mn-lt"/>
                <a:ea typeface="宋体" panose="02010600030101010101" pitchFamily="2" charset="-122"/>
                <a:cs typeface="宋体" panose="02010600030101010101" pitchFamily="2" charset="-122"/>
              </a:rPr>
              <a:t>∈</a:t>
            </a:r>
            <a:r>
              <a:rPr lang="en-US" altLang="zh-CN" dirty="0">
                <a:solidFill>
                  <a:srgbClr val="000000"/>
                </a:solidFill>
                <a:latin typeface="+mn-lt"/>
                <a:ea typeface="宋体" panose="02010600030101010101" pitchFamily="2" charset="-122"/>
                <a:cs typeface="Times New Roman" panose="02020603050405020304" pitchFamily="18" charset="0"/>
              </a:rPr>
              <a:t>(0,3)</a:t>
            </a:r>
            <a:r>
              <a:rPr lang="zh-CN" altLang="zh-CN" dirty="0">
                <a:solidFill>
                  <a:srgbClr val="000000"/>
                </a:solidFill>
                <a:latin typeface="+mn-lt"/>
                <a:ea typeface="楷体" panose="02010609060101010101" pitchFamily="49" charset="-122"/>
                <a:cs typeface="Times New Roman" panose="02020603050405020304" pitchFamily="18" charset="0"/>
              </a:rPr>
              <a:t>时</a:t>
            </a:r>
            <a:r>
              <a:rPr lang="en-US" altLang="zh-CN" dirty="0">
                <a:solidFill>
                  <a:srgbClr val="000000"/>
                </a:solidFill>
                <a:latin typeface="+mn-lt"/>
                <a:ea typeface="宋体" panose="02010600030101010101" pitchFamily="2" charset="-122"/>
                <a:cs typeface="Times New Roman" panose="02020603050405020304" pitchFamily="18" charset="0"/>
              </a:rPr>
              <a:t>,</a:t>
            </a:r>
            <a:r>
              <a:rPr lang="en-US" altLang="zh-CN" i="1" dirty="0">
                <a:solidFill>
                  <a:srgbClr val="000000"/>
                </a:solidFill>
                <a:latin typeface="+mn-lt"/>
                <a:ea typeface="宋体" panose="02010600030101010101" pitchFamily="2" charset="-122"/>
                <a:cs typeface="Times New Roman" panose="02020603050405020304" pitchFamily="18" charset="0"/>
              </a:rPr>
              <a:t>t=</a:t>
            </a:r>
            <a:r>
              <a:rPr lang="en-US" altLang="zh-CN" dirty="0">
                <a:solidFill>
                  <a:srgbClr val="000000"/>
                </a:solidFill>
                <a:latin typeface="+mn-lt"/>
                <a:ea typeface="宋体" panose="02010600030101010101" pitchFamily="2" charset="-122"/>
                <a:cs typeface="Times New Roman" panose="02020603050405020304" pitchFamily="18" charset="0"/>
              </a:rPr>
              <a:t>9</a:t>
            </a:r>
            <a:r>
              <a:rPr lang="en-US" altLang="zh-CN" i="1" dirty="0">
                <a:solidFill>
                  <a:srgbClr val="000000"/>
                </a:solidFill>
                <a:latin typeface="+mn-lt"/>
                <a:ea typeface="宋体" panose="02010600030101010101" pitchFamily="2" charset="-122"/>
                <a:cs typeface="Times New Roman" panose="02020603050405020304" pitchFamily="18" charset="0"/>
              </a:rPr>
              <a:t>-x</a:t>
            </a:r>
            <a:r>
              <a:rPr lang="en-US" altLang="zh-CN" baseline="30000" dirty="0">
                <a:solidFill>
                  <a:srgbClr val="000000"/>
                </a:solidFill>
                <a:latin typeface="+mn-lt"/>
                <a:ea typeface="宋体" panose="02010600030101010101" pitchFamily="2" charset="-122"/>
                <a:cs typeface="Times New Roman" panose="02020603050405020304" pitchFamily="18" charset="0"/>
              </a:rPr>
              <a:t>2</a:t>
            </a:r>
            <a:r>
              <a:rPr lang="zh-CN" altLang="zh-CN" dirty="0">
                <a:solidFill>
                  <a:srgbClr val="000000"/>
                </a:solidFill>
                <a:latin typeface="+mn-lt"/>
                <a:ea typeface="楷体" panose="02010609060101010101" pitchFamily="49" charset="-122"/>
                <a:cs typeface="Times New Roman" panose="02020603050405020304" pitchFamily="18" charset="0"/>
              </a:rPr>
              <a:t>单调递减</a:t>
            </a:r>
            <a:r>
              <a:rPr lang="en-US" altLang="zh-CN" dirty="0">
                <a:solidFill>
                  <a:srgbClr val="000000"/>
                </a:solidFill>
                <a:latin typeface="+mn-lt"/>
                <a:ea typeface="宋体" panose="02010600030101010101" pitchFamily="2" charset="-122"/>
                <a:cs typeface="Times New Roman" panose="02020603050405020304" pitchFamily="18" charset="0"/>
              </a:rPr>
              <a:t>,</a:t>
            </a:r>
            <a:r>
              <a:rPr lang="zh-CN" altLang="zh-CN" dirty="0">
                <a:solidFill>
                  <a:srgbClr val="000000"/>
                </a:solidFill>
                <a:latin typeface="+mn-lt"/>
                <a:ea typeface="楷体" panose="02010609060101010101" pitchFamily="49" charset="-122"/>
                <a:cs typeface="Times New Roman" panose="02020603050405020304" pitchFamily="18" charset="0"/>
              </a:rPr>
              <a:t>所以</a:t>
            </a:r>
            <a:r>
              <a:rPr lang="en-US" altLang="zh-CN" i="1" dirty="0">
                <a:solidFill>
                  <a:srgbClr val="000000"/>
                </a:solidFill>
                <a:latin typeface="+mn-lt"/>
                <a:ea typeface="宋体" panose="02010600030101010101" pitchFamily="2" charset="-122"/>
                <a:cs typeface="Times New Roman" panose="02020603050405020304" pitchFamily="18" charset="0"/>
              </a:rPr>
              <a:t>f</a:t>
            </a:r>
            <a:r>
              <a:rPr lang="en-US" altLang="zh-CN" dirty="0">
                <a:solidFill>
                  <a:srgbClr val="000000"/>
                </a:solidFill>
                <a:latin typeface="+mn-lt"/>
                <a:ea typeface="宋体" panose="02010600030101010101" pitchFamily="2" charset="-122"/>
                <a:cs typeface="Times New Roman" panose="02020603050405020304" pitchFamily="18" charset="0"/>
              </a:rPr>
              <a:t>(</a:t>
            </a:r>
            <a:r>
              <a:rPr lang="en-US" altLang="zh-CN" i="1" dirty="0">
                <a:solidFill>
                  <a:srgbClr val="000000"/>
                </a:solidFill>
                <a:latin typeface="+mn-lt"/>
                <a:ea typeface="宋体" panose="02010600030101010101" pitchFamily="2" charset="-122"/>
                <a:cs typeface="Times New Roman" panose="02020603050405020304" pitchFamily="18" charset="0"/>
              </a:rPr>
              <a:t>x</a:t>
            </a:r>
            <a:r>
              <a:rPr lang="en-US" altLang="zh-CN" dirty="0">
                <a:solidFill>
                  <a:srgbClr val="000000"/>
                </a:solidFill>
                <a:latin typeface="+mn-lt"/>
                <a:ea typeface="宋体" panose="02010600030101010101" pitchFamily="2" charset="-122"/>
                <a:cs typeface="Times New Roman" panose="02020603050405020304" pitchFamily="18" charset="0"/>
              </a:rPr>
              <a:t>)</a:t>
            </a:r>
            <a:r>
              <a:rPr lang="zh-CN" altLang="zh-CN" dirty="0">
                <a:solidFill>
                  <a:srgbClr val="000000"/>
                </a:solidFill>
                <a:latin typeface="+mn-lt"/>
                <a:ea typeface="楷体" panose="02010609060101010101" pitchFamily="49" charset="-122"/>
                <a:cs typeface="Times New Roman" panose="02020603050405020304" pitchFamily="18" charset="0"/>
              </a:rPr>
              <a:t>在区间</a:t>
            </a:r>
            <a:r>
              <a:rPr lang="en-US" altLang="zh-CN" dirty="0">
                <a:solidFill>
                  <a:srgbClr val="000000"/>
                </a:solidFill>
                <a:latin typeface="+mn-lt"/>
                <a:ea typeface="宋体" panose="02010600030101010101" pitchFamily="2" charset="-122"/>
                <a:cs typeface="Times New Roman" panose="02020603050405020304" pitchFamily="18" charset="0"/>
              </a:rPr>
              <a:t>(0,3)</a:t>
            </a:r>
            <a:r>
              <a:rPr lang="zh-CN" altLang="zh-CN" dirty="0">
                <a:solidFill>
                  <a:srgbClr val="000000"/>
                </a:solidFill>
                <a:latin typeface="+mn-lt"/>
                <a:ea typeface="楷体" panose="02010609060101010101" pitchFamily="49" charset="-122"/>
                <a:cs typeface="Times New Roman" panose="02020603050405020304" pitchFamily="18" charset="0"/>
              </a:rPr>
              <a:t>内单调递减</a:t>
            </a:r>
            <a:r>
              <a:rPr lang="en-US" altLang="zh-CN" i="1" dirty="0">
                <a:solidFill>
                  <a:srgbClr val="000000"/>
                </a:solidFill>
                <a:latin typeface="+mn-lt"/>
                <a:ea typeface="宋体" panose="02010600030101010101" pitchFamily="2" charset="-122"/>
                <a:cs typeface="Times New Roman" panose="02020603050405020304" pitchFamily="18" charset="0"/>
              </a:rPr>
              <a:t>.</a:t>
            </a:r>
            <a:endParaRPr lang="zh-CN" altLang="zh-CN" dirty="0">
              <a:solidFill>
                <a:srgbClr val="000000"/>
              </a:solidFill>
              <a:latin typeface="+mn-lt"/>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zh-CN" altLang="zh-CN" dirty="0">
                <a:latin typeface="+mn-lt"/>
                <a:cs typeface="Times New Roman" panose="02020603050405020304" pitchFamily="18" charset="0"/>
              </a:rPr>
              <a:t>答案</a:t>
            </a:r>
            <a:r>
              <a:rPr lang="en-US" altLang="zh-CN" dirty="0">
                <a:latin typeface="+mn-lt"/>
                <a:cs typeface="Times New Roman" panose="02020603050405020304" pitchFamily="18" charset="0"/>
              </a:rPr>
              <a:t>:</a:t>
            </a:r>
            <a:r>
              <a:rPr lang="en-US" altLang="zh-CN" dirty="0">
                <a:solidFill>
                  <a:srgbClr val="000000"/>
                </a:solidFill>
                <a:latin typeface="+mn-lt"/>
                <a:ea typeface="宋体" panose="02010600030101010101" pitchFamily="2" charset="-122"/>
                <a:cs typeface="Times New Roman" panose="02020603050405020304" pitchFamily="18" charset="0"/>
              </a:rPr>
              <a:t>(</a:t>
            </a:r>
            <a:r>
              <a:rPr lang="en-US" altLang="zh-CN" i="1" dirty="0">
                <a:solidFill>
                  <a:srgbClr val="000000"/>
                </a:solidFill>
                <a:latin typeface="+mn-lt"/>
                <a:ea typeface="宋体" panose="02010600030101010101" pitchFamily="2" charset="-122"/>
                <a:cs typeface="Times New Roman" panose="02020603050405020304" pitchFamily="18" charset="0"/>
              </a:rPr>
              <a:t>-</a:t>
            </a:r>
            <a:r>
              <a:rPr lang="en-US" altLang="zh-CN" dirty="0">
                <a:solidFill>
                  <a:srgbClr val="000000"/>
                </a:solidFill>
                <a:latin typeface="+mn-lt"/>
                <a:ea typeface="宋体" panose="02010600030101010101" pitchFamily="2" charset="-122"/>
                <a:cs typeface="Times New Roman" panose="02020603050405020304" pitchFamily="18" charset="0"/>
              </a:rPr>
              <a:t>3,0)</a:t>
            </a:r>
            <a:r>
              <a:rPr lang="zh-CN" altLang="zh-CN" i="1" dirty="0">
                <a:solidFill>
                  <a:srgbClr val="000000"/>
                </a:solidFill>
                <a:latin typeface="+mn-lt"/>
                <a:ea typeface="宋体" panose="02010600030101010101" pitchFamily="2" charset="-122"/>
                <a:cs typeface="Times New Roman" panose="02020603050405020304" pitchFamily="18" charset="0"/>
              </a:rPr>
              <a:t>　</a:t>
            </a:r>
            <a:r>
              <a:rPr lang="en-US" altLang="zh-CN" dirty="0">
                <a:solidFill>
                  <a:srgbClr val="000000"/>
                </a:solidFill>
                <a:latin typeface="+mn-lt"/>
                <a:ea typeface="宋体" panose="02010600030101010101" pitchFamily="2" charset="-122"/>
                <a:cs typeface="Times New Roman" panose="02020603050405020304" pitchFamily="18" charset="0"/>
              </a:rPr>
              <a:t>(0,3)</a:t>
            </a:r>
            <a:endParaRPr lang="zh-CN" altLang="zh-CN" dirty="0">
              <a:solidFill>
                <a:srgbClr val="000000"/>
              </a:solidFill>
              <a:effectLst/>
              <a:latin typeface="+mn-lt"/>
              <a:ea typeface="方正书宋_GBK" panose="03000509000000000000" pitchFamily="65" charset="-122"/>
              <a:cs typeface="Times New Roman" panose="02020603050405020304" pitchFamily="18" charset="0"/>
            </a:endParaRPr>
          </a:p>
        </p:txBody>
      </p:sp>
    </p:spTree>
    <p:extLst>
      <p:ext uri="{BB962C8B-B14F-4D97-AF65-F5344CB8AC3E}">
        <p14:creationId xmlns:p14="http://schemas.microsoft.com/office/powerpoint/2010/main" val="624655355"/>
      </p:ext>
    </p:extLst>
  </p:cSld>
  <p:clrMapOvr>
    <a:masterClrMapping/>
  </p:clrMapOvr>
  <p:transition spd="slow">
    <p:wheel spokes="1"/>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randombar(horizontal)">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randombar(horizontal)">
                                      <p:cBhvr>
                                        <p:cTn id="12"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组合 4"/>
          <p:cNvGrpSpPr/>
          <p:nvPr/>
        </p:nvGrpSpPr>
        <p:grpSpPr>
          <a:xfrm>
            <a:off x="361950" y="833039"/>
            <a:ext cx="11742454" cy="5061512"/>
            <a:chOff x="361950" y="647799"/>
            <a:chExt cx="11742454" cy="5061512"/>
          </a:xfrm>
        </p:grpSpPr>
        <p:sp>
          <p:nvSpPr>
            <p:cNvPr id="3" name="矩形 2"/>
            <p:cNvSpPr>
              <a:spLocks noChangeAspect="1"/>
            </p:cNvSpPr>
            <p:nvPr/>
          </p:nvSpPr>
          <p:spPr>
            <a:xfrm>
              <a:off x="361950" y="647799"/>
              <a:ext cx="10807700" cy="3637919"/>
            </a:xfrm>
            <a:prstGeom prst="rect">
              <a:avLst/>
            </a:prstGeom>
          </p:spPr>
          <p:txBody>
            <a:bodyPr>
              <a:spAutoFit/>
            </a:bodyPr>
            <a:lstStyle/>
            <a:p>
              <a:pPr>
                <a:lnSpc>
                  <a:spcPct val="120000"/>
                </a:lnSpc>
                <a:spcAft>
                  <a:spcPts val="0"/>
                </a:spcAft>
                <a:tabLst>
                  <a:tab pos="1029335" algn="l"/>
                  <a:tab pos="1850390" algn="l"/>
                  <a:tab pos="2538095" algn="l"/>
                  <a:tab pos="3221990" algn="l"/>
                </a:tabLst>
              </a:pPr>
              <a:r>
                <a:rPr lang="zh-CN" altLang="zh-CN" dirty="0">
                  <a:solidFill>
                    <a:srgbClr val="000000"/>
                  </a:solidFill>
                  <a:latin typeface="Arial" panose="020B0604020202020204" pitchFamily="34" charset="0"/>
                  <a:cs typeface="Times New Roman" panose="02020603050405020304" pitchFamily="18" charset="0"/>
                </a:rPr>
                <a:t>【思考辨析】</a:t>
              </a:r>
              <a:r>
                <a:rPr lang="zh-CN" altLang="zh-CN" dirty="0">
                  <a:solidFill>
                    <a:srgbClr val="000000"/>
                  </a:solidFill>
                  <a:latin typeface="NEU-BZ-S92"/>
                  <a:ea typeface="Arial" panose="020B0604020202020204" pitchFamily="34" charset="0"/>
                  <a:cs typeface="Times New Roman" panose="02020603050405020304" pitchFamily="18" charset="0"/>
                </a:rPr>
                <a:t> </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zh-CN" altLang="zh-CN" dirty="0">
                  <a:solidFill>
                    <a:srgbClr val="000000"/>
                  </a:solidFill>
                  <a:ea typeface="宋体" panose="02010600030101010101" pitchFamily="2" charset="-122"/>
                  <a:cs typeface="Times New Roman" panose="02020603050405020304" pitchFamily="18" charset="0"/>
                </a:rPr>
                <a:t>判断下列说法是否正确</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正确的在后面的括号内打</a:t>
              </a:r>
              <a:r>
                <a:rPr lang="en-US" altLang="zh-CN"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latin typeface="Cambria Math" panose="02040503050406030204" pitchFamily="18" charset="0"/>
                  <a:ea typeface="NEU-BZ-S9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错误的打</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en-US" altLang="zh-CN" dirty="0">
                  <a:solidFill>
                    <a:srgbClr val="000000"/>
                  </a:solidFill>
                  <a:ea typeface="宋体" panose="02010600030101010101" pitchFamily="2" charset="-122"/>
                  <a:cs typeface="Times New Roman" panose="02020603050405020304" pitchFamily="18" charset="0"/>
                </a:rPr>
                <a:t>(1)</a:t>
              </a:r>
              <a:r>
                <a:rPr lang="zh-CN" altLang="zh-CN" dirty="0">
                  <a:solidFill>
                    <a:srgbClr val="000000"/>
                  </a:solidFill>
                  <a:ea typeface="宋体" panose="02010600030101010101" pitchFamily="2" charset="-122"/>
                  <a:cs typeface="Times New Roman" panose="02020603050405020304" pitchFamily="18" charset="0"/>
                </a:rPr>
                <a:t>函数</a:t>
              </a:r>
              <a:r>
                <a:rPr lang="en-US" altLang="zh-CN" i="1" dirty="0">
                  <a:solidFill>
                    <a:srgbClr val="000000"/>
                  </a:solidFill>
                  <a:ea typeface="宋体" panose="02010600030101010101" pitchFamily="2" charset="-122"/>
                  <a:cs typeface="Times New Roman" panose="02020603050405020304" pitchFamily="18" charset="0"/>
                </a:rPr>
                <a:t>f</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x</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err="1">
                  <a:solidFill>
                    <a:srgbClr val="000000"/>
                  </a:solidFill>
                  <a:ea typeface="宋体" panose="02010600030101010101" pitchFamily="2" charset="-122"/>
                  <a:cs typeface="Times New Roman" panose="02020603050405020304" pitchFamily="18" charset="0"/>
                </a:rPr>
                <a:t>log</a:t>
              </a:r>
              <a:r>
                <a:rPr lang="en-US" altLang="zh-CN" i="1" baseline="-25000" dirty="0" err="1">
                  <a:solidFill>
                    <a:srgbClr val="000000"/>
                  </a:solidFill>
                  <a:ea typeface="宋体" panose="02010600030101010101" pitchFamily="2" charset="-122"/>
                  <a:cs typeface="Times New Roman" panose="02020603050405020304" pitchFamily="18" charset="0"/>
                </a:rPr>
                <a:t>a</a:t>
              </a:r>
              <a:r>
                <a:rPr lang="en-US" altLang="zh-CN" dirty="0">
                  <a:solidFill>
                    <a:srgbClr val="000000"/>
                  </a:solidFill>
                  <a:ea typeface="宋体" panose="02010600030101010101" pitchFamily="2" charset="-122"/>
                  <a:cs typeface="Times New Roman" panose="02020603050405020304" pitchFamily="18" charset="0"/>
                </a:rPr>
                <a:t>(1</a:t>
              </a:r>
              <a:r>
                <a:rPr lang="en-US" altLang="zh-CN" i="1" dirty="0">
                  <a:solidFill>
                    <a:srgbClr val="000000"/>
                  </a:solidFill>
                  <a:ea typeface="宋体" panose="02010600030101010101" pitchFamily="2" charset="-122"/>
                  <a:cs typeface="Times New Roman" panose="02020603050405020304" pitchFamily="18" charset="0"/>
                </a:rPr>
                <a:t>+x</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err="1">
                  <a:solidFill>
                    <a:srgbClr val="000000"/>
                  </a:solidFill>
                  <a:ea typeface="宋体" panose="02010600030101010101" pitchFamily="2" charset="-122"/>
                  <a:cs typeface="Times New Roman" panose="02020603050405020304" pitchFamily="18" charset="0"/>
                </a:rPr>
                <a:t>log</a:t>
              </a:r>
              <a:r>
                <a:rPr lang="en-US" altLang="zh-CN" i="1" baseline="-25000" dirty="0" err="1">
                  <a:solidFill>
                    <a:srgbClr val="000000"/>
                  </a:solidFill>
                  <a:ea typeface="宋体" panose="02010600030101010101" pitchFamily="2" charset="-122"/>
                  <a:cs typeface="Times New Roman" panose="02020603050405020304" pitchFamily="18" charset="0"/>
                </a:rPr>
                <a:t>a</a:t>
              </a:r>
              <a:r>
                <a:rPr lang="en-US" altLang="zh-CN" dirty="0">
                  <a:solidFill>
                    <a:srgbClr val="000000"/>
                  </a:solidFill>
                  <a:ea typeface="宋体" panose="02010600030101010101" pitchFamily="2" charset="-122"/>
                  <a:cs typeface="Times New Roman" panose="02020603050405020304" pitchFamily="18" charset="0"/>
                </a:rPr>
                <a:t>(1</a:t>
              </a:r>
              <a:r>
                <a:rPr lang="en-US" altLang="zh-CN" i="1" dirty="0">
                  <a:solidFill>
                    <a:srgbClr val="000000"/>
                  </a:solidFill>
                  <a:ea typeface="宋体" panose="02010600030101010101" pitchFamily="2" charset="-122"/>
                  <a:cs typeface="Times New Roman" panose="02020603050405020304" pitchFamily="18" charset="0"/>
                </a:rPr>
                <a:t>-x</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a&gt;</a:t>
              </a:r>
              <a:r>
                <a:rPr lang="en-US" altLang="zh-CN" dirty="0">
                  <a:solidFill>
                    <a:srgbClr val="000000"/>
                  </a:solidFill>
                  <a:ea typeface="宋体" panose="02010600030101010101" pitchFamily="2" charset="-122"/>
                  <a:cs typeface="Times New Roman" panose="02020603050405020304" pitchFamily="18" charset="0"/>
                </a:rPr>
                <a:t>0,</a:t>
              </a:r>
              <a:r>
                <a:rPr lang="zh-CN" altLang="zh-CN" dirty="0">
                  <a:solidFill>
                    <a:srgbClr val="000000"/>
                  </a:solidFill>
                  <a:ea typeface="宋体" panose="02010600030101010101" pitchFamily="2" charset="-122"/>
                  <a:cs typeface="Times New Roman" panose="02020603050405020304" pitchFamily="18" charset="0"/>
                </a:rPr>
                <a:t>且</a:t>
              </a:r>
              <a:r>
                <a:rPr lang="en-US" altLang="zh-CN" i="1" dirty="0">
                  <a:solidFill>
                    <a:srgbClr val="000000"/>
                  </a:solidFill>
                  <a:ea typeface="宋体" panose="02010600030101010101" pitchFamily="2" charset="-122"/>
                  <a:cs typeface="Times New Roman" panose="02020603050405020304" pitchFamily="18" charset="0"/>
                </a:rPr>
                <a:t>a</a:t>
              </a:r>
              <a:r>
                <a:rPr lang="en-US" altLang="zh-CN" dirty="0">
                  <a:solidFill>
                    <a:srgbClr val="000000"/>
                  </a:solidFill>
                  <a:ea typeface="宋体" panose="02010600030101010101" pitchFamily="2" charset="-122"/>
                  <a:cs typeface="Times New Roman" panose="02020603050405020304" pitchFamily="18" charset="0"/>
                </a:rPr>
                <a:t>≠1)</a:t>
              </a:r>
              <a:r>
                <a:rPr lang="zh-CN" altLang="zh-CN" dirty="0" smtClean="0">
                  <a:solidFill>
                    <a:srgbClr val="000000"/>
                  </a:solidFill>
                  <a:ea typeface="宋体" panose="02010600030101010101" pitchFamily="2" charset="-122"/>
                  <a:cs typeface="Times New Roman" panose="02020603050405020304" pitchFamily="18" charset="0"/>
                </a:rPr>
                <a:t>是偶函数</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  </a:t>
              </a:r>
              <a:r>
                <a:rPr lang="en-US" altLang="zh-CN" dirty="0">
                  <a:latin typeface="宋体" panose="02010600030101010101" pitchFamily="2" charset="-122"/>
                  <a:ea typeface="方正书宋_GBK" panose="03000509000000000000" pitchFamily="65"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  )</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en-US" altLang="zh-CN" dirty="0">
                  <a:solidFill>
                    <a:srgbClr val="000000"/>
                  </a:solidFill>
                  <a:ea typeface="宋体" panose="02010600030101010101" pitchFamily="2" charset="-122"/>
                  <a:cs typeface="Times New Roman" panose="02020603050405020304" pitchFamily="18" charset="0"/>
                </a:rPr>
                <a:t>(2)</a:t>
              </a:r>
              <a:r>
                <a:rPr lang="zh-CN" altLang="zh-CN" dirty="0">
                  <a:solidFill>
                    <a:srgbClr val="000000"/>
                  </a:solidFill>
                  <a:ea typeface="宋体" panose="02010600030101010101" pitchFamily="2" charset="-122"/>
                  <a:cs typeface="Times New Roman" panose="02020603050405020304" pitchFamily="18" charset="0"/>
                </a:rPr>
                <a:t>函数</a:t>
              </a:r>
              <a:r>
                <a:rPr lang="en-US" altLang="zh-CN" i="1" dirty="0">
                  <a:solidFill>
                    <a:srgbClr val="000000"/>
                  </a:solidFill>
                  <a:ea typeface="宋体" panose="02010600030101010101" pitchFamily="2" charset="-122"/>
                  <a:cs typeface="Times New Roman" panose="02020603050405020304" pitchFamily="18" charset="0"/>
                </a:rPr>
                <a:t>f</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x</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log</a:t>
              </a:r>
              <a:r>
                <a:rPr lang="en-US" altLang="zh-CN" baseline="-25000" dirty="0">
                  <a:solidFill>
                    <a:srgbClr val="000000"/>
                  </a:solidFill>
                  <a:ea typeface="宋体" panose="02010600030101010101" pitchFamily="2" charset="-122"/>
                  <a:cs typeface="Times New Roman" panose="02020603050405020304" pitchFamily="18" charset="0"/>
                </a:rPr>
                <a:t>3</a:t>
              </a:r>
              <a:r>
                <a:rPr lang="en-US" altLang="zh-CN" i="1" dirty="0">
                  <a:solidFill>
                    <a:srgbClr val="000000"/>
                  </a:solidFill>
                  <a:ea typeface="宋体" panose="02010600030101010101" pitchFamily="2" charset="-122"/>
                  <a:cs typeface="Times New Roman" panose="02020603050405020304" pitchFamily="18" charset="0"/>
                </a:rPr>
                <a:t>g</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x</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的单调递增区间就是函数</a:t>
              </a:r>
              <a:r>
                <a:rPr lang="en-US" altLang="zh-CN" i="1" dirty="0">
                  <a:solidFill>
                    <a:srgbClr val="000000"/>
                  </a:solidFill>
                  <a:ea typeface="宋体" panose="02010600030101010101" pitchFamily="2" charset="-122"/>
                  <a:cs typeface="Times New Roman" panose="02020603050405020304" pitchFamily="18" charset="0"/>
                </a:rPr>
                <a:t>g</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x</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的单调递增区间</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  </a:t>
              </a:r>
              <a:r>
                <a:rPr lang="en-US" altLang="zh-CN" dirty="0">
                  <a:latin typeface="宋体" panose="02010600030101010101" pitchFamily="2" charset="-122"/>
                  <a:ea typeface="方正书宋_GBK" panose="03000509000000000000" pitchFamily="65"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  )</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p:txBody>
        </p:sp>
        <p:graphicFrame>
          <p:nvGraphicFramePr>
            <p:cNvPr id="4" name="对象 3"/>
            <p:cNvGraphicFramePr>
              <a:graphicFrameLocks noChangeAspect="1"/>
            </p:cNvGraphicFramePr>
            <p:nvPr>
              <p:extLst>
                <p:ext uri="{D42A27DB-BD31-4B8C-83A1-F6EECF244321}">
                  <p14:modId xmlns:p14="http://schemas.microsoft.com/office/powerpoint/2010/main" val="1719225464"/>
                </p:ext>
              </p:extLst>
            </p:nvPr>
          </p:nvGraphicFramePr>
          <p:xfrm>
            <a:off x="432445" y="4248199"/>
            <a:ext cx="11671959" cy="1461112"/>
          </p:xfrm>
          <a:graphic>
            <a:graphicData uri="http://schemas.openxmlformats.org/presentationml/2006/ole">
              <mc:AlternateContent xmlns:mc="http://schemas.openxmlformats.org/markup-compatibility/2006">
                <mc:Choice xmlns:v="urn:schemas-microsoft-com:vml" Requires="v">
                  <p:oleObj spid="_x0000_s4118" name="文档" r:id="rId4" imgW="3826872" imgH="479053" progId="Word.Document.12">
                    <p:embed/>
                  </p:oleObj>
                </mc:Choice>
                <mc:Fallback>
                  <p:oleObj name="文档" r:id="rId4" imgW="3826872" imgH="479053" progId="Word.Document.12">
                    <p:embed/>
                    <p:pic>
                      <p:nvPicPr>
                        <p:cNvPr id="0" name=""/>
                        <p:cNvPicPr/>
                        <p:nvPr/>
                      </p:nvPicPr>
                      <p:blipFill>
                        <a:blip r:embed="rId5"/>
                        <a:stretch>
                          <a:fillRect/>
                        </a:stretch>
                      </p:blipFill>
                      <p:spPr>
                        <a:xfrm>
                          <a:off x="432445" y="4248199"/>
                          <a:ext cx="11671959" cy="1461112"/>
                        </a:xfrm>
                        <a:prstGeom prst="rect">
                          <a:avLst/>
                        </a:prstGeom>
                      </p:spPr>
                    </p:pic>
                  </p:oleObj>
                </mc:Fallback>
              </mc:AlternateContent>
            </a:graphicData>
          </a:graphic>
        </p:graphicFrame>
      </p:grpSp>
      <p:sp>
        <p:nvSpPr>
          <p:cNvPr id="6" name="矩形 5"/>
          <p:cNvSpPr/>
          <p:nvPr/>
        </p:nvSpPr>
        <p:spPr>
          <a:xfrm>
            <a:off x="9937501" y="2674308"/>
            <a:ext cx="482545" cy="462987"/>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矩形 6"/>
          <p:cNvSpPr/>
          <p:nvPr/>
        </p:nvSpPr>
        <p:spPr>
          <a:xfrm>
            <a:off x="2088629" y="3929750"/>
            <a:ext cx="482545" cy="462987"/>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p:cNvSpPr/>
          <p:nvPr/>
        </p:nvSpPr>
        <p:spPr>
          <a:xfrm>
            <a:off x="2952725" y="5194588"/>
            <a:ext cx="482545" cy="462987"/>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3011445007"/>
      </p:ext>
    </p:extLst>
  </p:cSld>
  <p:clrMapOvr>
    <a:masterClrMapping/>
  </p:clrMapOvr>
  <p:transition spd="slow">
    <p:wheel spokes="1"/>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xit" presetSubtype="10" fill="hold" grpId="0" nodeType="clickEffect">
                                  <p:stCondLst>
                                    <p:cond delay="0"/>
                                  </p:stCondLst>
                                  <p:childTnLst>
                                    <p:animEffect transition="out" filter="randombar(horizontal)">
                                      <p:cBhvr>
                                        <p:cTn id="6" dur="500"/>
                                        <p:tgtEl>
                                          <p:spTgt spid="6"/>
                                        </p:tgtEl>
                                      </p:cBhvr>
                                    </p:animEffect>
                                    <p:set>
                                      <p:cBhvr>
                                        <p:cTn id="7" dur="1" fill="hold">
                                          <p:stCondLst>
                                            <p:cond delay="499"/>
                                          </p:stCondLst>
                                        </p:cTn>
                                        <p:tgtEl>
                                          <p:spTgt spid="6"/>
                                        </p:tgtEl>
                                        <p:attrNameLst>
                                          <p:attrName>style.visibility</p:attrName>
                                        </p:attrNameLst>
                                      </p:cBhvr>
                                      <p:to>
                                        <p:strVal val="hidden"/>
                                      </p:to>
                                    </p:set>
                                  </p:childTnLst>
                                </p:cTn>
                              </p:par>
                            </p:childTnLst>
                          </p:cTn>
                        </p:par>
                      </p:childTnLst>
                    </p:cTn>
                  </p:par>
                  <p:par>
                    <p:cTn id="8" fill="hold">
                      <p:stCondLst>
                        <p:cond delay="indefinite"/>
                      </p:stCondLst>
                      <p:childTnLst>
                        <p:par>
                          <p:cTn id="9" fill="hold">
                            <p:stCondLst>
                              <p:cond delay="0"/>
                            </p:stCondLst>
                            <p:childTnLst>
                              <p:par>
                                <p:cTn id="10" presetID="14" presetClass="exit" presetSubtype="10" fill="hold" grpId="0" nodeType="clickEffect">
                                  <p:stCondLst>
                                    <p:cond delay="0"/>
                                  </p:stCondLst>
                                  <p:childTnLst>
                                    <p:animEffect transition="out" filter="randombar(horizontal)">
                                      <p:cBhvr>
                                        <p:cTn id="11" dur="500"/>
                                        <p:tgtEl>
                                          <p:spTgt spid="7"/>
                                        </p:tgtEl>
                                      </p:cBhvr>
                                    </p:animEffect>
                                    <p:set>
                                      <p:cBhvr>
                                        <p:cTn id="12" dur="1" fill="hold">
                                          <p:stCondLst>
                                            <p:cond delay="499"/>
                                          </p:stCondLst>
                                        </p:cTn>
                                        <p:tgtEl>
                                          <p:spTgt spid="7"/>
                                        </p:tgtEl>
                                        <p:attrNameLst>
                                          <p:attrName>style.visibility</p:attrName>
                                        </p:attrNameLst>
                                      </p:cBhvr>
                                      <p:to>
                                        <p:strVal val="hidden"/>
                                      </p:to>
                                    </p:set>
                                  </p:childTnLst>
                                </p:cTn>
                              </p:par>
                            </p:childTnLst>
                          </p:cTn>
                        </p:par>
                      </p:childTnLst>
                    </p:cTn>
                  </p:par>
                  <p:par>
                    <p:cTn id="13" fill="hold">
                      <p:stCondLst>
                        <p:cond delay="indefinite"/>
                      </p:stCondLst>
                      <p:childTnLst>
                        <p:par>
                          <p:cTn id="14" fill="hold">
                            <p:stCondLst>
                              <p:cond delay="0"/>
                            </p:stCondLst>
                            <p:childTnLst>
                              <p:par>
                                <p:cTn id="15" presetID="14" presetClass="exit" presetSubtype="10" fill="hold" grpId="0" nodeType="clickEffect">
                                  <p:stCondLst>
                                    <p:cond delay="0"/>
                                  </p:stCondLst>
                                  <p:childTnLst>
                                    <p:animEffect transition="out" filter="randombar(horizontal)">
                                      <p:cBhvr>
                                        <p:cTn id="16" dur="500"/>
                                        <p:tgtEl>
                                          <p:spTgt spid="8"/>
                                        </p:tgtEl>
                                      </p:cBhvr>
                                    </p:animEffect>
                                    <p:set>
                                      <p:cBhvr>
                                        <p:cTn id="17" dur="1" fill="hold">
                                          <p:stCondLst>
                                            <p:cond delay="499"/>
                                          </p:stCondLst>
                                        </p:cTn>
                                        <p:tgtEl>
                                          <p:spTgt spid="8"/>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ChangeAspect="1"/>
          </p:cNvSpPr>
          <p:nvPr/>
        </p:nvSpPr>
        <p:spPr>
          <a:xfrm>
            <a:off x="361950" y="2382486"/>
            <a:ext cx="10807700" cy="1217641"/>
          </a:xfrm>
          <a:prstGeom prst="rect">
            <a:avLst/>
          </a:prstGeom>
        </p:spPr>
        <p:txBody>
          <a:bodyPr>
            <a:spAutoFit/>
          </a:bodyPr>
          <a:lstStyle/>
          <a:p>
            <a:pPr>
              <a:lnSpc>
                <a:spcPct val="120000"/>
              </a:lnSpc>
              <a:spcAft>
                <a:spcPts val="0"/>
              </a:spcAft>
              <a:tabLst>
                <a:tab pos="1029335" algn="l"/>
                <a:tab pos="1850390" algn="l"/>
                <a:tab pos="2538095" algn="l"/>
                <a:tab pos="3221990" algn="l"/>
              </a:tabLst>
            </a:pPr>
            <a:r>
              <a:rPr lang="en-US" altLang="zh-CN" dirty="0">
                <a:solidFill>
                  <a:srgbClr val="000000"/>
                </a:solidFill>
                <a:ea typeface="宋体" panose="02010600030101010101" pitchFamily="2" charset="-122"/>
                <a:cs typeface="Times New Roman" panose="02020603050405020304" pitchFamily="18" charset="0"/>
              </a:rPr>
              <a:t>(4)</a:t>
            </a:r>
            <a:r>
              <a:rPr lang="zh-CN" altLang="zh-CN" dirty="0">
                <a:solidFill>
                  <a:srgbClr val="000000"/>
                </a:solidFill>
                <a:ea typeface="宋体" panose="02010600030101010101" pitchFamily="2" charset="-122"/>
                <a:cs typeface="Times New Roman" panose="02020603050405020304" pitchFamily="18" charset="0"/>
              </a:rPr>
              <a:t>函数</a:t>
            </a:r>
            <a:r>
              <a:rPr lang="en-US" altLang="zh-CN" i="1" dirty="0">
                <a:solidFill>
                  <a:srgbClr val="000000"/>
                </a:solidFill>
                <a:ea typeface="宋体" panose="02010600030101010101" pitchFamily="2" charset="-122"/>
                <a:cs typeface="Times New Roman" panose="02020603050405020304" pitchFamily="18" charset="0"/>
              </a:rPr>
              <a:t>f</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x</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err="1">
                <a:solidFill>
                  <a:srgbClr val="000000"/>
                </a:solidFill>
                <a:ea typeface="宋体" panose="02010600030101010101" pitchFamily="2" charset="-122"/>
                <a:cs typeface="Times New Roman" panose="02020603050405020304" pitchFamily="18" charset="0"/>
              </a:rPr>
              <a:t>log</a:t>
            </a:r>
            <a:r>
              <a:rPr lang="en-US" altLang="zh-CN" i="1" baseline="-25000" dirty="0" err="1">
                <a:solidFill>
                  <a:srgbClr val="000000"/>
                </a:solidFill>
                <a:ea typeface="宋体" panose="02010600030101010101" pitchFamily="2" charset="-122"/>
                <a:cs typeface="Times New Roman" panose="02020603050405020304" pitchFamily="18" charset="0"/>
              </a:rPr>
              <a:t>a</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a</a:t>
            </a:r>
            <a:r>
              <a:rPr lang="en-US" altLang="zh-CN" i="1" baseline="30000" dirty="0">
                <a:solidFill>
                  <a:srgbClr val="000000"/>
                </a:solidFill>
                <a:ea typeface="宋体" panose="02010600030101010101" pitchFamily="2" charset="-122"/>
                <a:cs typeface="Times New Roman" panose="02020603050405020304" pitchFamily="18" charset="0"/>
              </a:rPr>
              <a:t>x</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1)(</a:t>
            </a:r>
            <a:r>
              <a:rPr lang="en-US" altLang="zh-CN" i="1" dirty="0">
                <a:solidFill>
                  <a:srgbClr val="000000"/>
                </a:solidFill>
                <a:ea typeface="宋体" panose="02010600030101010101" pitchFamily="2" charset="-122"/>
                <a:cs typeface="Times New Roman" panose="02020603050405020304" pitchFamily="18" charset="0"/>
              </a:rPr>
              <a:t>a&gt;</a:t>
            </a:r>
            <a:r>
              <a:rPr lang="en-US" altLang="zh-CN" dirty="0">
                <a:solidFill>
                  <a:srgbClr val="000000"/>
                </a:solidFill>
                <a:ea typeface="宋体" panose="02010600030101010101" pitchFamily="2" charset="-122"/>
                <a:cs typeface="Times New Roman" panose="02020603050405020304" pitchFamily="18" charset="0"/>
              </a:rPr>
              <a:t>0,</a:t>
            </a:r>
            <a:r>
              <a:rPr lang="zh-CN" altLang="zh-CN" dirty="0">
                <a:solidFill>
                  <a:srgbClr val="000000"/>
                </a:solidFill>
                <a:ea typeface="宋体" panose="02010600030101010101" pitchFamily="2" charset="-122"/>
                <a:cs typeface="Times New Roman" panose="02020603050405020304" pitchFamily="18" charset="0"/>
              </a:rPr>
              <a:t>且</a:t>
            </a:r>
            <a:r>
              <a:rPr lang="en-US" altLang="zh-CN" i="1" dirty="0">
                <a:solidFill>
                  <a:srgbClr val="000000"/>
                </a:solidFill>
                <a:ea typeface="宋体" panose="02010600030101010101" pitchFamily="2" charset="-122"/>
                <a:cs typeface="Times New Roman" panose="02020603050405020304" pitchFamily="18" charset="0"/>
              </a:rPr>
              <a:t>a</a:t>
            </a:r>
            <a:r>
              <a:rPr lang="en-US" altLang="zh-CN" dirty="0">
                <a:solidFill>
                  <a:srgbClr val="000000"/>
                </a:solidFill>
                <a:ea typeface="宋体" panose="02010600030101010101" pitchFamily="2" charset="-122"/>
                <a:cs typeface="Times New Roman" panose="02020603050405020304" pitchFamily="18" charset="0"/>
              </a:rPr>
              <a:t>≠1)</a:t>
            </a:r>
            <a:r>
              <a:rPr lang="zh-CN" altLang="zh-CN" dirty="0">
                <a:solidFill>
                  <a:srgbClr val="000000"/>
                </a:solidFill>
                <a:ea typeface="宋体" panose="02010600030101010101" pitchFamily="2" charset="-122"/>
                <a:cs typeface="Times New Roman" panose="02020603050405020304" pitchFamily="18" charset="0"/>
              </a:rPr>
              <a:t>在其定义域上是增函数</a:t>
            </a:r>
            <a:r>
              <a:rPr lang="en-US" altLang="zh-CN" i="1" dirty="0" smtClean="0">
                <a:solidFill>
                  <a:srgbClr val="000000"/>
                </a:solidFill>
                <a:ea typeface="宋体" panose="02010600030101010101" pitchFamily="2" charset="-122"/>
                <a:cs typeface="Times New Roman" panose="02020603050405020304" pitchFamily="18" charset="0"/>
              </a:rPr>
              <a:t>.</a:t>
            </a:r>
          </a:p>
          <a:p>
            <a:pPr algn="r">
              <a:lnSpc>
                <a:spcPct val="120000"/>
              </a:lnSpc>
              <a:spcAft>
                <a:spcPts val="0"/>
              </a:spcAft>
              <a:tabLst>
                <a:tab pos="1029335" algn="l"/>
                <a:tab pos="1850390" algn="l"/>
                <a:tab pos="2538095" algn="l"/>
                <a:tab pos="3221990" algn="l"/>
              </a:tabLst>
            </a:pPr>
            <a:r>
              <a:rPr lang="en-US" altLang="zh-CN" dirty="0" smtClean="0">
                <a:solidFill>
                  <a:srgbClr val="000000"/>
                </a:solidFill>
                <a:ea typeface="宋体" panose="02010600030101010101" pitchFamily="2" charset="-122"/>
                <a:cs typeface="Times New Roman" panose="02020603050405020304" pitchFamily="18" charset="0"/>
              </a:rPr>
              <a:t>(  </a:t>
            </a:r>
            <a:r>
              <a:rPr lang="en-US" altLang="zh-CN" dirty="0">
                <a:latin typeface="宋体" panose="02010600030101010101" pitchFamily="2" charset="-122"/>
                <a:ea typeface="方正书宋_GBK" panose="03000509000000000000" pitchFamily="65"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  )</a:t>
            </a:r>
            <a:endParaRPr lang="zh-CN" altLang="zh-CN" dirty="0">
              <a:solidFill>
                <a:srgbClr val="000000"/>
              </a:solidFill>
              <a:effectLst/>
              <a:latin typeface="NEU-BZ-S92"/>
              <a:ea typeface="方正书宋_GBK" panose="03000509000000000000" pitchFamily="65" charset="-122"/>
              <a:cs typeface="Times New Roman" panose="02020603050405020304" pitchFamily="18" charset="0"/>
            </a:endParaRPr>
          </a:p>
        </p:txBody>
      </p:sp>
      <p:sp>
        <p:nvSpPr>
          <p:cNvPr id="3" name="矩形 2"/>
          <p:cNvSpPr/>
          <p:nvPr/>
        </p:nvSpPr>
        <p:spPr>
          <a:xfrm>
            <a:off x="10297541" y="3096071"/>
            <a:ext cx="482545" cy="462987"/>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1041478147"/>
      </p:ext>
    </p:extLst>
  </p:cSld>
  <p:clrMapOvr>
    <a:masterClrMapping/>
  </p:clrMapOvr>
  <p:transition spd="slow">
    <p:wheel spokes="1"/>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xit" presetSubtype="10" fill="hold" grpId="0" nodeType="clickEffect">
                                  <p:stCondLst>
                                    <p:cond delay="0"/>
                                  </p:stCondLst>
                                  <p:childTnLst>
                                    <p:animEffect transition="out" filter="randombar(horizontal)">
                                      <p:cBhvr>
                                        <p:cTn id="6" dur="500"/>
                                        <p:tgtEl>
                                          <p:spTgt spid="3"/>
                                        </p:tgtEl>
                                      </p:cBhvr>
                                    </p:animEffect>
                                    <p:set>
                                      <p:cBhvr>
                                        <p:cTn id="7" dur="1" fill="hold">
                                          <p:stCondLst>
                                            <p:cond delay="499"/>
                                          </p:stCondLst>
                                        </p:cTn>
                                        <p:tgtEl>
                                          <p:spTgt spid="3"/>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虚尾箭头 1"/>
          <p:cNvSpPr/>
          <p:nvPr/>
        </p:nvSpPr>
        <p:spPr>
          <a:xfrm>
            <a:off x="432445" y="1295871"/>
            <a:ext cx="10657184" cy="3528392"/>
          </a:xfrm>
          <a:prstGeom prst="stripedRightArrow">
            <a:avLst/>
          </a:prstGeom>
        </p:spPr>
        <p:style>
          <a:lnRef idx="1">
            <a:schemeClr val="accent4"/>
          </a:lnRef>
          <a:fillRef idx="2">
            <a:schemeClr val="accent4"/>
          </a:fillRef>
          <a:effectRef idx="1">
            <a:schemeClr val="accent4"/>
          </a:effectRef>
          <a:fontRef idx="minor">
            <a:schemeClr val="dk1"/>
          </a:fontRef>
        </p:style>
        <p:txBody>
          <a:bodyPr rtlCol="0" anchor="ctr"/>
          <a:lstStyle/>
          <a:p>
            <a:r>
              <a:rPr lang="en-US" altLang="zh-CN" sz="6600" dirty="0" smtClean="0">
                <a:solidFill>
                  <a:srgbClr val="0070C0"/>
                </a:solidFill>
                <a:latin typeface="华文新魏" panose="02010800040101010101" pitchFamily="2" charset="-122"/>
                <a:ea typeface="华文新魏" panose="02010800040101010101" pitchFamily="2" charset="-122"/>
              </a:rPr>
              <a:t>  </a:t>
            </a:r>
            <a:r>
              <a:rPr lang="zh-CN" altLang="zh-CN" sz="6600" dirty="0" smtClean="0">
                <a:solidFill>
                  <a:srgbClr val="0070C0"/>
                </a:solidFill>
                <a:latin typeface="华文新魏" panose="02010800040101010101" pitchFamily="2" charset="-122"/>
                <a:ea typeface="华文新魏" panose="02010800040101010101" pitchFamily="2" charset="-122"/>
              </a:rPr>
              <a:t>合作</a:t>
            </a:r>
            <a:r>
              <a:rPr lang="zh-CN" altLang="zh-CN" sz="6600" dirty="0">
                <a:solidFill>
                  <a:srgbClr val="0070C0"/>
                </a:solidFill>
                <a:latin typeface="华文新魏" panose="02010800040101010101" pitchFamily="2" charset="-122"/>
                <a:ea typeface="华文新魏" panose="02010800040101010101" pitchFamily="2" charset="-122"/>
              </a:rPr>
              <a:t>探究</a:t>
            </a:r>
            <a:r>
              <a:rPr lang="en-US" altLang="zh-CN" sz="6600" dirty="0">
                <a:solidFill>
                  <a:srgbClr val="0070C0"/>
                </a:solidFill>
                <a:latin typeface="华文新魏" panose="02010800040101010101" pitchFamily="2" charset="-122"/>
                <a:ea typeface="华文新魏" panose="02010800040101010101" pitchFamily="2" charset="-122"/>
              </a:rPr>
              <a:t>·</a:t>
            </a:r>
            <a:r>
              <a:rPr lang="zh-CN" altLang="zh-CN" sz="6600" dirty="0">
                <a:solidFill>
                  <a:srgbClr val="0070C0"/>
                </a:solidFill>
                <a:latin typeface="华文新魏" panose="02010800040101010101" pitchFamily="2" charset="-122"/>
                <a:ea typeface="华文新魏" panose="02010800040101010101" pitchFamily="2" charset="-122"/>
              </a:rPr>
              <a:t>释疑解惑</a:t>
            </a:r>
          </a:p>
        </p:txBody>
      </p:sp>
    </p:spTree>
    <p:extLst>
      <p:ext uri="{BB962C8B-B14F-4D97-AF65-F5344CB8AC3E}">
        <p14:creationId xmlns:p14="http://schemas.microsoft.com/office/powerpoint/2010/main" val="916960461"/>
      </p:ext>
    </p:extLst>
  </p:cSld>
  <p:clrMapOvr>
    <a:masterClrMapping/>
  </p:clrMapOvr>
  <mc:AlternateContent xmlns:mc="http://schemas.openxmlformats.org/markup-compatibility/2006" xmlns:p14="http://schemas.microsoft.com/office/powerpoint/2010/main">
    <mc:Choice Requires="p14">
      <p:transition spd="slow" p14:dur="900">
        <p14:warp dir="in"/>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5"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500" decel="50000" fill="hold">
                                          <p:stCondLst>
                                            <p:cond delay="0"/>
                                          </p:stCondLst>
                                        </p:cTn>
                                        <p:tgtEl>
                                          <p:spTgt spid="2"/>
                                        </p:tgtEl>
                                        <p:attrNameLst>
                                          <p:attrName>style.rotation</p:attrName>
                                        </p:attrNameLst>
                                      </p:cBhvr>
                                      <p:tavLst>
                                        <p:tav tm="0">
                                          <p:val>
                                            <p:fltVal val="-90"/>
                                          </p:val>
                                        </p:tav>
                                        <p:tav tm="100000">
                                          <p:val>
                                            <p:fltVal val="0"/>
                                          </p:val>
                                        </p:tav>
                                      </p:tavLst>
                                    </p:anim>
                                    <p:anim calcmode="lin" valueType="num">
                                      <p:cBhvr>
                                        <p:cTn id="8" dur="500" decel="50000" fill="hold">
                                          <p:stCondLst>
                                            <p:cond delay="0"/>
                                          </p:stCondLst>
                                        </p:cTn>
                                        <p:tgtEl>
                                          <p:spTgt spid="2"/>
                                        </p:tgtEl>
                                        <p:attrNameLst>
                                          <p:attrName>ppt_w</p:attrName>
                                        </p:attrNameLst>
                                      </p:cBhvr>
                                      <p:tavLst>
                                        <p:tav tm="0">
                                          <p:val>
                                            <p:strVal val="#ppt_w"/>
                                          </p:val>
                                        </p:tav>
                                        <p:tav tm="100000">
                                          <p:val>
                                            <p:strVal val="#ppt_w*.05"/>
                                          </p:val>
                                        </p:tav>
                                      </p:tavLst>
                                    </p:anim>
                                    <p:anim calcmode="lin" valueType="num">
                                      <p:cBhvr>
                                        <p:cTn id="9" dur="500" accel="50000" fill="hold">
                                          <p:stCondLst>
                                            <p:cond delay="500"/>
                                          </p:stCondLst>
                                        </p:cTn>
                                        <p:tgtEl>
                                          <p:spTgt spid="2"/>
                                        </p:tgtEl>
                                        <p:attrNameLst>
                                          <p:attrName>ppt_w</p:attrName>
                                        </p:attrNameLst>
                                      </p:cBhvr>
                                      <p:tavLst>
                                        <p:tav tm="0">
                                          <p:val>
                                            <p:strVal val="#ppt_w*.05"/>
                                          </p:val>
                                        </p:tav>
                                        <p:tav tm="100000">
                                          <p:val>
                                            <p:strVal val="#ppt_w"/>
                                          </p:val>
                                        </p:tav>
                                      </p:tavLst>
                                    </p:anim>
                                    <p:anim calcmode="lin" valueType="num">
                                      <p:cBhvr>
                                        <p:cTn id="10" dur="1000" fill="hold"/>
                                        <p:tgtEl>
                                          <p:spTgt spid="2"/>
                                        </p:tgtEl>
                                        <p:attrNameLst>
                                          <p:attrName>ppt_h</p:attrName>
                                        </p:attrNameLst>
                                      </p:cBhvr>
                                      <p:tavLst>
                                        <p:tav tm="0">
                                          <p:val>
                                            <p:strVal val="#ppt_h"/>
                                          </p:val>
                                        </p:tav>
                                        <p:tav tm="100000">
                                          <p:val>
                                            <p:strVal val="#ppt_h"/>
                                          </p:val>
                                        </p:tav>
                                      </p:tavLst>
                                    </p:anim>
                                    <p:anim calcmode="lin" valueType="num">
                                      <p:cBhvr>
                                        <p:cTn id="11" dur="500" decel="50000" fill="hold">
                                          <p:stCondLst>
                                            <p:cond delay="0"/>
                                          </p:stCondLst>
                                        </p:cTn>
                                        <p:tgtEl>
                                          <p:spTgt spid="2"/>
                                        </p:tgtEl>
                                        <p:attrNameLst>
                                          <p:attrName>ppt_x</p:attrName>
                                        </p:attrNameLst>
                                      </p:cBhvr>
                                      <p:tavLst>
                                        <p:tav tm="0">
                                          <p:val>
                                            <p:strVal val="#ppt_x+.4"/>
                                          </p:val>
                                        </p:tav>
                                        <p:tav tm="100000">
                                          <p:val>
                                            <p:strVal val="#ppt_x"/>
                                          </p:val>
                                        </p:tav>
                                      </p:tavLst>
                                    </p:anim>
                                    <p:anim calcmode="lin" valueType="num">
                                      <p:cBhvr>
                                        <p:cTn id="12" dur="500" decel="50000" fill="hold">
                                          <p:stCondLst>
                                            <p:cond delay="0"/>
                                          </p:stCondLst>
                                        </p:cTn>
                                        <p:tgtEl>
                                          <p:spTgt spid="2"/>
                                        </p:tgtEl>
                                        <p:attrNameLst>
                                          <p:attrName>ppt_y</p:attrName>
                                        </p:attrNameLst>
                                      </p:cBhvr>
                                      <p:tavLst>
                                        <p:tav tm="0">
                                          <p:val>
                                            <p:strVal val="#ppt_y-.2"/>
                                          </p:val>
                                        </p:tav>
                                        <p:tav tm="100000">
                                          <p:val>
                                            <p:strVal val="#ppt_y+.1"/>
                                          </p:val>
                                        </p:tav>
                                      </p:tavLst>
                                    </p:anim>
                                    <p:anim calcmode="lin" valueType="num">
                                      <p:cBhvr>
                                        <p:cTn id="13" dur="500" accel="50000" fill="hold">
                                          <p:stCondLst>
                                            <p:cond delay="500"/>
                                          </p:stCondLst>
                                        </p:cTn>
                                        <p:tgtEl>
                                          <p:spTgt spid="2"/>
                                        </p:tgtEl>
                                        <p:attrNameLst>
                                          <p:attrName>ppt_y</p:attrName>
                                        </p:attrNameLst>
                                      </p:cBhvr>
                                      <p:tavLst>
                                        <p:tav tm="0">
                                          <p:val>
                                            <p:strVal val="#ppt_y+.1"/>
                                          </p:val>
                                        </p:tav>
                                        <p:tav tm="100000">
                                          <p:val>
                                            <p:strVal val="#ppt_y"/>
                                          </p:val>
                                        </p:tav>
                                      </p:tavLst>
                                    </p:anim>
                                    <p:animEffect transition="in" filter="fade">
                                      <p:cBhvr>
                                        <p:cTn id="14" dur="1000" decel="50000">
                                          <p:stCondLst>
                                            <p:cond delay="0"/>
                                          </p:stCondLst>
                                        </p:cTn>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燕尾形 2"/>
          <p:cNvSpPr/>
          <p:nvPr/>
        </p:nvSpPr>
        <p:spPr>
          <a:xfrm>
            <a:off x="580357" y="719807"/>
            <a:ext cx="10437264" cy="576064"/>
          </a:xfrm>
          <a:prstGeom prst="chevron">
            <a:avLst/>
          </a:prstGeom>
        </p:spPr>
        <p:style>
          <a:lnRef idx="1">
            <a:schemeClr val="dk1"/>
          </a:lnRef>
          <a:fillRef idx="2">
            <a:schemeClr val="dk1"/>
          </a:fillRef>
          <a:effectRef idx="1">
            <a:schemeClr val="dk1"/>
          </a:effectRef>
          <a:fontRef idx="minor">
            <a:schemeClr val="dk1"/>
          </a:fontRef>
        </p:style>
        <p:txBody>
          <a:bodyPr rtlCol="0" anchor="ctr"/>
          <a:lstStyle/>
          <a:p>
            <a:pPr algn="ctr"/>
            <a:r>
              <a:rPr lang="zh-CN" altLang="zh-CN" dirty="0"/>
              <a:t>探究</a:t>
            </a:r>
            <a:r>
              <a:rPr lang="zh-CN" altLang="zh-CN" dirty="0" smtClean="0"/>
              <a:t>一</a:t>
            </a:r>
            <a:r>
              <a:rPr lang="en-US" altLang="zh-CN" dirty="0" smtClean="0"/>
              <a:t>  </a:t>
            </a:r>
            <a:r>
              <a:rPr lang="zh-CN" altLang="zh-CN" dirty="0" smtClean="0"/>
              <a:t>与</a:t>
            </a:r>
            <a:r>
              <a:rPr lang="zh-CN" altLang="zh-CN" dirty="0"/>
              <a:t>对数函数有关的函数的奇偶性及其应用</a:t>
            </a:r>
          </a:p>
        </p:txBody>
      </p:sp>
      <p:graphicFrame>
        <p:nvGraphicFramePr>
          <p:cNvPr id="2" name="对象 1"/>
          <p:cNvGraphicFramePr>
            <a:graphicFrameLocks noChangeAspect="1"/>
          </p:cNvGraphicFramePr>
          <p:nvPr>
            <p:extLst>
              <p:ext uri="{D42A27DB-BD31-4B8C-83A1-F6EECF244321}">
                <p14:modId xmlns:p14="http://schemas.microsoft.com/office/powerpoint/2010/main" val="1744662533"/>
              </p:ext>
            </p:extLst>
          </p:nvPr>
        </p:nvGraphicFramePr>
        <p:xfrm>
          <a:off x="432445" y="2249570"/>
          <a:ext cx="11671959" cy="1854613"/>
        </p:xfrm>
        <a:graphic>
          <a:graphicData uri="http://schemas.openxmlformats.org/presentationml/2006/ole">
            <mc:AlternateContent xmlns:mc="http://schemas.openxmlformats.org/markup-compatibility/2006">
              <mc:Choice xmlns:v="urn:schemas-microsoft-com:vml" Requires="v">
                <p:oleObj spid="_x0000_s5142" name="文档" r:id="rId4" imgW="3826872" imgH="608070" progId="Word.Document.12">
                  <p:embed/>
                </p:oleObj>
              </mc:Choice>
              <mc:Fallback>
                <p:oleObj name="文档" r:id="rId4" imgW="3826872" imgH="608070" progId="Word.Document.12">
                  <p:embed/>
                  <p:pic>
                    <p:nvPicPr>
                      <p:cNvPr id="0" name=""/>
                      <p:cNvPicPr/>
                      <p:nvPr/>
                    </p:nvPicPr>
                    <p:blipFill>
                      <a:blip r:embed="rId5"/>
                      <a:stretch>
                        <a:fillRect/>
                      </a:stretch>
                    </p:blipFill>
                    <p:spPr>
                      <a:xfrm>
                        <a:off x="432445" y="2249570"/>
                        <a:ext cx="11671959" cy="1854613"/>
                      </a:xfrm>
                      <a:prstGeom prst="rect">
                        <a:avLst/>
                      </a:prstGeom>
                    </p:spPr>
                  </p:pic>
                </p:oleObj>
              </mc:Fallback>
            </mc:AlternateContent>
          </a:graphicData>
        </a:graphic>
      </p:graphicFrame>
    </p:spTree>
    <p:extLst>
      <p:ext uri="{BB962C8B-B14F-4D97-AF65-F5344CB8AC3E}">
        <p14:creationId xmlns:p14="http://schemas.microsoft.com/office/powerpoint/2010/main" val="2026412995"/>
      </p:ext>
    </p:extLst>
  </p:cSld>
  <p:clrMapOvr>
    <a:masterClrMapping/>
  </p:clrMapOvr>
  <mc:AlternateContent xmlns:mc="http://schemas.openxmlformats.org/markup-compatibility/2006" xmlns:p14="http://schemas.microsoft.com/office/powerpoint/2010/main">
    <mc:Choice Requires="p14">
      <p:transition spd="slow" p14:dur="1200">
        <p:dissolve/>
      </p:transition>
    </mc:Choice>
    <mc:Fallback xmlns="">
      <p:transition spd="slow">
        <p:dissolve/>
      </p:transition>
    </mc:Fallback>
  </mc:AlternateContent>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对象 1"/>
          <p:cNvGraphicFramePr>
            <a:graphicFrameLocks noChangeAspect="1"/>
          </p:cNvGraphicFramePr>
          <p:nvPr>
            <p:extLst>
              <p:ext uri="{D42A27DB-BD31-4B8C-83A1-F6EECF244321}">
                <p14:modId xmlns:p14="http://schemas.microsoft.com/office/powerpoint/2010/main" val="2697294083"/>
              </p:ext>
            </p:extLst>
          </p:nvPr>
        </p:nvGraphicFramePr>
        <p:xfrm>
          <a:off x="357188" y="862013"/>
          <a:ext cx="10583862" cy="4918075"/>
        </p:xfrm>
        <a:graphic>
          <a:graphicData uri="http://schemas.openxmlformats.org/presentationml/2006/ole">
            <mc:AlternateContent xmlns:mc="http://schemas.openxmlformats.org/markup-compatibility/2006">
              <mc:Choice xmlns:v="urn:schemas-microsoft-com:vml" Requires="v">
                <p:oleObj spid="_x0000_s6166" name="文档" r:id="rId4" imgW="3467489" imgH="1613253" progId="Word.Document.12">
                  <p:embed/>
                </p:oleObj>
              </mc:Choice>
              <mc:Fallback>
                <p:oleObj name="文档" r:id="rId4" imgW="3467489" imgH="1613253" progId="Word.Document.12">
                  <p:embed/>
                  <p:pic>
                    <p:nvPicPr>
                      <p:cNvPr id="0" name=""/>
                      <p:cNvPicPr/>
                      <p:nvPr/>
                    </p:nvPicPr>
                    <p:blipFill>
                      <a:blip r:embed="rId5"/>
                      <a:stretch>
                        <a:fillRect/>
                      </a:stretch>
                    </p:blipFill>
                    <p:spPr>
                      <a:xfrm>
                        <a:off x="357188" y="862013"/>
                        <a:ext cx="10583862" cy="4918075"/>
                      </a:xfrm>
                      <a:prstGeom prst="rect">
                        <a:avLst/>
                      </a:prstGeom>
                    </p:spPr>
                  </p:pic>
                </p:oleObj>
              </mc:Fallback>
            </mc:AlternateContent>
          </a:graphicData>
        </a:graphic>
      </p:graphicFrame>
    </p:spTree>
    <p:extLst>
      <p:ext uri="{BB962C8B-B14F-4D97-AF65-F5344CB8AC3E}">
        <p14:creationId xmlns:p14="http://schemas.microsoft.com/office/powerpoint/2010/main" val="3852110209"/>
      </p:ext>
    </p:extLst>
  </p:cSld>
  <p:clrMapOvr>
    <a:masterClrMapping/>
  </p:clrMapOvr>
  <mc:AlternateContent xmlns:mc="http://schemas.openxmlformats.org/markup-compatibility/2006" xmlns:p14="http://schemas.microsoft.com/office/powerpoint/2010/main">
    <mc:Choice Requires="p14">
      <p:transition spd="slow" p14:dur="1200">
        <p:dissolve/>
      </p:transition>
    </mc:Choice>
    <mc:Fallback xmlns="">
      <p:transition spd="slow">
        <p:dissolve/>
      </p:transition>
    </mc:Fallback>
  </mc:AlternateContent>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对象 2"/>
          <p:cNvGraphicFramePr>
            <a:graphicFrameLocks noChangeAspect="1"/>
          </p:cNvGraphicFramePr>
          <p:nvPr>
            <p:extLst>
              <p:ext uri="{D42A27DB-BD31-4B8C-83A1-F6EECF244321}">
                <p14:modId xmlns:p14="http://schemas.microsoft.com/office/powerpoint/2010/main" val="2403018408"/>
              </p:ext>
            </p:extLst>
          </p:nvPr>
        </p:nvGraphicFramePr>
        <p:xfrm>
          <a:off x="504453" y="883487"/>
          <a:ext cx="10607329" cy="4853203"/>
        </p:xfrm>
        <a:graphic>
          <a:graphicData uri="http://schemas.openxmlformats.org/presentationml/2006/ole">
            <mc:AlternateContent xmlns:mc="http://schemas.openxmlformats.org/markup-compatibility/2006">
              <mc:Choice xmlns:v="urn:schemas-microsoft-com:vml" Requires="v">
                <p:oleObj spid="_x0000_s7190" name="文档" r:id="rId4" imgW="3477813" imgH="1591214" progId="Word.Document.12">
                  <p:embed/>
                </p:oleObj>
              </mc:Choice>
              <mc:Fallback>
                <p:oleObj name="文档" r:id="rId4" imgW="3477813" imgH="1591214" progId="Word.Document.12">
                  <p:embed/>
                  <p:pic>
                    <p:nvPicPr>
                      <p:cNvPr id="0" name=""/>
                      <p:cNvPicPr/>
                      <p:nvPr/>
                    </p:nvPicPr>
                    <p:blipFill>
                      <a:blip r:embed="rId5"/>
                      <a:stretch>
                        <a:fillRect/>
                      </a:stretch>
                    </p:blipFill>
                    <p:spPr>
                      <a:xfrm>
                        <a:off x="504453" y="883487"/>
                        <a:ext cx="10607329" cy="4853203"/>
                      </a:xfrm>
                      <a:prstGeom prst="rect">
                        <a:avLst/>
                      </a:prstGeom>
                    </p:spPr>
                  </p:pic>
                </p:oleObj>
              </mc:Fallback>
            </mc:AlternateContent>
          </a:graphicData>
        </a:graphic>
      </p:graphicFrame>
    </p:spTree>
    <p:extLst>
      <p:ext uri="{BB962C8B-B14F-4D97-AF65-F5344CB8AC3E}">
        <p14:creationId xmlns:p14="http://schemas.microsoft.com/office/powerpoint/2010/main" val="1961149852"/>
      </p:ext>
    </p:extLst>
  </p:cSld>
  <p:clrMapOvr>
    <a:masterClrMapping/>
  </p:clrMapOvr>
  <mc:AlternateContent xmlns:mc="http://schemas.openxmlformats.org/markup-compatibility/2006" xmlns:p14="http://schemas.microsoft.com/office/powerpoint/2010/main">
    <mc:Choice Requires="p14">
      <p:transition spd="slow" p14:dur="1200">
        <p:dissolve/>
      </p:transition>
    </mc:Choice>
    <mc:Fallback xmlns="">
      <p:transition spd="slow">
        <p:dissolve/>
      </p:transition>
    </mc:Fallback>
  </mc:AlternateContent>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延伸探究H.eps" descr="id:2147492067;FounderCES"/>
          <p:cNvPicPr/>
          <p:nvPr/>
        </p:nvPicPr>
        <p:blipFill>
          <a:blip r:embed="rId3"/>
          <a:stretch>
            <a:fillRect/>
          </a:stretch>
        </p:blipFill>
        <p:spPr>
          <a:xfrm>
            <a:off x="4062812" y="667463"/>
            <a:ext cx="2740119" cy="499725"/>
          </a:xfrm>
          <a:prstGeom prst="rect">
            <a:avLst/>
          </a:prstGeom>
        </p:spPr>
      </p:pic>
      <p:graphicFrame>
        <p:nvGraphicFramePr>
          <p:cNvPr id="4" name="对象 3"/>
          <p:cNvGraphicFramePr>
            <a:graphicFrameLocks noChangeAspect="1"/>
          </p:cNvGraphicFramePr>
          <p:nvPr>
            <p:extLst>
              <p:ext uri="{D42A27DB-BD31-4B8C-83A1-F6EECF244321}">
                <p14:modId xmlns:p14="http://schemas.microsoft.com/office/powerpoint/2010/main" val="683597257"/>
              </p:ext>
            </p:extLst>
          </p:nvPr>
        </p:nvGraphicFramePr>
        <p:xfrm>
          <a:off x="360437" y="1099511"/>
          <a:ext cx="11671959" cy="1301078"/>
        </p:xfrm>
        <a:graphic>
          <a:graphicData uri="http://schemas.openxmlformats.org/presentationml/2006/ole">
            <mc:AlternateContent xmlns:mc="http://schemas.openxmlformats.org/markup-compatibility/2006">
              <mc:Choice xmlns:v="urn:schemas-microsoft-com:vml" Requires="v">
                <p:oleObj spid="_x0000_s8234" name="文档" r:id="rId5" imgW="3826872" imgH="426583" progId="Word.Document.12">
                  <p:embed/>
                </p:oleObj>
              </mc:Choice>
              <mc:Fallback>
                <p:oleObj name="文档" r:id="rId5" imgW="3826872" imgH="426583" progId="Word.Document.12">
                  <p:embed/>
                  <p:pic>
                    <p:nvPicPr>
                      <p:cNvPr id="0" name=""/>
                      <p:cNvPicPr/>
                      <p:nvPr/>
                    </p:nvPicPr>
                    <p:blipFill>
                      <a:blip r:embed="rId6"/>
                      <a:stretch>
                        <a:fillRect/>
                      </a:stretch>
                    </p:blipFill>
                    <p:spPr>
                      <a:xfrm>
                        <a:off x="360437" y="1099511"/>
                        <a:ext cx="11671959" cy="1301078"/>
                      </a:xfrm>
                      <a:prstGeom prst="rect">
                        <a:avLst/>
                      </a:prstGeom>
                    </p:spPr>
                  </p:pic>
                </p:oleObj>
              </mc:Fallback>
            </mc:AlternateContent>
          </a:graphicData>
        </a:graphic>
      </p:graphicFrame>
      <p:graphicFrame>
        <p:nvGraphicFramePr>
          <p:cNvPr id="5" name="对象 4"/>
          <p:cNvGraphicFramePr>
            <a:graphicFrameLocks noChangeAspect="1"/>
          </p:cNvGraphicFramePr>
          <p:nvPr>
            <p:extLst>
              <p:ext uri="{D42A27DB-BD31-4B8C-83A1-F6EECF244321}">
                <p14:modId xmlns:p14="http://schemas.microsoft.com/office/powerpoint/2010/main" val="3285228709"/>
              </p:ext>
            </p:extLst>
          </p:nvPr>
        </p:nvGraphicFramePr>
        <p:xfrm>
          <a:off x="357188" y="2386013"/>
          <a:ext cx="11645900" cy="3941762"/>
        </p:xfrm>
        <a:graphic>
          <a:graphicData uri="http://schemas.openxmlformats.org/presentationml/2006/ole">
            <mc:AlternateContent xmlns:mc="http://schemas.openxmlformats.org/markup-compatibility/2006">
              <mc:Choice xmlns:v="urn:schemas-microsoft-com:vml" Requires="v">
                <p:oleObj spid="_x0000_s8235" name="文档" r:id="rId8" imgW="3826872" imgH="1299875" progId="Word.Document.12">
                  <p:embed/>
                </p:oleObj>
              </mc:Choice>
              <mc:Fallback>
                <p:oleObj name="文档" r:id="rId8" imgW="3826872" imgH="1299875" progId="Word.Document.12">
                  <p:embed/>
                  <p:pic>
                    <p:nvPicPr>
                      <p:cNvPr id="0" name=""/>
                      <p:cNvPicPr/>
                      <p:nvPr/>
                    </p:nvPicPr>
                    <p:blipFill>
                      <a:blip r:embed="rId9"/>
                      <a:stretch>
                        <a:fillRect/>
                      </a:stretch>
                    </p:blipFill>
                    <p:spPr>
                      <a:xfrm>
                        <a:off x="357188" y="2386013"/>
                        <a:ext cx="11645900" cy="3941762"/>
                      </a:xfrm>
                      <a:prstGeom prst="rect">
                        <a:avLst/>
                      </a:prstGeom>
                    </p:spPr>
                  </p:pic>
                </p:oleObj>
              </mc:Fallback>
            </mc:AlternateContent>
          </a:graphicData>
        </a:graphic>
      </p:graphicFrame>
    </p:spTree>
    <p:extLst>
      <p:ext uri="{BB962C8B-B14F-4D97-AF65-F5344CB8AC3E}">
        <p14:creationId xmlns:p14="http://schemas.microsoft.com/office/powerpoint/2010/main" val="566842867"/>
      </p:ext>
    </p:extLst>
  </p:cSld>
  <p:clrMapOvr>
    <a:masterClrMapping/>
  </p:clrMapOvr>
  <mc:AlternateContent xmlns:mc="http://schemas.openxmlformats.org/markup-compatibility/2006" xmlns:p14="http://schemas.microsoft.com/office/powerpoint/2010/main">
    <mc:Choice Requires="p14">
      <p:transition spd="slow" p14:dur="1200">
        <p:dissolve/>
      </p:transition>
    </mc:Choice>
    <mc:Fallback xmlns="">
      <p:transition spd="slow">
        <p:dissolv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randombar(horizontal)">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ChangeAspect="1"/>
          </p:cNvSpPr>
          <p:nvPr/>
        </p:nvSpPr>
        <p:spPr>
          <a:xfrm>
            <a:off x="361950" y="1196176"/>
            <a:ext cx="10807700" cy="3637919"/>
          </a:xfrm>
          <a:prstGeom prst="rect">
            <a:avLst/>
          </a:prstGeom>
          <a:ln>
            <a:solidFill>
              <a:schemeClr val="tx1"/>
            </a:solidFill>
          </a:ln>
        </p:spPr>
        <p:txBody>
          <a:bodyPr>
            <a:spAutoFit/>
          </a:bodyPr>
          <a:lstStyle/>
          <a:p>
            <a:pPr>
              <a:lnSpc>
                <a:spcPct val="120000"/>
              </a:lnSpc>
              <a:spcAft>
                <a:spcPts val="0"/>
              </a:spcAft>
              <a:tabLst>
                <a:tab pos="1029335" algn="l"/>
                <a:tab pos="1850390" algn="l"/>
                <a:tab pos="2538095" algn="l"/>
                <a:tab pos="3221990" algn="l"/>
              </a:tabLst>
            </a:pPr>
            <a:r>
              <a:rPr lang="zh-CN" altLang="en-US" dirty="0">
                <a:solidFill>
                  <a:srgbClr val="000000"/>
                </a:solidFill>
                <a:latin typeface="黑体" panose="02010609060101010101" pitchFamily="49" charset="-122"/>
                <a:cs typeface="Times New Roman" panose="02020603050405020304" pitchFamily="18" charset="0"/>
              </a:rPr>
              <a:t>反思感悟</a:t>
            </a:r>
            <a:endParaRPr lang="zh-CN" altLang="zh-CN" dirty="0">
              <a:solidFill>
                <a:srgbClr val="000000"/>
              </a:solidFill>
              <a:latin typeface="黑体" panose="02010609060101010101" pitchFamily="49" charset="-122"/>
              <a:cs typeface="Times New Roman" panose="02020603050405020304" pitchFamily="18" charset="0"/>
            </a:endParaRPr>
          </a:p>
          <a:p>
            <a:pPr>
              <a:lnSpc>
                <a:spcPct val="120000"/>
              </a:lnSpc>
              <a:spcAft>
                <a:spcPts val="0"/>
              </a:spcAft>
              <a:tabLst>
                <a:tab pos="1188085" algn="l"/>
                <a:tab pos="2163445" algn="l"/>
                <a:tab pos="3142615" algn="l"/>
                <a:tab pos="4190365" algn="l"/>
              </a:tabLst>
            </a:pPr>
            <a:r>
              <a:rPr lang="zh-CN" altLang="zh-CN" dirty="0">
                <a:solidFill>
                  <a:srgbClr val="000000"/>
                </a:solidFill>
                <a:ea typeface="仿宋" panose="02010609060101010101" pitchFamily="49" charset="-122"/>
                <a:cs typeface="Times New Roman" panose="02020603050405020304" pitchFamily="18" charset="0"/>
              </a:rPr>
              <a:t>判断与对数函数有关的函数奇偶性的</a:t>
            </a:r>
            <a:r>
              <a:rPr lang="zh-CN" altLang="zh-CN" dirty="0" smtClean="0">
                <a:solidFill>
                  <a:srgbClr val="000000"/>
                </a:solidFill>
                <a:ea typeface="仿宋" panose="02010609060101010101" pitchFamily="49" charset="-122"/>
                <a:cs typeface="Times New Roman" panose="02020603050405020304" pitchFamily="18" charset="0"/>
              </a:rPr>
              <a:t>方法</a:t>
            </a:r>
            <a:endParaRPr lang="en-US" altLang="zh-CN" dirty="0" smtClean="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188085" algn="l"/>
                <a:tab pos="2163445" algn="l"/>
                <a:tab pos="3142615" algn="l"/>
                <a:tab pos="4190365" algn="l"/>
              </a:tabLst>
            </a:pPr>
            <a:r>
              <a:rPr lang="zh-CN" altLang="zh-CN" dirty="0" smtClean="0">
                <a:solidFill>
                  <a:srgbClr val="000000"/>
                </a:solidFill>
                <a:ea typeface="仿宋" panose="02010609060101010101" pitchFamily="49" charset="-122"/>
                <a:cs typeface="Times New Roman" panose="02020603050405020304" pitchFamily="18" charset="0"/>
              </a:rPr>
              <a:t>先</a:t>
            </a:r>
            <a:r>
              <a:rPr lang="zh-CN" altLang="zh-CN" dirty="0">
                <a:solidFill>
                  <a:srgbClr val="000000"/>
                </a:solidFill>
                <a:ea typeface="仿宋" panose="02010609060101010101" pitchFamily="49" charset="-122"/>
                <a:cs typeface="Times New Roman" panose="02020603050405020304" pitchFamily="18" charset="0"/>
              </a:rPr>
              <a:t>考查函数的定义域</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仿宋" panose="02010609060101010101" pitchFamily="49" charset="-122"/>
                <a:cs typeface="Times New Roman" panose="02020603050405020304" pitchFamily="18" charset="0"/>
              </a:rPr>
              <a:t>在定义域关于原点对称的前提下</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仿宋" panose="02010609060101010101" pitchFamily="49" charset="-122"/>
                <a:cs typeface="Times New Roman" panose="02020603050405020304" pitchFamily="18" charset="0"/>
              </a:rPr>
              <a:t>再探究</a:t>
            </a:r>
            <a:r>
              <a:rPr lang="en-US" altLang="zh-CN" i="1" dirty="0">
                <a:solidFill>
                  <a:srgbClr val="000000"/>
                </a:solidFill>
                <a:ea typeface="宋体" panose="02010600030101010101" pitchFamily="2" charset="-122"/>
                <a:cs typeface="Times New Roman" panose="02020603050405020304" pitchFamily="18" charset="0"/>
              </a:rPr>
              <a:t>f</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-x</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仿宋" panose="02010609060101010101" pitchFamily="49" charset="-122"/>
                <a:cs typeface="Times New Roman" panose="02020603050405020304" pitchFamily="18" charset="0"/>
              </a:rPr>
              <a:t>与</a:t>
            </a:r>
            <a:r>
              <a:rPr lang="en-US" altLang="zh-CN" i="1" dirty="0">
                <a:solidFill>
                  <a:srgbClr val="000000"/>
                </a:solidFill>
                <a:ea typeface="宋体" panose="02010600030101010101" pitchFamily="2" charset="-122"/>
                <a:cs typeface="Times New Roman" panose="02020603050405020304" pitchFamily="18" charset="0"/>
              </a:rPr>
              <a:t>f</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x</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仿宋" panose="02010609060101010101" pitchFamily="49" charset="-122"/>
                <a:cs typeface="Times New Roman" panose="02020603050405020304" pitchFamily="18" charset="0"/>
              </a:rPr>
              <a:t>的关系</a:t>
            </a:r>
            <a:r>
              <a:rPr lang="en-US" altLang="zh-CN" dirty="0">
                <a:solidFill>
                  <a:srgbClr val="000000"/>
                </a:solidFill>
                <a:ea typeface="宋体" panose="02010600030101010101" pitchFamily="2" charset="-122"/>
                <a:cs typeface="Times New Roman" panose="02020603050405020304" pitchFamily="18" charset="0"/>
              </a:rPr>
              <a:t>,</a:t>
            </a:r>
            <a:r>
              <a:rPr lang="zh-CN" altLang="zh-CN" smtClean="0">
                <a:solidFill>
                  <a:srgbClr val="000000"/>
                </a:solidFill>
                <a:ea typeface="仿宋" panose="02010609060101010101" pitchFamily="49" charset="-122"/>
                <a:cs typeface="Times New Roman" panose="02020603050405020304" pitchFamily="18" charset="0"/>
              </a:rPr>
              <a:t>这时需要</a:t>
            </a:r>
            <a:r>
              <a:rPr lang="zh-CN" altLang="zh-CN" dirty="0">
                <a:solidFill>
                  <a:srgbClr val="000000"/>
                </a:solidFill>
                <a:ea typeface="仿宋" panose="02010609060101010101" pitchFamily="49" charset="-122"/>
                <a:cs typeface="Times New Roman" panose="02020603050405020304" pitchFamily="18" charset="0"/>
              </a:rPr>
              <a:t>将</a:t>
            </a:r>
            <a:r>
              <a:rPr lang="en-US" altLang="zh-CN" i="1" dirty="0">
                <a:solidFill>
                  <a:srgbClr val="000000"/>
                </a:solidFill>
                <a:ea typeface="宋体" panose="02010600030101010101" pitchFamily="2" charset="-122"/>
                <a:cs typeface="Times New Roman" panose="02020603050405020304" pitchFamily="18" charset="0"/>
              </a:rPr>
              <a:t>f</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-x</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仿宋" panose="02010609060101010101" pitchFamily="49" charset="-122"/>
                <a:cs typeface="Times New Roman" panose="02020603050405020304" pitchFamily="18" charset="0"/>
              </a:rPr>
              <a:t>的表达式利用对数运算法则和性质进行转化变形</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仿宋" panose="02010609060101010101" pitchFamily="49" charset="-122"/>
                <a:cs typeface="Times New Roman" panose="02020603050405020304" pitchFamily="18" charset="0"/>
              </a:rPr>
              <a:t>以明确</a:t>
            </a:r>
            <a:r>
              <a:rPr lang="en-US" altLang="zh-CN" i="1" dirty="0">
                <a:solidFill>
                  <a:srgbClr val="000000"/>
                </a:solidFill>
                <a:ea typeface="宋体" panose="02010600030101010101" pitchFamily="2" charset="-122"/>
                <a:cs typeface="Times New Roman" panose="02020603050405020304" pitchFamily="18" charset="0"/>
              </a:rPr>
              <a:t>f</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-x</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仿宋" panose="02010609060101010101" pitchFamily="49" charset="-122"/>
                <a:cs typeface="Times New Roman" panose="02020603050405020304" pitchFamily="18" charset="0"/>
              </a:rPr>
              <a:t>与</a:t>
            </a:r>
            <a:r>
              <a:rPr lang="en-US" altLang="zh-CN" i="1" dirty="0">
                <a:solidFill>
                  <a:srgbClr val="000000"/>
                </a:solidFill>
                <a:ea typeface="宋体" panose="02010600030101010101" pitchFamily="2" charset="-122"/>
                <a:cs typeface="Times New Roman" panose="02020603050405020304" pitchFamily="18" charset="0"/>
              </a:rPr>
              <a:t>f</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x</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仿宋" panose="02010609060101010101" pitchFamily="49" charset="-122"/>
                <a:cs typeface="Times New Roman" panose="02020603050405020304" pitchFamily="18" charset="0"/>
              </a:rPr>
              <a:t>的关系</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仿宋" panose="02010609060101010101" pitchFamily="49" charset="-122"/>
                <a:cs typeface="Times New Roman" panose="02020603050405020304" pitchFamily="18" charset="0"/>
              </a:rPr>
              <a:t>从而得出奇偶性的结论</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p:txBody>
      </p:sp>
    </p:spTree>
    <p:extLst>
      <p:ext uri="{BB962C8B-B14F-4D97-AF65-F5344CB8AC3E}">
        <p14:creationId xmlns:p14="http://schemas.microsoft.com/office/powerpoint/2010/main" val="149816669"/>
      </p:ext>
    </p:extLst>
  </p:cSld>
  <p:clrMapOvr>
    <a:masterClrMapping/>
  </p:clrMapOvr>
  <mc:AlternateContent xmlns:mc="http://schemas.openxmlformats.org/markup-compatibility/2006" xmlns:p14="http://schemas.microsoft.com/office/powerpoint/2010/main">
    <mc:Choice Requires="p14">
      <p:transition spd="slow" p14:dur="1200">
        <p:dissolve/>
      </p:transition>
    </mc:Choice>
    <mc:Fallback xmlns="">
      <p:transition spd="slow">
        <p:dissolve/>
      </p:transition>
    </mc:Fallback>
  </mc:AlternateContent>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燕尾形 2"/>
          <p:cNvSpPr/>
          <p:nvPr/>
        </p:nvSpPr>
        <p:spPr>
          <a:xfrm>
            <a:off x="580357" y="719807"/>
            <a:ext cx="10437264" cy="576064"/>
          </a:xfrm>
          <a:prstGeom prst="chevron">
            <a:avLst/>
          </a:prstGeom>
        </p:spPr>
        <p:style>
          <a:lnRef idx="1">
            <a:schemeClr val="dk1"/>
          </a:lnRef>
          <a:fillRef idx="2">
            <a:schemeClr val="dk1"/>
          </a:fillRef>
          <a:effectRef idx="1">
            <a:schemeClr val="dk1"/>
          </a:effectRef>
          <a:fontRef idx="minor">
            <a:schemeClr val="dk1"/>
          </a:fontRef>
        </p:style>
        <p:txBody>
          <a:bodyPr rtlCol="0" anchor="ctr"/>
          <a:lstStyle/>
          <a:p>
            <a:pPr algn="ctr"/>
            <a:r>
              <a:rPr lang="zh-CN" altLang="zh-CN" dirty="0"/>
              <a:t>探究二与对数函数有关的函数的单调性及其应用</a:t>
            </a:r>
          </a:p>
        </p:txBody>
      </p:sp>
      <p:graphicFrame>
        <p:nvGraphicFramePr>
          <p:cNvPr id="2" name="对象 1"/>
          <p:cNvGraphicFramePr>
            <a:graphicFrameLocks noChangeAspect="1"/>
          </p:cNvGraphicFramePr>
          <p:nvPr>
            <p:extLst>
              <p:ext uri="{D42A27DB-BD31-4B8C-83A1-F6EECF244321}">
                <p14:modId xmlns:p14="http://schemas.microsoft.com/office/powerpoint/2010/main" val="3740310565"/>
              </p:ext>
            </p:extLst>
          </p:nvPr>
        </p:nvGraphicFramePr>
        <p:xfrm>
          <a:off x="425782" y="2486909"/>
          <a:ext cx="11671959" cy="1257234"/>
        </p:xfrm>
        <a:graphic>
          <a:graphicData uri="http://schemas.openxmlformats.org/presentationml/2006/ole">
            <mc:AlternateContent xmlns:mc="http://schemas.openxmlformats.org/markup-compatibility/2006">
              <mc:Choice xmlns:v="urn:schemas-microsoft-com:vml" Requires="v">
                <p:oleObj spid="_x0000_s9237" name="文档" r:id="rId4" imgW="3837724" imgH="413579" progId="Word.Document.12">
                  <p:embed/>
                </p:oleObj>
              </mc:Choice>
              <mc:Fallback>
                <p:oleObj name="文档" r:id="rId4" imgW="3837724" imgH="413579" progId="Word.Document.12">
                  <p:embed/>
                  <p:pic>
                    <p:nvPicPr>
                      <p:cNvPr id="0" name=""/>
                      <p:cNvPicPr/>
                      <p:nvPr/>
                    </p:nvPicPr>
                    <p:blipFill>
                      <a:blip r:embed="rId5"/>
                      <a:stretch>
                        <a:fillRect/>
                      </a:stretch>
                    </p:blipFill>
                    <p:spPr>
                      <a:xfrm>
                        <a:off x="425782" y="2486909"/>
                        <a:ext cx="11671959" cy="1257234"/>
                      </a:xfrm>
                      <a:prstGeom prst="rect">
                        <a:avLst/>
                      </a:prstGeom>
                    </p:spPr>
                  </p:pic>
                </p:oleObj>
              </mc:Fallback>
            </mc:AlternateContent>
          </a:graphicData>
        </a:graphic>
      </p:graphicFrame>
    </p:spTree>
    <p:extLst>
      <p:ext uri="{BB962C8B-B14F-4D97-AF65-F5344CB8AC3E}">
        <p14:creationId xmlns:p14="http://schemas.microsoft.com/office/powerpoint/2010/main" val="2584994891"/>
      </p:ext>
    </p:extLst>
  </p:cSld>
  <p:clrMapOvr>
    <a:masterClrMapping/>
  </p:clrMapOvr>
  <mc:AlternateContent xmlns:mc="http://schemas.openxmlformats.org/markup-compatibility/2006" xmlns:p14="http://schemas.microsoft.com/office/powerpoint/2010/main">
    <mc:Choice Requires="p14">
      <p:transition spd="slow" p14:dur="1200">
        <p:dissolve/>
      </p:transition>
    </mc:Choice>
    <mc:Fallback xmlns="">
      <p:transition spd="slow">
        <p:dissolve/>
      </p:transition>
    </mc:Fallback>
  </mc:AlternateContent>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对象 1"/>
          <p:cNvGraphicFramePr>
            <a:graphicFrameLocks noChangeAspect="1"/>
          </p:cNvGraphicFramePr>
          <p:nvPr>
            <p:extLst>
              <p:ext uri="{D42A27DB-BD31-4B8C-83A1-F6EECF244321}">
                <p14:modId xmlns:p14="http://schemas.microsoft.com/office/powerpoint/2010/main" val="1715257564"/>
              </p:ext>
            </p:extLst>
          </p:nvPr>
        </p:nvGraphicFramePr>
        <p:xfrm>
          <a:off x="432445" y="719807"/>
          <a:ext cx="10607329" cy="5499854"/>
        </p:xfrm>
        <a:graphic>
          <a:graphicData uri="http://schemas.openxmlformats.org/presentationml/2006/ole">
            <mc:AlternateContent xmlns:mc="http://schemas.openxmlformats.org/markup-compatibility/2006">
              <mc:Choice xmlns:v="urn:schemas-microsoft-com:vml" Requires="v">
                <p:oleObj spid="_x0000_s10261" name="文档" r:id="rId4" imgW="3477813" imgH="1806116" progId="Word.Document.12">
                  <p:embed/>
                </p:oleObj>
              </mc:Choice>
              <mc:Fallback>
                <p:oleObj name="文档" r:id="rId4" imgW="3477813" imgH="1806116" progId="Word.Document.12">
                  <p:embed/>
                  <p:pic>
                    <p:nvPicPr>
                      <p:cNvPr id="0" name=""/>
                      <p:cNvPicPr/>
                      <p:nvPr/>
                    </p:nvPicPr>
                    <p:blipFill>
                      <a:blip r:embed="rId5"/>
                      <a:stretch>
                        <a:fillRect/>
                      </a:stretch>
                    </p:blipFill>
                    <p:spPr>
                      <a:xfrm>
                        <a:off x="432445" y="719807"/>
                        <a:ext cx="10607329" cy="5499854"/>
                      </a:xfrm>
                      <a:prstGeom prst="rect">
                        <a:avLst/>
                      </a:prstGeom>
                    </p:spPr>
                  </p:pic>
                </p:oleObj>
              </mc:Fallback>
            </mc:AlternateContent>
          </a:graphicData>
        </a:graphic>
      </p:graphicFrame>
    </p:spTree>
    <p:extLst>
      <p:ext uri="{BB962C8B-B14F-4D97-AF65-F5344CB8AC3E}">
        <p14:creationId xmlns:p14="http://schemas.microsoft.com/office/powerpoint/2010/main" val="4229230275"/>
      </p:ext>
    </p:extLst>
  </p:cSld>
  <p:clrMapOvr>
    <a:masterClrMapping/>
  </p:clrMapOvr>
  <mc:AlternateContent xmlns:mc="http://schemas.openxmlformats.org/markup-compatibility/2006" xmlns:p14="http://schemas.microsoft.com/office/powerpoint/2010/main">
    <mc:Choice Requires="p14">
      <p:transition spd="slow" p14:dur="1200">
        <p:dissolve/>
      </p:transition>
    </mc:Choice>
    <mc:Fallback xmlns="">
      <p:transition spd="slow">
        <p:dissolve/>
      </p:transition>
    </mc:Fallback>
  </mc:AlternateContent>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对象 2"/>
          <p:cNvGraphicFramePr>
            <a:graphicFrameLocks noChangeAspect="1"/>
          </p:cNvGraphicFramePr>
          <p:nvPr>
            <p:extLst>
              <p:ext uri="{D42A27DB-BD31-4B8C-83A1-F6EECF244321}">
                <p14:modId xmlns:p14="http://schemas.microsoft.com/office/powerpoint/2010/main" val="1056957721"/>
              </p:ext>
            </p:extLst>
          </p:nvPr>
        </p:nvGraphicFramePr>
        <p:xfrm>
          <a:off x="482300" y="1796331"/>
          <a:ext cx="10607329" cy="2379860"/>
        </p:xfrm>
        <a:graphic>
          <a:graphicData uri="http://schemas.openxmlformats.org/presentationml/2006/ole">
            <mc:AlternateContent xmlns:mc="http://schemas.openxmlformats.org/markup-compatibility/2006">
              <mc:Choice xmlns:v="urn:schemas-microsoft-com:vml" Requires="v">
                <p:oleObj spid="_x0000_s11285" name="文档" r:id="rId4" imgW="3477813" imgH="780282" progId="Word.Document.12">
                  <p:embed/>
                </p:oleObj>
              </mc:Choice>
              <mc:Fallback>
                <p:oleObj name="文档" r:id="rId4" imgW="3477813" imgH="780282" progId="Word.Document.12">
                  <p:embed/>
                  <p:pic>
                    <p:nvPicPr>
                      <p:cNvPr id="0" name=""/>
                      <p:cNvPicPr/>
                      <p:nvPr/>
                    </p:nvPicPr>
                    <p:blipFill>
                      <a:blip r:embed="rId5"/>
                      <a:stretch>
                        <a:fillRect/>
                      </a:stretch>
                    </p:blipFill>
                    <p:spPr>
                      <a:xfrm>
                        <a:off x="482300" y="1796331"/>
                        <a:ext cx="10607329" cy="2379860"/>
                      </a:xfrm>
                      <a:prstGeom prst="rect">
                        <a:avLst/>
                      </a:prstGeom>
                    </p:spPr>
                  </p:pic>
                </p:oleObj>
              </mc:Fallback>
            </mc:AlternateContent>
          </a:graphicData>
        </a:graphic>
      </p:graphicFrame>
    </p:spTree>
    <p:extLst>
      <p:ext uri="{BB962C8B-B14F-4D97-AF65-F5344CB8AC3E}">
        <p14:creationId xmlns:p14="http://schemas.microsoft.com/office/powerpoint/2010/main" val="1917994510"/>
      </p:ext>
    </p:extLst>
  </p:cSld>
  <p:clrMapOvr>
    <a:masterClrMapping/>
  </p:clrMapOvr>
  <mc:AlternateContent xmlns:mc="http://schemas.openxmlformats.org/markup-compatibility/2006" xmlns:p14="http://schemas.microsoft.com/office/powerpoint/2010/main">
    <mc:Choice Requires="p14">
      <p:transition spd="slow" p14:dur="1200">
        <p:dissolve/>
      </p:transition>
    </mc:Choice>
    <mc:Fallback xmlns="">
      <p:transition spd="slow">
        <p:dissolve/>
      </p:transition>
    </mc:Fallback>
  </mc:AlternateContent>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a:spLocks noChangeAspect="1"/>
          </p:cNvSpPr>
          <p:nvPr/>
        </p:nvSpPr>
        <p:spPr>
          <a:xfrm>
            <a:off x="361950" y="1186344"/>
            <a:ext cx="10807700" cy="3637919"/>
          </a:xfrm>
          <a:prstGeom prst="rect">
            <a:avLst/>
          </a:prstGeom>
          <a:ln>
            <a:solidFill>
              <a:schemeClr val="tx1"/>
            </a:solidFill>
          </a:ln>
        </p:spPr>
        <p:txBody>
          <a:bodyPr>
            <a:spAutoFit/>
          </a:bodyPr>
          <a:lstStyle/>
          <a:p>
            <a:pPr>
              <a:lnSpc>
                <a:spcPct val="120000"/>
              </a:lnSpc>
              <a:spcAft>
                <a:spcPts val="0"/>
              </a:spcAft>
              <a:tabLst>
                <a:tab pos="1029335" algn="l"/>
                <a:tab pos="1850390" algn="l"/>
                <a:tab pos="2538095" algn="l"/>
                <a:tab pos="3221990" algn="l"/>
              </a:tabLst>
            </a:pPr>
            <a:r>
              <a:rPr lang="zh-CN" altLang="en-US" dirty="0">
                <a:solidFill>
                  <a:srgbClr val="000000"/>
                </a:solidFill>
                <a:latin typeface="黑体" panose="02010609060101010101" pitchFamily="49" charset="-122"/>
                <a:cs typeface="Times New Roman" panose="02020603050405020304" pitchFamily="18" charset="0"/>
              </a:rPr>
              <a:t>反思感悟</a:t>
            </a:r>
            <a:endParaRPr lang="zh-CN" altLang="zh-CN" dirty="0">
              <a:solidFill>
                <a:srgbClr val="000000"/>
              </a:solidFill>
              <a:latin typeface="黑体" panose="02010609060101010101" pitchFamily="49"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zh-CN" altLang="zh-CN" dirty="0" smtClean="0">
                <a:solidFill>
                  <a:srgbClr val="000000"/>
                </a:solidFill>
                <a:ea typeface="仿宋" panose="02010609060101010101" pitchFamily="49" charset="-122"/>
                <a:cs typeface="Times New Roman" panose="02020603050405020304" pitchFamily="18" charset="0"/>
              </a:rPr>
              <a:t>求</a:t>
            </a:r>
            <a:r>
              <a:rPr lang="zh-CN" altLang="zh-CN" dirty="0">
                <a:solidFill>
                  <a:srgbClr val="000000"/>
                </a:solidFill>
                <a:ea typeface="仿宋" panose="02010609060101010101" pitchFamily="49" charset="-122"/>
                <a:cs typeface="Times New Roman" panose="02020603050405020304" pitchFamily="18" charset="0"/>
              </a:rPr>
              <a:t>复合函数的单调性要抓住两个要点</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pPr>
            <a:r>
              <a:rPr lang="en-US" altLang="zh-CN" dirty="0">
                <a:solidFill>
                  <a:srgbClr val="000000"/>
                </a:solidFill>
                <a:ea typeface="宋体" panose="02010600030101010101" pitchFamily="2" charset="-122"/>
              </a:rPr>
              <a:t>(1)</a:t>
            </a:r>
            <a:r>
              <a:rPr lang="zh-CN" altLang="zh-CN" dirty="0">
                <a:solidFill>
                  <a:srgbClr val="000000"/>
                </a:solidFill>
                <a:ea typeface="仿宋" panose="02010609060101010101" pitchFamily="49" charset="-122"/>
                <a:cs typeface="Times New Roman" panose="02020603050405020304" pitchFamily="18" charset="0"/>
              </a:rPr>
              <a:t>函数的单调区间必须是定义域的子集</a:t>
            </a:r>
            <a:r>
              <a:rPr lang="en-US" altLang="zh-CN" dirty="0">
                <a:solidFill>
                  <a:srgbClr val="000000"/>
                </a:solidFill>
                <a:ea typeface="宋体" panose="02010600030101010101" pitchFamily="2" charset="-122"/>
              </a:rPr>
              <a:t>,</a:t>
            </a:r>
            <a:r>
              <a:rPr lang="zh-CN" altLang="zh-CN" dirty="0">
                <a:solidFill>
                  <a:srgbClr val="000000"/>
                </a:solidFill>
                <a:ea typeface="仿宋" panose="02010609060101010101" pitchFamily="49" charset="-122"/>
                <a:cs typeface="Times New Roman" panose="02020603050405020304" pitchFamily="18" charset="0"/>
              </a:rPr>
              <a:t>应特别注意端点处的情况</a:t>
            </a:r>
            <a:r>
              <a:rPr lang="en-US" altLang="zh-CN" dirty="0">
                <a:solidFill>
                  <a:srgbClr val="000000"/>
                </a:solidFill>
                <a:ea typeface="宋体" panose="02010600030101010101" pitchFamily="2" charset="-122"/>
              </a:rPr>
              <a:t>;</a:t>
            </a:r>
            <a:endParaRPr lang="zh-CN" altLang="en-US" dirty="0"/>
          </a:p>
          <a:p>
            <a:pPr>
              <a:lnSpc>
                <a:spcPct val="120000"/>
              </a:lnSpc>
              <a:spcAft>
                <a:spcPts val="0"/>
              </a:spcAft>
              <a:tabLst>
                <a:tab pos="1029335" algn="l"/>
                <a:tab pos="1850390" algn="l"/>
                <a:tab pos="2538095" algn="l"/>
                <a:tab pos="3221990" algn="l"/>
              </a:tabLst>
            </a:pPr>
            <a:r>
              <a:rPr lang="en-US" altLang="zh-CN" dirty="0" smtClean="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2)</a:t>
            </a:r>
            <a:r>
              <a:rPr lang="zh-CN" altLang="zh-CN" dirty="0">
                <a:solidFill>
                  <a:srgbClr val="000000"/>
                </a:solidFill>
                <a:ea typeface="仿宋" panose="02010609060101010101" pitchFamily="49" charset="-122"/>
                <a:cs typeface="Times New Roman" panose="02020603050405020304" pitchFamily="18" charset="0"/>
              </a:rPr>
              <a:t>若</a:t>
            </a:r>
            <a:r>
              <a:rPr lang="en-US" altLang="zh-CN" i="1" dirty="0">
                <a:solidFill>
                  <a:srgbClr val="000000"/>
                </a:solidFill>
                <a:ea typeface="宋体" panose="02010600030101010101" pitchFamily="2" charset="-122"/>
                <a:cs typeface="Times New Roman" panose="02020603050405020304" pitchFamily="18" charset="0"/>
              </a:rPr>
              <a:t>f</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x</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g</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x</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仿宋" panose="02010609060101010101" pitchFamily="49" charset="-122"/>
                <a:cs typeface="Times New Roman" panose="02020603050405020304" pitchFamily="18" charset="0"/>
              </a:rPr>
              <a:t>单调性相同</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仿宋" panose="02010609060101010101" pitchFamily="49" charset="-122"/>
                <a:cs typeface="Times New Roman" panose="02020603050405020304" pitchFamily="18" charset="0"/>
              </a:rPr>
              <a:t>则</a:t>
            </a:r>
            <a:r>
              <a:rPr lang="en-US" altLang="zh-CN" i="1" dirty="0">
                <a:solidFill>
                  <a:srgbClr val="000000"/>
                </a:solidFill>
                <a:ea typeface="宋体" panose="02010600030101010101" pitchFamily="2" charset="-122"/>
                <a:cs typeface="Times New Roman" panose="02020603050405020304" pitchFamily="18" charset="0"/>
              </a:rPr>
              <a:t>f</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g</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x</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仿宋" panose="02010609060101010101" pitchFamily="49" charset="-122"/>
                <a:cs typeface="Times New Roman" panose="02020603050405020304" pitchFamily="18" charset="0"/>
              </a:rPr>
              <a:t>为增函数</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仿宋" panose="02010609060101010101" pitchFamily="49" charset="-122"/>
                <a:cs typeface="Times New Roman" panose="02020603050405020304" pitchFamily="18" charset="0"/>
              </a:rPr>
              <a:t>若</a:t>
            </a:r>
            <a:r>
              <a:rPr lang="en-US" altLang="zh-CN" i="1" dirty="0">
                <a:solidFill>
                  <a:srgbClr val="000000"/>
                </a:solidFill>
                <a:ea typeface="宋体" panose="02010600030101010101" pitchFamily="2" charset="-122"/>
                <a:cs typeface="Times New Roman" panose="02020603050405020304" pitchFamily="18" charset="0"/>
              </a:rPr>
              <a:t>f</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x</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g</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x</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仿宋" panose="02010609060101010101" pitchFamily="49" charset="-122"/>
                <a:cs typeface="Times New Roman" panose="02020603050405020304" pitchFamily="18" charset="0"/>
              </a:rPr>
              <a:t>单调性相反</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仿宋" panose="02010609060101010101" pitchFamily="49" charset="-122"/>
                <a:cs typeface="Times New Roman" panose="02020603050405020304" pitchFamily="18" charset="0"/>
              </a:rPr>
              <a:t>则</a:t>
            </a:r>
            <a:r>
              <a:rPr lang="en-US" altLang="zh-CN" i="1" dirty="0">
                <a:solidFill>
                  <a:srgbClr val="000000"/>
                </a:solidFill>
                <a:ea typeface="宋体" panose="02010600030101010101" pitchFamily="2" charset="-122"/>
                <a:cs typeface="Times New Roman" panose="02020603050405020304" pitchFamily="18" charset="0"/>
              </a:rPr>
              <a:t>f</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g</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x</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仿宋" panose="02010609060101010101" pitchFamily="49" charset="-122"/>
                <a:cs typeface="Times New Roman" panose="02020603050405020304" pitchFamily="18" charset="0"/>
              </a:rPr>
              <a:t>为减函数</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仿宋" panose="02010609060101010101" pitchFamily="49" charset="-122"/>
                <a:cs typeface="Times New Roman" panose="02020603050405020304" pitchFamily="18" charset="0"/>
              </a:rPr>
              <a:t>简称</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仿宋" panose="02010609060101010101" pitchFamily="49" charset="-122"/>
                <a:cs typeface="Times New Roman" panose="02020603050405020304" pitchFamily="18" charset="0"/>
              </a:rPr>
              <a:t>同增异减</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effectLst/>
              <a:latin typeface="NEU-BZ-S92"/>
              <a:ea typeface="方正书宋_GBK" panose="03000509000000000000" pitchFamily="65" charset="-122"/>
              <a:cs typeface="Times New Roman" panose="02020603050405020304" pitchFamily="18" charset="0"/>
            </a:endParaRPr>
          </a:p>
        </p:txBody>
      </p:sp>
    </p:spTree>
    <p:extLst>
      <p:ext uri="{BB962C8B-B14F-4D97-AF65-F5344CB8AC3E}">
        <p14:creationId xmlns:p14="http://schemas.microsoft.com/office/powerpoint/2010/main" val="2843245199"/>
      </p:ext>
    </p:extLst>
  </p:cSld>
  <p:clrMapOvr>
    <a:masterClrMapping/>
  </p:clrMapOvr>
  <mc:AlternateContent xmlns:mc="http://schemas.openxmlformats.org/markup-compatibility/2006" xmlns:p14="http://schemas.microsoft.com/office/powerpoint/2010/main">
    <mc:Choice Requires="p14">
      <p:transition spd="slow" p14:dur="1200">
        <p:dissolve/>
      </p:transition>
    </mc:Choice>
    <mc:Fallback xmlns="">
      <p:transition spd="slow">
        <p:dissolve/>
      </p:transition>
    </mc:Fallback>
  </mc:AlternateContent>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ChangeAspect="1"/>
          </p:cNvSpPr>
          <p:nvPr/>
        </p:nvSpPr>
        <p:spPr>
          <a:xfrm>
            <a:off x="361950" y="719807"/>
            <a:ext cx="10807700" cy="5410712"/>
          </a:xfrm>
          <a:prstGeom prst="rect">
            <a:avLst/>
          </a:prstGeom>
        </p:spPr>
        <p:txBody>
          <a:bodyPr>
            <a:spAutoFit/>
          </a:bodyPr>
          <a:lstStyle/>
          <a:p>
            <a:pPr indent="304800">
              <a:lnSpc>
                <a:spcPct val="120000"/>
              </a:lnSpc>
              <a:spcAft>
                <a:spcPts val="0"/>
              </a:spcAft>
              <a:tabLst>
                <a:tab pos="1188085" algn="l"/>
                <a:tab pos="2163445" algn="l"/>
                <a:tab pos="3142615" algn="l"/>
                <a:tab pos="4190365" algn="l"/>
              </a:tabLst>
            </a:pPr>
            <a:r>
              <a:rPr lang="zh-CN" altLang="zh-CN" dirty="0">
                <a:solidFill>
                  <a:srgbClr val="000000"/>
                </a:solidFill>
                <a:latin typeface="Arial" panose="020B0604020202020204" pitchFamily="34" charset="0"/>
                <a:cs typeface="Times New Roman" panose="02020603050405020304" pitchFamily="18" charset="0"/>
              </a:rPr>
              <a:t>【变式训练</a:t>
            </a:r>
            <a:r>
              <a:rPr lang="en-US" altLang="zh-CN" dirty="0">
                <a:solidFill>
                  <a:srgbClr val="000000"/>
                </a:solidFill>
                <a:ea typeface="宋体" panose="02010600030101010101" pitchFamily="2" charset="-122"/>
                <a:cs typeface="Times New Roman" panose="02020603050405020304" pitchFamily="18" charset="0"/>
              </a:rPr>
              <a:t>1</a:t>
            </a:r>
            <a:r>
              <a:rPr lang="zh-CN" altLang="zh-CN" dirty="0">
                <a:solidFill>
                  <a:srgbClr val="000000"/>
                </a:solidFill>
                <a:latin typeface="Arial" panose="020B0604020202020204" pitchFamily="34" charset="0"/>
                <a:cs typeface="Times New Roman" panose="02020603050405020304" pitchFamily="18" charset="0"/>
              </a:rPr>
              <a:t>】</a:t>
            </a:r>
            <a:r>
              <a:rPr lang="zh-CN" altLang="zh-CN" dirty="0">
                <a:solidFill>
                  <a:srgbClr val="000000"/>
                </a:solidFill>
                <a:latin typeface="NEU-BZ-S92"/>
                <a:ea typeface="Arial" panose="020B0604020202020204" pitchFamily="34" charset="0"/>
                <a:cs typeface="Times New Roman" panose="02020603050405020304" pitchFamily="18" charset="0"/>
              </a:rPr>
              <a:t> </a:t>
            </a:r>
            <a:r>
              <a:rPr lang="zh-CN" altLang="zh-CN" dirty="0">
                <a:solidFill>
                  <a:srgbClr val="000000"/>
                </a:solidFill>
                <a:ea typeface="宋体" panose="02010600030101010101" pitchFamily="2" charset="-122"/>
                <a:cs typeface="Times New Roman" panose="02020603050405020304" pitchFamily="18" charset="0"/>
              </a:rPr>
              <a:t>若函数</a:t>
            </a:r>
            <a:r>
              <a:rPr lang="en-US" altLang="zh-CN" i="1" dirty="0">
                <a:solidFill>
                  <a:srgbClr val="000000"/>
                </a:solidFill>
                <a:ea typeface="宋体" panose="02010600030101010101" pitchFamily="2" charset="-122"/>
                <a:cs typeface="Times New Roman" panose="02020603050405020304" pitchFamily="18" charset="0"/>
              </a:rPr>
              <a:t>f</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x</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err="1">
                <a:solidFill>
                  <a:srgbClr val="000000"/>
                </a:solidFill>
                <a:ea typeface="宋体" panose="02010600030101010101" pitchFamily="2" charset="-122"/>
                <a:cs typeface="Times New Roman" panose="02020603050405020304" pitchFamily="18" charset="0"/>
              </a:rPr>
              <a:t>log</a:t>
            </a:r>
            <a:r>
              <a:rPr lang="en-US" altLang="zh-CN" i="1" baseline="-25000" dirty="0" err="1">
                <a:solidFill>
                  <a:srgbClr val="000000"/>
                </a:solidFill>
                <a:ea typeface="宋体" panose="02010600030101010101" pitchFamily="2" charset="-122"/>
                <a:cs typeface="Times New Roman" panose="02020603050405020304" pitchFamily="18" charset="0"/>
              </a:rPr>
              <a:t>a</a:t>
            </a:r>
            <a:r>
              <a:rPr lang="en-US" altLang="zh-CN" dirty="0">
                <a:solidFill>
                  <a:srgbClr val="000000"/>
                </a:solidFill>
                <a:ea typeface="宋体" panose="02010600030101010101" pitchFamily="2" charset="-122"/>
                <a:cs typeface="Times New Roman" panose="02020603050405020304" pitchFamily="18" charset="0"/>
              </a:rPr>
              <a:t>(6</a:t>
            </a:r>
            <a:r>
              <a:rPr lang="en-US" altLang="zh-CN" i="1" dirty="0">
                <a:solidFill>
                  <a:srgbClr val="000000"/>
                </a:solidFill>
                <a:ea typeface="宋体" panose="02010600030101010101" pitchFamily="2" charset="-122"/>
                <a:cs typeface="Times New Roman" panose="02020603050405020304" pitchFamily="18" charset="0"/>
              </a:rPr>
              <a:t>-ax</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在区间</a:t>
            </a:r>
            <a:r>
              <a:rPr lang="en-US" altLang="zh-CN" dirty="0">
                <a:solidFill>
                  <a:srgbClr val="000000"/>
                </a:solidFill>
                <a:ea typeface="宋体" panose="02010600030101010101" pitchFamily="2" charset="-122"/>
                <a:cs typeface="Times New Roman" panose="02020603050405020304" pitchFamily="18" charset="0"/>
              </a:rPr>
              <a:t>[0,2]</a:t>
            </a:r>
            <a:r>
              <a:rPr lang="zh-CN" altLang="zh-CN" dirty="0">
                <a:solidFill>
                  <a:srgbClr val="000000"/>
                </a:solidFill>
                <a:ea typeface="宋体" panose="02010600030101010101" pitchFamily="2" charset="-122"/>
                <a:cs typeface="Times New Roman" panose="02020603050405020304" pitchFamily="18" charset="0"/>
              </a:rPr>
              <a:t>上单调递减</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smtClean="0">
                <a:solidFill>
                  <a:srgbClr val="000000"/>
                </a:solidFill>
                <a:ea typeface="宋体" panose="02010600030101010101" pitchFamily="2" charset="-122"/>
                <a:cs typeface="Times New Roman" panose="02020603050405020304" pitchFamily="18" charset="0"/>
              </a:rPr>
              <a:t>则</a:t>
            </a:r>
            <a:r>
              <a:rPr lang="zh-CN" altLang="en-US" dirty="0" smtClean="0">
                <a:solidFill>
                  <a:srgbClr val="000000"/>
                </a:solidFill>
                <a:ea typeface="宋体" panose="02010600030101010101" pitchFamily="2" charset="-122"/>
                <a:cs typeface="Times New Roman" panose="02020603050405020304" pitchFamily="18" charset="0"/>
              </a:rPr>
              <a:t>实数</a:t>
            </a:r>
            <a:r>
              <a:rPr lang="en-US" altLang="zh-CN" i="1" dirty="0" smtClean="0">
                <a:solidFill>
                  <a:srgbClr val="000000"/>
                </a:solidFill>
                <a:ea typeface="宋体" panose="02010600030101010101" pitchFamily="2" charset="-122"/>
                <a:cs typeface="Times New Roman" panose="02020603050405020304" pitchFamily="18" charset="0"/>
              </a:rPr>
              <a:t>a</a:t>
            </a:r>
            <a:r>
              <a:rPr lang="zh-CN" altLang="zh-CN" dirty="0">
                <a:solidFill>
                  <a:srgbClr val="000000"/>
                </a:solidFill>
                <a:ea typeface="宋体" panose="02010600030101010101" pitchFamily="2" charset="-122"/>
                <a:cs typeface="Times New Roman" panose="02020603050405020304" pitchFamily="18" charset="0"/>
              </a:rPr>
              <a:t>的取值范围是</a:t>
            </a:r>
            <a:r>
              <a:rPr lang="en-US" altLang="zh-CN" dirty="0">
                <a:solidFill>
                  <a:srgbClr val="000000"/>
                </a:solidFill>
                <a:ea typeface="宋体" panose="02010600030101010101" pitchFamily="2" charset="-122"/>
                <a:cs typeface="Times New Roman" panose="02020603050405020304" pitchFamily="18" charset="0"/>
              </a:rPr>
              <a:t>(</a:t>
            </a:r>
            <a:r>
              <a:rPr lang="zh-CN" altLang="zh-CN" i="1" dirty="0">
                <a:solidFill>
                  <a:srgbClr val="000000"/>
                </a:solidFill>
                <a:ea typeface="宋体" panose="02010600030101010101" pitchFamily="2" charset="-122"/>
                <a:cs typeface="Times New Roman" panose="02020603050405020304" pitchFamily="18" charset="0"/>
              </a:rPr>
              <a:t>　　</a:t>
            </a:r>
            <a:r>
              <a:rPr lang="en-US" altLang="zh-CN" dirty="0" smtClean="0">
                <a:solidFill>
                  <a:srgbClr val="000000"/>
                </a:solidFill>
                <a:ea typeface="宋体" panose="02010600030101010101" pitchFamily="2" charset="-122"/>
                <a:cs typeface="Times New Roman" panose="02020603050405020304" pitchFamily="18" charset="0"/>
              </a:rPr>
              <a:t>)</a:t>
            </a:r>
            <a:r>
              <a:rPr lang="zh-CN" altLang="zh-CN" i="1" dirty="0">
                <a:solidFill>
                  <a:srgbClr val="000000"/>
                </a:solidFill>
                <a:ea typeface="宋体" panose="02010600030101010101" pitchFamily="2" charset="-122"/>
                <a:cs typeface="Times New Roman" panose="02020603050405020304" pitchFamily="18" charset="0"/>
              </a:rPr>
              <a:t>　　　　</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indent="266700">
              <a:lnSpc>
                <a:spcPct val="120000"/>
              </a:lnSpc>
              <a:spcAft>
                <a:spcPts val="0"/>
              </a:spcAft>
              <a:tabLst>
                <a:tab pos="1188085" algn="l"/>
                <a:tab pos="2163445" algn="l"/>
                <a:tab pos="3142615" algn="l"/>
                <a:tab pos="4190365" algn="l"/>
              </a:tabLst>
            </a:pPr>
            <a:r>
              <a:rPr lang="en-US" altLang="zh-CN" dirty="0">
                <a:solidFill>
                  <a:srgbClr val="000000"/>
                </a:solidFill>
                <a:ea typeface="宋体" panose="02010600030101010101" pitchFamily="2" charset="-122"/>
                <a:cs typeface="Times New Roman" panose="02020603050405020304" pitchFamily="18" charset="0"/>
              </a:rPr>
              <a:t>A.(0,1)	B.(1,3)</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indent="266700">
              <a:lnSpc>
                <a:spcPct val="120000"/>
              </a:lnSpc>
              <a:spcAft>
                <a:spcPts val="0"/>
              </a:spcAft>
              <a:tabLst>
                <a:tab pos="1188085" algn="l"/>
                <a:tab pos="2163445" algn="l"/>
                <a:tab pos="3142615" algn="l"/>
                <a:tab pos="4190365" algn="l"/>
              </a:tabLst>
            </a:pPr>
            <a:r>
              <a:rPr lang="en-US" altLang="zh-CN" dirty="0">
                <a:solidFill>
                  <a:srgbClr val="000000"/>
                </a:solidFill>
                <a:ea typeface="宋体" panose="02010600030101010101" pitchFamily="2" charset="-122"/>
                <a:cs typeface="Times New Roman" panose="02020603050405020304" pitchFamily="18" charset="0"/>
              </a:rPr>
              <a:t>C.(1,3]	D.[3,</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indent="266700">
              <a:lnSpc>
                <a:spcPct val="120000"/>
              </a:lnSpc>
              <a:spcAft>
                <a:spcPts val="0"/>
              </a:spcAft>
              <a:tabLst>
                <a:tab pos="1188085" algn="l"/>
                <a:tab pos="2163445" algn="l"/>
                <a:tab pos="3142615" algn="l"/>
                <a:tab pos="4190365" algn="l"/>
              </a:tabLst>
            </a:pPr>
            <a:r>
              <a:rPr lang="zh-CN" altLang="zh-CN" dirty="0" smtClean="0">
                <a:latin typeface="Arial" panose="020B0604020202020204" pitchFamily="34" charset="0"/>
                <a:cs typeface="Times New Roman" panose="02020603050405020304" pitchFamily="18" charset="0"/>
              </a:rPr>
              <a:t>解析</a:t>
            </a:r>
            <a:r>
              <a:rPr lang="en-US" altLang="zh-CN" dirty="0" smtClean="0">
                <a:latin typeface="Arial" panose="020B0604020202020204" pitchFamily="34" charset="0"/>
                <a:cs typeface="Times New Roman" panose="02020603050405020304" pitchFamily="18" charset="0"/>
              </a:rPr>
              <a:t>:</a:t>
            </a:r>
            <a:r>
              <a:rPr lang="zh-CN" altLang="zh-CN" dirty="0" smtClean="0">
                <a:solidFill>
                  <a:srgbClr val="000000"/>
                </a:solidFill>
                <a:ea typeface="楷体" panose="02010609060101010101" pitchFamily="49" charset="-122"/>
                <a:cs typeface="Times New Roman" panose="02020603050405020304" pitchFamily="18" charset="0"/>
              </a:rPr>
              <a:t>函数</a:t>
            </a:r>
            <a:r>
              <a:rPr lang="en-US" altLang="zh-CN" i="1" dirty="0">
                <a:solidFill>
                  <a:srgbClr val="000000"/>
                </a:solidFill>
                <a:ea typeface="宋体" panose="02010600030101010101" pitchFamily="2" charset="-122"/>
                <a:cs typeface="Times New Roman" panose="02020603050405020304" pitchFamily="18" charset="0"/>
              </a:rPr>
              <a:t>f</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x</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由</a:t>
            </a:r>
            <a:r>
              <a:rPr lang="en-US" altLang="zh-CN" i="1" dirty="0">
                <a:solidFill>
                  <a:srgbClr val="000000"/>
                </a:solidFill>
                <a:ea typeface="宋体" panose="02010600030101010101" pitchFamily="2" charset="-122"/>
                <a:cs typeface="Times New Roman" panose="02020603050405020304" pitchFamily="18" charset="0"/>
              </a:rPr>
              <a:t>y=</a:t>
            </a:r>
            <a:r>
              <a:rPr lang="en-US" altLang="zh-CN" dirty="0" err="1">
                <a:solidFill>
                  <a:srgbClr val="000000"/>
                </a:solidFill>
                <a:ea typeface="宋体" panose="02010600030101010101" pitchFamily="2" charset="-122"/>
                <a:cs typeface="Times New Roman" panose="02020603050405020304" pitchFamily="18" charset="0"/>
              </a:rPr>
              <a:t>log</a:t>
            </a:r>
            <a:r>
              <a:rPr lang="en-US" altLang="zh-CN" i="1" baseline="-25000" dirty="0" err="1">
                <a:solidFill>
                  <a:srgbClr val="000000"/>
                </a:solidFill>
                <a:ea typeface="宋体" panose="02010600030101010101" pitchFamily="2" charset="-122"/>
                <a:cs typeface="Times New Roman" panose="02020603050405020304" pitchFamily="18" charset="0"/>
              </a:rPr>
              <a:t>a</a:t>
            </a:r>
            <a:r>
              <a:rPr lang="en-US" altLang="zh-CN" i="1" dirty="0" err="1">
                <a:solidFill>
                  <a:srgbClr val="000000"/>
                </a:solidFill>
                <a:ea typeface="宋体" panose="02010600030101010101" pitchFamily="2" charset="-122"/>
                <a:cs typeface="Times New Roman" panose="02020603050405020304" pitchFamily="18" charset="0"/>
              </a:rPr>
              <a:t>u</a:t>
            </a:r>
            <a:r>
              <a:rPr lang="en-US" altLang="zh-CN" dirty="0" err="1">
                <a:solidFill>
                  <a:srgbClr val="000000"/>
                </a:solidFill>
                <a:ea typeface="宋体" panose="02010600030101010101" pitchFamily="2" charset="-122"/>
                <a:cs typeface="Times New Roman" panose="02020603050405020304" pitchFamily="18" charset="0"/>
              </a:rPr>
              <a:t>,</a:t>
            </a:r>
            <a:r>
              <a:rPr lang="en-US" altLang="zh-CN" i="1" dirty="0" err="1">
                <a:solidFill>
                  <a:srgbClr val="000000"/>
                </a:solidFill>
                <a:ea typeface="宋体" panose="02010600030101010101" pitchFamily="2" charset="-122"/>
                <a:cs typeface="Times New Roman" panose="02020603050405020304" pitchFamily="18" charset="0"/>
              </a:rPr>
              <a:t>u</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6</a:t>
            </a:r>
            <a:r>
              <a:rPr lang="en-US" altLang="zh-CN" i="1" dirty="0">
                <a:solidFill>
                  <a:srgbClr val="000000"/>
                </a:solidFill>
                <a:ea typeface="宋体" panose="02010600030101010101" pitchFamily="2" charset="-122"/>
                <a:cs typeface="Times New Roman" panose="02020603050405020304" pitchFamily="18" charset="0"/>
              </a:rPr>
              <a:t>-ax</a:t>
            </a:r>
            <a:r>
              <a:rPr lang="zh-CN" altLang="zh-CN" dirty="0">
                <a:solidFill>
                  <a:srgbClr val="000000"/>
                </a:solidFill>
                <a:ea typeface="楷体" panose="02010609060101010101" pitchFamily="49" charset="-122"/>
                <a:cs typeface="Times New Roman" panose="02020603050405020304" pitchFamily="18" charset="0"/>
              </a:rPr>
              <a:t>复合而成</a:t>
            </a:r>
            <a:r>
              <a:rPr lang="en-US" altLang="zh-CN" i="1"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因为</a:t>
            </a:r>
            <a:r>
              <a:rPr lang="en-US" altLang="zh-CN" i="1" dirty="0">
                <a:solidFill>
                  <a:srgbClr val="000000"/>
                </a:solidFill>
                <a:ea typeface="宋体" panose="02010600030101010101" pitchFamily="2" charset="-122"/>
                <a:cs typeface="Times New Roman" panose="02020603050405020304" pitchFamily="18" charset="0"/>
              </a:rPr>
              <a:t>a&gt;</a:t>
            </a:r>
            <a:r>
              <a:rPr lang="en-US" altLang="zh-CN" dirty="0">
                <a:solidFill>
                  <a:srgbClr val="000000"/>
                </a:solidFill>
                <a:ea typeface="宋体" panose="02010600030101010101" pitchFamily="2" charset="-122"/>
                <a:cs typeface="Times New Roman" panose="02020603050405020304" pitchFamily="18" charset="0"/>
              </a:rPr>
              <a:t>0,</a:t>
            </a:r>
            <a:r>
              <a:rPr lang="zh-CN" altLang="zh-CN" dirty="0">
                <a:solidFill>
                  <a:srgbClr val="000000"/>
                </a:solidFill>
                <a:ea typeface="楷体" panose="02010609060101010101" pitchFamily="49" charset="-122"/>
                <a:cs typeface="Times New Roman" panose="02020603050405020304" pitchFamily="18" charset="0"/>
              </a:rPr>
              <a:t>所以</a:t>
            </a:r>
            <a:r>
              <a:rPr lang="en-US" altLang="zh-CN" i="1" dirty="0">
                <a:solidFill>
                  <a:srgbClr val="000000"/>
                </a:solidFill>
                <a:ea typeface="宋体" panose="02010600030101010101" pitchFamily="2" charset="-122"/>
                <a:cs typeface="Times New Roman" panose="02020603050405020304" pitchFamily="18" charset="0"/>
              </a:rPr>
              <a:t>u=</a:t>
            </a:r>
            <a:r>
              <a:rPr lang="en-US" altLang="zh-CN" dirty="0">
                <a:solidFill>
                  <a:srgbClr val="000000"/>
                </a:solidFill>
                <a:ea typeface="宋体" panose="02010600030101010101" pitchFamily="2" charset="-122"/>
                <a:cs typeface="Times New Roman" panose="02020603050405020304" pitchFamily="18" charset="0"/>
              </a:rPr>
              <a:t>6</a:t>
            </a:r>
            <a:r>
              <a:rPr lang="en-US" altLang="zh-CN" i="1" dirty="0">
                <a:solidFill>
                  <a:srgbClr val="000000"/>
                </a:solidFill>
                <a:ea typeface="宋体" panose="02010600030101010101" pitchFamily="2" charset="-122"/>
                <a:cs typeface="Times New Roman" panose="02020603050405020304" pitchFamily="18" charset="0"/>
              </a:rPr>
              <a:t>-ax</a:t>
            </a:r>
            <a:r>
              <a:rPr lang="zh-CN" altLang="zh-CN" dirty="0">
                <a:solidFill>
                  <a:srgbClr val="000000"/>
                </a:solidFill>
                <a:ea typeface="楷体" panose="02010609060101010101" pitchFamily="49" charset="-122"/>
                <a:cs typeface="Times New Roman" panose="02020603050405020304" pitchFamily="18" charset="0"/>
              </a:rPr>
              <a:t>在区间</a:t>
            </a:r>
            <a:r>
              <a:rPr lang="en-US" altLang="zh-CN" dirty="0">
                <a:solidFill>
                  <a:srgbClr val="000000"/>
                </a:solidFill>
                <a:ea typeface="宋体" panose="02010600030101010101" pitchFamily="2" charset="-122"/>
                <a:cs typeface="Times New Roman" panose="02020603050405020304" pitchFamily="18" charset="0"/>
              </a:rPr>
              <a:t>[0,2]</a:t>
            </a:r>
            <a:r>
              <a:rPr lang="zh-CN" altLang="zh-CN" dirty="0">
                <a:solidFill>
                  <a:srgbClr val="000000"/>
                </a:solidFill>
                <a:ea typeface="楷体" panose="02010609060101010101" pitchFamily="49" charset="-122"/>
                <a:cs typeface="Times New Roman" panose="02020603050405020304" pitchFamily="18" charset="0"/>
              </a:rPr>
              <a:t>上单调递减</a:t>
            </a:r>
            <a:r>
              <a:rPr lang="en-US" altLang="zh-CN" i="1"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因为</a:t>
            </a:r>
            <a:r>
              <a:rPr lang="en-US" altLang="zh-CN" i="1" dirty="0">
                <a:solidFill>
                  <a:srgbClr val="000000"/>
                </a:solidFill>
                <a:ea typeface="宋体" panose="02010600030101010101" pitchFamily="2" charset="-122"/>
                <a:cs typeface="Times New Roman" panose="02020603050405020304" pitchFamily="18" charset="0"/>
              </a:rPr>
              <a:t>f</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x</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在区间</a:t>
            </a:r>
            <a:r>
              <a:rPr lang="en-US" altLang="zh-CN" dirty="0">
                <a:solidFill>
                  <a:srgbClr val="000000"/>
                </a:solidFill>
                <a:ea typeface="宋体" panose="02010600030101010101" pitchFamily="2" charset="-122"/>
                <a:cs typeface="Times New Roman" panose="02020603050405020304" pitchFamily="18" charset="0"/>
              </a:rPr>
              <a:t>[0,2]</a:t>
            </a:r>
            <a:r>
              <a:rPr lang="zh-CN" altLang="zh-CN" dirty="0">
                <a:solidFill>
                  <a:srgbClr val="000000"/>
                </a:solidFill>
                <a:ea typeface="楷体" panose="02010609060101010101" pitchFamily="49" charset="-122"/>
                <a:cs typeface="Times New Roman" panose="02020603050405020304" pitchFamily="18" charset="0"/>
              </a:rPr>
              <a:t>上单调递减</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所以函数</a:t>
            </a:r>
            <a:r>
              <a:rPr lang="en-US" altLang="zh-CN" i="1" dirty="0">
                <a:solidFill>
                  <a:srgbClr val="000000"/>
                </a:solidFill>
                <a:ea typeface="宋体" panose="02010600030101010101" pitchFamily="2" charset="-122"/>
                <a:cs typeface="Times New Roman" panose="02020603050405020304" pitchFamily="18" charset="0"/>
              </a:rPr>
              <a:t>y=</a:t>
            </a:r>
            <a:r>
              <a:rPr lang="en-US" altLang="zh-CN" dirty="0" err="1">
                <a:solidFill>
                  <a:srgbClr val="000000"/>
                </a:solidFill>
                <a:ea typeface="宋体" panose="02010600030101010101" pitchFamily="2" charset="-122"/>
                <a:cs typeface="Times New Roman" panose="02020603050405020304" pitchFamily="18" charset="0"/>
              </a:rPr>
              <a:t>log</a:t>
            </a:r>
            <a:r>
              <a:rPr lang="en-US" altLang="zh-CN" i="1" baseline="-25000" dirty="0" err="1">
                <a:solidFill>
                  <a:srgbClr val="000000"/>
                </a:solidFill>
                <a:ea typeface="宋体" panose="02010600030101010101" pitchFamily="2" charset="-122"/>
                <a:cs typeface="Times New Roman" panose="02020603050405020304" pitchFamily="18" charset="0"/>
              </a:rPr>
              <a:t>a</a:t>
            </a:r>
            <a:r>
              <a:rPr lang="en-US" altLang="zh-CN" i="1" dirty="0" err="1">
                <a:solidFill>
                  <a:srgbClr val="000000"/>
                </a:solidFill>
                <a:ea typeface="宋体" panose="02010600030101010101" pitchFamily="2" charset="-122"/>
                <a:cs typeface="Times New Roman" panose="02020603050405020304" pitchFamily="18" charset="0"/>
              </a:rPr>
              <a:t>u</a:t>
            </a:r>
            <a:r>
              <a:rPr lang="zh-CN" altLang="zh-CN" dirty="0">
                <a:solidFill>
                  <a:srgbClr val="000000"/>
                </a:solidFill>
                <a:ea typeface="楷体" panose="02010609060101010101" pitchFamily="49" charset="-122"/>
                <a:cs typeface="Times New Roman" panose="02020603050405020304" pitchFamily="18" charset="0"/>
              </a:rPr>
              <a:t>在定义域上单调递增</a:t>
            </a:r>
            <a:r>
              <a:rPr lang="en-US" altLang="zh-CN" i="1"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所以</a:t>
            </a:r>
            <a:r>
              <a:rPr lang="en-US" altLang="zh-CN" i="1" dirty="0">
                <a:solidFill>
                  <a:srgbClr val="000000"/>
                </a:solidFill>
                <a:ea typeface="宋体" panose="02010600030101010101" pitchFamily="2" charset="-122"/>
                <a:cs typeface="Times New Roman" panose="02020603050405020304" pitchFamily="18" charset="0"/>
              </a:rPr>
              <a:t>a&gt;</a:t>
            </a:r>
            <a:r>
              <a:rPr lang="en-US" altLang="zh-CN" dirty="0">
                <a:solidFill>
                  <a:srgbClr val="000000"/>
                </a:solidFill>
                <a:ea typeface="宋体" panose="02010600030101010101" pitchFamily="2" charset="-122"/>
                <a:cs typeface="Times New Roman" panose="02020603050405020304" pitchFamily="18" charset="0"/>
              </a:rPr>
              <a:t>1</a:t>
            </a:r>
            <a:r>
              <a:rPr lang="en-US" altLang="zh-CN" i="1"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又当</a:t>
            </a:r>
            <a:r>
              <a:rPr lang="en-US" altLang="zh-CN" i="1" dirty="0">
                <a:solidFill>
                  <a:srgbClr val="000000"/>
                </a:solidFill>
                <a:ea typeface="宋体" panose="02010600030101010101" pitchFamily="2" charset="-122"/>
                <a:cs typeface="Times New Roman" panose="02020603050405020304" pitchFamily="18" charset="0"/>
              </a:rPr>
              <a:t>x=</a:t>
            </a:r>
            <a:r>
              <a:rPr lang="en-US" altLang="zh-CN" dirty="0">
                <a:solidFill>
                  <a:srgbClr val="000000"/>
                </a:solidFill>
                <a:ea typeface="宋体" panose="02010600030101010101" pitchFamily="2" charset="-122"/>
                <a:cs typeface="Times New Roman" panose="02020603050405020304" pitchFamily="18" charset="0"/>
              </a:rPr>
              <a:t>2</a:t>
            </a:r>
            <a:r>
              <a:rPr lang="zh-CN" altLang="zh-CN" dirty="0">
                <a:solidFill>
                  <a:srgbClr val="000000"/>
                </a:solidFill>
                <a:ea typeface="楷体" panose="02010609060101010101" pitchFamily="49" charset="-122"/>
                <a:cs typeface="Times New Roman" panose="02020603050405020304" pitchFamily="18" charset="0"/>
              </a:rPr>
              <a:t>时</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u=</a:t>
            </a:r>
            <a:r>
              <a:rPr lang="en-US" altLang="zh-CN" dirty="0">
                <a:solidFill>
                  <a:srgbClr val="000000"/>
                </a:solidFill>
                <a:ea typeface="宋体" panose="02010600030101010101" pitchFamily="2" charset="-122"/>
                <a:cs typeface="Times New Roman" panose="02020603050405020304" pitchFamily="18" charset="0"/>
              </a:rPr>
              <a:t>6</a:t>
            </a:r>
            <a:r>
              <a:rPr lang="en-US" altLang="zh-CN" i="1" dirty="0">
                <a:solidFill>
                  <a:srgbClr val="000000"/>
                </a:solidFill>
                <a:ea typeface="宋体" panose="02010600030101010101" pitchFamily="2" charset="-122"/>
                <a:cs typeface="Times New Roman" panose="02020603050405020304" pitchFamily="18" charset="0"/>
              </a:rPr>
              <a:t>-ax</a:t>
            </a:r>
            <a:r>
              <a:rPr lang="zh-CN" altLang="zh-CN" dirty="0">
                <a:solidFill>
                  <a:srgbClr val="000000"/>
                </a:solidFill>
                <a:ea typeface="楷体" panose="02010609060101010101" pitchFamily="49" charset="-122"/>
                <a:cs typeface="Times New Roman" panose="02020603050405020304" pitchFamily="18" charset="0"/>
              </a:rPr>
              <a:t>取得最小值</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所以</a:t>
            </a:r>
            <a:r>
              <a:rPr lang="en-US" altLang="zh-CN" dirty="0">
                <a:solidFill>
                  <a:srgbClr val="000000"/>
                </a:solidFill>
                <a:ea typeface="宋体" panose="02010600030101010101" pitchFamily="2" charset="-122"/>
                <a:cs typeface="Times New Roman" panose="02020603050405020304" pitchFamily="18" charset="0"/>
              </a:rPr>
              <a:t>6</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2</a:t>
            </a:r>
            <a:r>
              <a:rPr lang="en-US" altLang="zh-CN" i="1" dirty="0">
                <a:solidFill>
                  <a:srgbClr val="000000"/>
                </a:solidFill>
                <a:ea typeface="宋体" panose="02010600030101010101" pitchFamily="2" charset="-122"/>
                <a:cs typeface="Times New Roman" panose="02020603050405020304" pitchFamily="18" charset="0"/>
              </a:rPr>
              <a:t>a&gt;</a:t>
            </a:r>
            <a:r>
              <a:rPr lang="en-US" altLang="zh-CN" dirty="0">
                <a:solidFill>
                  <a:srgbClr val="000000"/>
                </a:solidFill>
                <a:ea typeface="宋体" panose="02010600030101010101" pitchFamily="2" charset="-122"/>
                <a:cs typeface="Times New Roman" panose="02020603050405020304" pitchFamily="18" charset="0"/>
              </a:rPr>
              <a:t>0,</a:t>
            </a:r>
            <a:r>
              <a:rPr lang="zh-CN" altLang="zh-CN" dirty="0">
                <a:solidFill>
                  <a:srgbClr val="000000"/>
                </a:solidFill>
                <a:ea typeface="楷体" panose="02010609060101010101" pitchFamily="49" charset="-122"/>
                <a:cs typeface="Times New Roman" panose="02020603050405020304" pitchFamily="18" charset="0"/>
              </a:rPr>
              <a:t>解得</a:t>
            </a:r>
            <a:r>
              <a:rPr lang="en-US" altLang="zh-CN" i="1" dirty="0">
                <a:solidFill>
                  <a:srgbClr val="000000"/>
                </a:solidFill>
                <a:ea typeface="宋体" panose="02010600030101010101" pitchFamily="2" charset="-122"/>
                <a:cs typeface="Times New Roman" panose="02020603050405020304" pitchFamily="18" charset="0"/>
              </a:rPr>
              <a:t>a&lt;</a:t>
            </a:r>
            <a:r>
              <a:rPr lang="en-US" altLang="zh-CN" dirty="0">
                <a:solidFill>
                  <a:srgbClr val="000000"/>
                </a:solidFill>
                <a:ea typeface="宋体" panose="02010600030101010101" pitchFamily="2" charset="-122"/>
                <a:cs typeface="Times New Roman" panose="02020603050405020304" pitchFamily="18" charset="0"/>
              </a:rPr>
              <a:t>3,</a:t>
            </a:r>
            <a:r>
              <a:rPr lang="zh-CN" altLang="zh-CN" dirty="0">
                <a:solidFill>
                  <a:srgbClr val="000000"/>
                </a:solidFill>
                <a:ea typeface="楷体" panose="02010609060101010101" pitchFamily="49" charset="-122"/>
                <a:cs typeface="Times New Roman" panose="02020603050405020304" pitchFamily="18" charset="0"/>
              </a:rPr>
              <a:t>所以</a:t>
            </a:r>
            <a:r>
              <a:rPr lang="en-US" altLang="zh-CN" dirty="0">
                <a:solidFill>
                  <a:srgbClr val="000000"/>
                </a:solidFill>
                <a:ea typeface="宋体" panose="02010600030101010101" pitchFamily="2" charset="-122"/>
                <a:cs typeface="Times New Roman" panose="02020603050405020304" pitchFamily="18" charset="0"/>
              </a:rPr>
              <a:t>1</a:t>
            </a:r>
            <a:r>
              <a:rPr lang="en-US" altLang="zh-CN" i="1" dirty="0">
                <a:solidFill>
                  <a:srgbClr val="000000"/>
                </a:solidFill>
                <a:ea typeface="宋体" panose="02010600030101010101" pitchFamily="2" charset="-122"/>
                <a:cs typeface="Times New Roman" panose="02020603050405020304" pitchFamily="18" charset="0"/>
              </a:rPr>
              <a:t>&lt;a&lt;</a:t>
            </a:r>
            <a:r>
              <a:rPr lang="en-US" altLang="zh-CN" dirty="0">
                <a:solidFill>
                  <a:srgbClr val="000000"/>
                </a:solidFill>
                <a:ea typeface="宋体" panose="02010600030101010101" pitchFamily="2" charset="-122"/>
                <a:cs typeface="Times New Roman" panose="02020603050405020304" pitchFamily="18" charset="0"/>
              </a:rPr>
              <a:t>3</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indent="266700">
              <a:lnSpc>
                <a:spcPct val="120000"/>
              </a:lnSpc>
              <a:spcAft>
                <a:spcPts val="0"/>
              </a:spcAft>
              <a:tabLst>
                <a:tab pos="1188085" algn="l"/>
                <a:tab pos="2163445" algn="l"/>
                <a:tab pos="3142615" algn="l"/>
                <a:tab pos="4190365" algn="l"/>
              </a:tabLst>
            </a:pPr>
            <a:r>
              <a:rPr lang="zh-CN" altLang="zh-CN" dirty="0" smtClean="0">
                <a:latin typeface="Arial" panose="020B0604020202020204" pitchFamily="34" charset="0"/>
                <a:cs typeface="Times New Roman" panose="02020603050405020304" pitchFamily="18" charset="0"/>
              </a:rPr>
              <a:t>答案</a:t>
            </a:r>
            <a:r>
              <a:rPr lang="en-US" altLang="zh-CN" dirty="0" smtClean="0">
                <a:latin typeface="Arial" panose="020B0604020202020204" pitchFamily="34" charset="0"/>
                <a:cs typeface="Times New Roman" panose="02020603050405020304" pitchFamily="18" charset="0"/>
              </a:rPr>
              <a:t>:</a:t>
            </a:r>
            <a:r>
              <a:rPr lang="en-US" altLang="zh-CN" dirty="0" smtClean="0">
                <a:solidFill>
                  <a:srgbClr val="000000"/>
                </a:solidFill>
                <a:ea typeface="宋体" panose="02010600030101010101" pitchFamily="2" charset="-122"/>
                <a:cs typeface="Times New Roman" panose="02020603050405020304" pitchFamily="18" charset="0"/>
              </a:rPr>
              <a:t>B</a:t>
            </a:r>
            <a:endParaRPr lang="zh-CN" altLang="zh-CN" dirty="0">
              <a:solidFill>
                <a:srgbClr val="000000"/>
              </a:solidFill>
              <a:effectLst/>
              <a:latin typeface="NEU-BZ-S92"/>
              <a:ea typeface="方正书宋_GBK" panose="03000509000000000000" pitchFamily="65" charset="-122"/>
              <a:cs typeface="Times New Roman" panose="02020603050405020304" pitchFamily="18" charset="0"/>
            </a:endParaRPr>
          </a:p>
        </p:txBody>
      </p:sp>
    </p:spTree>
    <p:extLst>
      <p:ext uri="{BB962C8B-B14F-4D97-AF65-F5344CB8AC3E}">
        <p14:creationId xmlns:p14="http://schemas.microsoft.com/office/powerpoint/2010/main" val="996062771"/>
      </p:ext>
    </p:extLst>
  </p:cSld>
  <p:clrMapOvr>
    <a:masterClrMapping/>
  </p:clrMapOvr>
  <mc:AlternateContent xmlns:mc="http://schemas.openxmlformats.org/markup-compatibility/2006" xmlns:p14="http://schemas.microsoft.com/office/powerpoint/2010/main">
    <mc:Choice Requires="p14">
      <p:transition spd="slow" p14:dur="1200">
        <p:dissolve/>
      </p:transition>
    </mc:Choice>
    <mc:Fallback xmlns="">
      <p:transition spd="slow">
        <p:dissolv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2">
                                            <p:txEl>
                                              <p:pRg st="3" end="3"/>
                                            </p:txEl>
                                          </p:spTgt>
                                        </p:tgtEl>
                                        <p:attrNameLst>
                                          <p:attrName>style.visibility</p:attrName>
                                        </p:attrNameLst>
                                      </p:cBhvr>
                                      <p:to>
                                        <p:strVal val="visible"/>
                                      </p:to>
                                    </p:set>
                                    <p:animEffect transition="in" filter="randombar(horizontal)">
                                      <p:cBhvr>
                                        <p:cTn id="7" dur="500"/>
                                        <p:tgtEl>
                                          <p:spTgt spid="2">
                                            <p:txEl>
                                              <p:pRg st="3" end="3"/>
                                            </p:txEl>
                                          </p:spTgt>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nodeType="clickEffect">
                                  <p:stCondLst>
                                    <p:cond delay="0"/>
                                  </p:stCondLst>
                                  <p:childTnLst>
                                    <p:set>
                                      <p:cBhvr>
                                        <p:cTn id="11" dur="1" fill="hold">
                                          <p:stCondLst>
                                            <p:cond delay="0"/>
                                          </p:stCondLst>
                                        </p:cTn>
                                        <p:tgtEl>
                                          <p:spTgt spid="2">
                                            <p:txEl>
                                              <p:pRg st="4" end="4"/>
                                            </p:txEl>
                                          </p:spTgt>
                                        </p:tgtEl>
                                        <p:attrNameLst>
                                          <p:attrName>style.visibility</p:attrName>
                                        </p:attrNameLst>
                                      </p:cBhvr>
                                      <p:to>
                                        <p:strVal val="visible"/>
                                      </p:to>
                                    </p:set>
                                    <p:animEffect transition="in" filter="randombar(horizontal)">
                                      <p:cBhvr>
                                        <p:cTn id="12" dur="500"/>
                                        <p:tgtEl>
                                          <p:spTgt spid="2">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燕尾形 2"/>
          <p:cNvSpPr/>
          <p:nvPr/>
        </p:nvSpPr>
        <p:spPr>
          <a:xfrm>
            <a:off x="1239655" y="719807"/>
            <a:ext cx="8625838" cy="576064"/>
          </a:xfrm>
          <a:prstGeom prst="chevron">
            <a:avLst/>
          </a:prstGeom>
        </p:spPr>
        <p:style>
          <a:lnRef idx="1">
            <a:schemeClr val="dk1"/>
          </a:lnRef>
          <a:fillRef idx="2">
            <a:schemeClr val="dk1"/>
          </a:fillRef>
          <a:effectRef idx="1">
            <a:schemeClr val="dk1"/>
          </a:effectRef>
          <a:fontRef idx="minor">
            <a:schemeClr val="dk1"/>
          </a:fontRef>
        </p:style>
        <p:txBody>
          <a:bodyPr rtlCol="0" anchor="ctr"/>
          <a:lstStyle/>
          <a:p>
            <a:pPr algn="ctr"/>
            <a:r>
              <a:rPr lang="zh-CN" altLang="zh-CN" dirty="0"/>
              <a:t>探究</a:t>
            </a:r>
            <a:r>
              <a:rPr lang="zh-CN" altLang="zh-CN" dirty="0" smtClean="0"/>
              <a:t>三</a:t>
            </a:r>
            <a:r>
              <a:rPr lang="en-US" altLang="zh-CN" dirty="0" smtClean="0"/>
              <a:t>  </a:t>
            </a:r>
            <a:r>
              <a:rPr lang="zh-CN" altLang="zh-CN" dirty="0" smtClean="0"/>
              <a:t>对数函数</a:t>
            </a:r>
            <a:r>
              <a:rPr lang="zh-CN" altLang="zh-CN" dirty="0"/>
              <a:t>与指数函数的综合问题</a:t>
            </a:r>
          </a:p>
        </p:txBody>
      </p:sp>
      <p:sp>
        <p:nvSpPr>
          <p:cNvPr id="2" name="矩形 1"/>
          <p:cNvSpPr>
            <a:spLocks noChangeAspect="1"/>
          </p:cNvSpPr>
          <p:nvPr/>
        </p:nvSpPr>
        <p:spPr>
          <a:xfrm>
            <a:off x="361950" y="1776688"/>
            <a:ext cx="10807700" cy="2399503"/>
          </a:xfrm>
          <a:prstGeom prst="rect">
            <a:avLst/>
          </a:prstGeom>
        </p:spPr>
        <p:txBody>
          <a:bodyPr>
            <a:spAutoFit/>
          </a:bodyPr>
          <a:lstStyle/>
          <a:p>
            <a:pPr>
              <a:lnSpc>
                <a:spcPct val="120000"/>
              </a:lnSpc>
              <a:spcAft>
                <a:spcPts val="0"/>
              </a:spcAft>
              <a:tabLst>
                <a:tab pos="1029335" algn="l"/>
                <a:tab pos="1850390" algn="l"/>
                <a:tab pos="2538095" algn="l"/>
                <a:tab pos="3221990" algn="l"/>
              </a:tabLst>
            </a:pPr>
            <a:r>
              <a:rPr lang="zh-CN" altLang="zh-CN" dirty="0">
                <a:solidFill>
                  <a:srgbClr val="000000"/>
                </a:solidFill>
                <a:latin typeface="Arial" panose="020B0604020202020204" pitchFamily="34" charset="0"/>
                <a:cs typeface="Times New Roman" panose="02020603050405020304" pitchFamily="18" charset="0"/>
              </a:rPr>
              <a:t>【例</a:t>
            </a:r>
            <a:r>
              <a:rPr lang="en-US" altLang="zh-CN" dirty="0">
                <a:solidFill>
                  <a:srgbClr val="000000"/>
                </a:solidFill>
                <a:ea typeface="宋体" panose="02010600030101010101" pitchFamily="2" charset="-122"/>
                <a:cs typeface="Times New Roman" panose="02020603050405020304" pitchFamily="18" charset="0"/>
              </a:rPr>
              <a:t>3</a:t>
            </a:r>
            <a:r>
              <a:rPr lang="zh-CN" altLang="zh-CN" dirty="0">
                <a:solidFill>
                  <a:srgbClr val="000000"/>
                </a:solidFill>
                <a:latin typeface="Arial" panose="020B0604020202020204" pitchFamily="34" charset="0"/>
                <a:cs typeface="Times New Roman" panose="02020603050405020304" pitchFamily="18" charset="0"/>
              </a:rPr>
              <a:t>】</a:t>
            </a:r>
            <a:r>
              <a:rPr lang="zh-CN" altLang="zh-CN" dirty="0">
                <a:solidFill>
                  <a:srgbClr val="000000"/>
                </a:solidFill>
                <a:latin typeface="NEU-BZ-S92"/>
                <a:ea typeface="Arial" panose="020B0604020202020204" pitchFamily="34" charset="0"/>
                <a:cs typeface="Times New Roman" panose="02020603050405020304" pitchFamily="18" charset="0"/>
              </a:rPr>
              <a:t> </a:t>
            </a:r>
            <a:r>
              <a:rPr lang="zh-CN" altLang="zh-CN" dirty="0">
                <a:solidFill>
                  <a:srgbClr val="000000"/>
                </a:solidFill>
                <a:ea typeface="宋体" panose="02010600030101010101" pitchFamily="2" charset="-122"/>
                <a:cs typeface="Times New Roman" panose="02020603050405020304" pitchFamily="18" charset="0"/>
              </a:rPr>
              <a:t>已知</a:t>
            </a:r>
            <a:r>
              <a:rPr lang="en-US" altLang="zh-CN" i="1" dirty="0">
                <a:solidFill>
                  <a:srgbClr val="000000"/>
                </a:solidFill>
                <a:ea typeface="宋体" panose="02010600030101010101" pitchFamily="2" charset="-122"/>
                <a:cs typeface="Times New Roman" panose="02020603050405020304" pitchFamily="18" charset="0"/>
              </a:rPr>
              <a:t>f</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x</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err="1">
                <a:solidFill>
                  <a:srgbClr val="000000"/>
                </a:solidFill>
                <a:ea typeface="宋体" panose="02010600030101010101" pitchFamily="2" charset="-122"/>
                <a:cs typeface="Times New Roman" panose="02020603050405020304" pitchFamily="18" charset="0"/>
              </a:rPr>
              <a:t>log</a:t>
            </a:r>
            <a:r>
              <a:rPr lang="en-US" altLang="zh-CN" i="1" baseline="-25000" dirty="0" err="1">
                <a:solidFill>
                  <a:srgbClr val="000000"/>
                </a:solidFill>
                <a:ea typeface="宋体" panose="02010600030101010101" pitchFamily="2" charset="-122"/>
                <a:cs typeface="Times New Roman" panose="02020603050405020304" pitchFamily="18" charset="0"/>
              </a:rPr>
              <a:t>a</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a</a:t>
            </a:r>
            <a:r>
              <a:rPr lang="en-US" altLang="zh-CN" i="1" baseline="30000" dirty="0">
                <a:solidFill>
                  <a:srgbClr val="000000"/>
                </a:solidFill>
                <a:ea typeface="宋体" panose="02010600030101010101" pitchFamily="2" charset="-122"/>
                <a:cs typeface="Times New Roman" panose="02020603050405020304" pitchFamily="18" charset="0"/>
              </a:rPr>
              <a:t>x</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1)(</a:t>
            </a:r>
            <a:r>
              <a:rPr lang="en-US" altLang="zh-CN" i="1" dirty="0">
                <a:solidFill>
                  <a:srgbClr val="000000"/>
                </a:solidFill>
                <a:ea typeface="宋体" panose="02010600030101010101" pitchFamily="2" charset="-122"/>
                <a:cs typeface="Times New Roman" panose="02020603050405020304" pitchFamily="18" charset="0"/>
              </a:rPr>
              <a:t>a&gt;</a:t>
            </a:r>
            <a:r>
              <a:rPr lang="en-US" altLang="zh-CN" dirty="0">
                <a:solidFill>
                  <a:srgbClr val="000000"/>
                </a:solidFill>
                <a:ea typeface="宋体" panose="02010600030101010101" pitchFamily="2" charset="-122"/>
                <a:cs typeface="Times New Roman" panose="02020603050405020304" pitchFamily="18" charset="0"/>
              </a:rPr>
              <a:t>0,</a:t>
            </a:r>
            <a:r>
              <a:rPr lang="zh-CN" altLang="zh-CN" dirty="0">
                <a:solidFill>
                  <a:srgbClr val="000000"/>
                </a:solidFill>
                <a:ea typeface="宋体" panose="02010600030101010101" pitchFamily="2" charset="-122"/>
                <a:cs typeface="Times New Roman" panose="02020603050405020304" pitchFamily="18" charset="0"/>
              </a:rPr>
              <a:t>且</a:t>
            </a:r>
            <a:r>
              <a:rPr lang="en-US" altLang="zh-CN" i="1" dirty="0">
                <a:solidFill>
                  <a:srgbClr val="000000"/>
                </a:solidFill>
                <a:ea typeface="宋体" panose="02010600030101010101" pitchFamily="2" charset="-122"/>
                <a:cs typeface="Times New Roman" panose="02020603050405020304" pitchFamily="18" charset="0"/>
              </a:rPr>
              <a:t>a</a:t>
            </a:r>
            <a:r>
              <a:rPr lang="en-US" altLang="zh-CN" dirty="0">
                <a:solidFill>
                  <a:srgbClr val="000000"/>
                </a:solidFill>
                <a:ea typeface="宋体" panose="02010600030101010101" pitchFamily="2" charset="-122"/>
                <a:cs typeface="Times New Roman" panose="02020603050405020304" pitchFamily="18" charset="0"/>
              </a:rPr>
              <a:t>≠1)</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en-US" altLang="zh-CN" dirty="0">
                <a:solidFill>
                  <a:srgbClr val="000000"/>
                </a:solidFill>
                <a:ea typeface="宋体" panose="02010600030101010101" pitchFamily="2" charset="-122"/>
                <a:cs typeface="Times New Roman" panose="02020603050405020304" pitchFamily="18" charset="0"/>
              </a:rPr>
              <a:t>(1)</a:t>
            </a:r>
            <a:r>
              <a:rPr lang="zh-CN" altLang="zh-CN" dirty="0">
                <a:solidFill>
                  <a:srgbClr val="000000"/>
                </a:solidFill>
                <a:ea typeface="宋体" panose="02010600030101010101" pitchFamily="2" charset="-122"/>
                <a:cs typeface="Times New Roman" panose="02020603050405020304" pitchFamily="18" charset="0"/>
              </a:rPr>
              <a:t>求</a:t>
            </a:r>
            <a:r>
              <a:rPr lang="en-US" altLang="zh-CN" i="1" dirty="0">
                <a:solidFill>
                  <a:srgbClr val="000000"/>
                </a:solidFill>
                <a:ea typeface="宋体" panose="02010600030101010101" pitchFamily="2" charset="-122"/>
                <a:cs typeface="Times New Roman" panose="02020603050405020304" pitchFamily="18" charset="0"/>
              </a:rPr>
              <a:t>f</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x</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的定义域</a:t>
            </a:r>
            <a:r>
              <a:rPr lang="en-US" altLang="zh-CN"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en-US" altLang="zh-CN" dirty="0">
                <a:solidFill>
                  <a:srgbClr val="000000"/>
                </a:solidFill>
                <a:ea typeface="宋体" panose="02010600030101010101" pitchFamily="2" charset="-122"/>
                <a:cs typeface="Times New Roman" panose="02020603050405020304" pitchFamily="18" charset="0"/>
              </a:rPr>
              <a:t>(2)</a:t>
            </a:r>
            <a:r>
              <a:rPr lang="zh-CN" altLang="zh-CN" dirty="0">
                <a:solidFill>
                  <a:srgbClr val="000000"/>
                </a:solidFill>
                <a:ea typeface="宋体" panose="02010600030101010101" pitchFamily="2" charset="-122"/>
                <a:cs typeface="Times New Roman" panose="02020603050405020304" pitchFamily="18" charset="0"/>
              </a:rPr>
              <a:t>讨论</a:t>
            </a:r>
            <a:r>
              <a:rPr lang="en-US" altLang="zh-CN" i="1" dirty="0">
                <a:solidFill>
                  <a:srgbClr val="000000"/>
                </a:solidFill>
                <a:ea typeface="宋体" panose="02010600030101010101" pitchFamily="2" charset="-122"/>
                <a:cs typeface="Times New Roman" panose="02020603050405020304" pitchFamily="18" charset="0"/>
              </a:rPr>
              <a:t>f</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x</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的单调性</a:t>
            </a:r>
            <a:r>
              <a:rPr lang="en-US" altLang="zh-CN"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en-US" altLang="zh-CN" dirty="0">
                <a:solidFill>
                  <a:srgbClr val="000000"/>
                </a:solidFill>
                <a:ea typeface="宋体" panose="02010600030101010101" pitchFamily="2" charset="-122"/>
                <a:cs typeface="Times New Roman" panose="02020603050405020304" pitchFamily="18" charset="0"/>
              </a:rPr>
              <a:t>(3)</a:t>
            </a:r>
            <a:r>
              <a:rPr lang="zh-CN" altLang="zh-CN" dirty="0">
                <a:solidFill>
                  <a:srgbClr val="000000"/>
                </a:solidFill>
                <a:ea typeface="宋体" panose="02010600030101010101" pitchFamily="2" charset="-122"/>
                <a:cs typeface="Times New Roman" panose="02020603050405020304" pitchFamily="18" charset="0"/>
              </a:rPr>
              <a:t>解方程</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f</a:t>
            </a:r>
            <a:r>
              <a:rPr lang="en-US" altLang="zh-CN" dirty="0">
                <a:solidFill>
                  <a:srgbClr val="000000"/>
                </a:solidFill>
                <a:ea typeface="宋体" panose="02010600030101010101" pitchFamily="2" charset="-122"/>
                <a:cs typeface="Times New Roman" panose="02020603050405020304" pitchFamily="18" charset="0"/>
              </a:rPr>
              <a:t>(2</a:t>
            </a:r>
            <a:r>
              <a:rPr lang="en-US" altLang="zh-CN" i="1" dirty="0">
                <a:solidFill>
                  <a:srgbClr val="000000"/>
                </a:solidFill>
                <a:ea typeface="宋体" panose="02010600030101010101" pitchFamily="2" charset="-122"/>
                <a:cs typeface="Times New Roman" panose="02020603050405020304" pitchFamily="18" charset="0"/>
              </a:rPr>
              <a:t>x</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err="1">
                <a:solidFill>
                  <a:srgbClr val="000000"/>
                </a:solidFill>
                <a:ea typeface="宋体" panose="02010600030101010101" pitchFamily="2" charset="-122"/>
                <a:cs typeface="Times New Roman" panose="02020603050405020304" pitchFamily="18" charset="0"/>
              </a:rPr>
              <a:t>log</a:t>
            </a:r>
            <a:r>
              <a:rPr lang="en-US" altLang="zh-CN" i="1" baseline="-25000" dirty="0" err="1">
                <a:solidFill>
                  <a:srgbClr val="000000"/>
                </a:solidFill>
                <a:ea typeface="宋体" panose="02010600030101010101" pitchFamily="2" charset="-122"/>
                <a:cs typeface="Times New Roman" panose="02020603050405020304" pitchFamily="18" charset="0"/>
              </a:rPr>
              <a:t>a</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a</a:t>
            </a:r>
            <a:r>
              <a:rPr lang="en-US" altLang="zh-CN" i="1" baseline="30000" dirty="0">
                <a:solidFill>
                  <a:srgbClr val="000000"/>
                </a:solidFill>
                <a:ea typeface="宋体" panose="02010600030101010101" pitchFamily="2" charset="-122"/>
                <a:cs typeface="Times New Roman" panose="02020603050405020304" pitchFamily="18" charset="0"/>
              </a:rPr>
              <a:t>x</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1)</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effectLst/>
              <a:latin typeface="NEU-BZ-S92"/>
              <a:ea typeface="方正书宋_GBK" panose="03000509000000000000" pitchFamily="65" charset="-122"/>
              <a:cs typeface="Times New Roman" panose="02020603050405020304" pitchFamily="18" charset="0"/>
            </a:endParaRPr>
          </a:p>
        </p:txBody>
      </p:sp>
    </p:spTree>
    <p:extLst>
      <p:ext uri="{BB962C8B-B14F-4D97-AF65-F5344CB8AC3E}">
        <p14:creationId xmlns:p14="http://schemas.microsoft.com/office/powerpoint/2010/main" val="695607708"/>
      </p:ext>
    </p:extLst>
  </p:cSld>
  <p:clrMapOvr>
    <a:masterClrMapping/>
  </p:clrMapOvr>
  <mc:AlternateContent xmlns:mc="http://schemas.openxmlformats.org/markup-compatibility/2006" xmlns:p14="http://schemas.microsoft.com/office/powerpoint/2010/main">
    <mc:Choice Requires="p14">
      <p:transition spd="slow" p14:dur="1200">
        <p:dissolve/>
      </p:transition>
    </mc:Choice>
    <mc:Fallback xmlns="">
      <p:transition spd="slow">
        <p:dissolve/>
      </p:transition>
    </mc:Fallback>
  </mc:AlternateContent>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4" name="矩形 3"/>
              <p:cNvSpPr>
                <a:spLocks noChangeAspect="1"/>
              </p:cNvSpPr>
              <p:nvPr/>
            </p:nvSpPr>
            <p:spPr>
              <a:xfrm>
                <a:off x="361950" y="746585"/>
                <a:ext cx="10807700" cy="5410712"/>
              </a:xfrm>
              <a:prstGeom prst="rect">
                <a:avLst/>
              </a:prstGeom>
            </p:spPr>
            <p:txBody>
              <a:bodyPr>
                <a:spAutoFit/>
              </a:bodyPr>
              <a:lstStyle/>
              <a:p>
                <a:pPr>
                  <a:lnSpc>
                    <a:spcPct val="120000"/>
                  </a:lnSpc>
                  <a:spcAft>
                    <a:spcPts val="0"/>
                  </a:spcAft>
                  <a:tabLst>
                    <a:tab pos="1029335" algn="l"/>
                    <a:tab pos="1850390" algn="l"/>
                    <a:tab pos="2538095" algn="l"/>
                    <a:tab pos="3221990" algn="l"/>
                  </a:tabLst>
                </a:pPr>
                <a:r>
                  <a:rPr lang="zh-CN" altLang="zh-CN" dirty="0">
                    <a:latin typeface="Arial" panose="020B0604020202020204" pitchFamily="34" charset="0"/>
                    <a:cs typeface="Times New Roman" panose="02020603050405020304" pitchFamily="18" charset="0"/>
                  </a:rPr>
                  <a:t>解</a:t>
                </a:r>
                <a:r>
                  <a:rPr lang="en-US" altLang="zh-CN" dirty="0">
                    <a:latin typeface="Arial" panose="020B0604020202020204" pitchFamily="34" charset="0"/>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(1)</a:t>
                </a:r>
                <a:r>
                  <a:rPr lang="zh-CN" altLang="zh-CN" dirty="0">
                    <a:solidFill>
                      <a:srgbClr val="000000"/>
                    </a:solidFill>
                    <a:ea typeface="楷体" panose="02010609060101010101" pitchFamily="49" charset="-122"/>
                    <a:cs typeface="Times New Roman" panose="02020603050405020304" pitchFamily="18" charset="0"/>
                  </a:rPr>
                  <a:t>由</a:t>
                </a:r>
                <a:r>
                  <a:rPr lang="en-US" altLang="zh-CN" i="1" dirty="0">
                    <a:solidFill>
                      <a:srgbClr val="000000"/>
                    </a:solidFill>
                    <a:ea typeface="宋体" panose="02010600030101010101" pitchFamily="2" charset="-122"/>
                    <a:cs typeface="Times New Roman" panose="02020603050405020304" pitchFamily="18" charset="0"/>
                  </a:rPr>
                  <a:t>a</a:t>
                </a:r>
                <a:r>
                  <a:rPr lang="en-US" altLang="zh-CN" i="1" baseline="30000" dirty="0">
                    <a:solidFill>
                      <a:srgbClr val="000000"/>
                    </a:solidFill>
                    <a:ea typeface="宋体" panose="02010600030101010101" pitchFamily="2" charset="-122"/>
                    <a:cs typeface="Times New Roman" panose="02020603050405020304" pitchFamily="18" charset="0"/>
                  </a:rPr>
                  <a:t>x</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1</a:t>
                </a:r>
                <a:r>
                  <a:rPr lang="en-US" altLang="zh-CN" i="1" dirty="0">
                    <a:solidFill>
                      <a:srgbClr val="000000"/>
                    </a:solidFill>
                    <a:ea typeface="宋体" panose="02010600030101010101" pitchFamily="2" charset="-122"/>
                    <a:cs typeface="Times New Roman" panose="02020603050405020304" pitchFamily="18" charset="0"/>
                  </a:rPr>
                  <a:t>&gt;</a:t>
                </a:r>
                <a:r>
                  <a:rPr lang="en-US" altLang="zh-CN" dirty="0">
                    <a:solidFill>
                      <a:srgbClr val="000000"/>
                    </a:solidFill>
                    <a:ea typeface="宋体" panose="02010600030101010101" pitchFamily="2" charset="-122"/>
                    <a:cs typeface="Times New Roman" panose="02020603050405020304" pitchFamily="18" charset="0"/>
                  </a:rPr>
                  <a:t>0,</a:t>
                </a:r>
                <a:r>
                  <a:rPr lang="zh-CN" altLang="zh-CN" dirty="0">
                    <a:solidFill>
                      <a:srgbClr val="000000"/>
                    </a:solidFill>
                    <a:ea typeface="楷体" panose="02010609060101010101" pitchFamily="49" charset="-122"/>
                    <a:cs typeface="Times New Roman" panose="02020603050405020304" pitchFamily="18" charset="0"/>
                  </a:rPr>
                  <a:t>得</a:t>
                </a:r>
                <a:r>
                  <a:rPr lang="en-US" altLang="zh-CN" i="1" dirty="0">
                    <a:solidFill>
                      <a:srgbClr val="000000"/>
                    </a:solidFill>
                    <a:ea typeface="宋体" panose="02010600030101010101" pitchFamily="2" charset="-122"/>
                    <a:cs typeface="Times New Roman" panose="02020603050405020304" pitchFamily="18" charset="0"/>
                  </a:rPr>
                  <a:t>a</a:t>
                </a:r>
                <a:r>
                  <a:rPr lang="en-US" altLang="zh-CN" i="1" baseline="30000" dirty="0">
                    <a:solidFill>
                      <a:srgbClr val="000000"/>
                    </a:solidFill>
                    <a:ea typeface="宋体" panose="02010600030101010101" pitchFamily="2" charset="-122"/>
                    <a:cs typeface="Times New Roman" panose="02020603050405020304" pitchFamily="18" charset="0"/>
                  </a:rPr>
                  <a:t>x</a:t>
                </a:r>
                <a:r>
                  <a:rPr lang="en-US" altLang="zh-CN" i="1" dirty="0">
                    <a:solidFill>
                      <a:srgbClr val="000000"/>
                    </a:solidFill>
                    <a:ea typeface="宋体" panose="02010600030101010101" pitchFamily="2" charset="-122"/>
                    <a:cs typeface="Times New Roman" panose="02020603050405020304" pitchFamily="18" charset="0"/>
                  </a:rPr>
                  <a:t>&gt;</a:t>
                </a:r>
                <a:r>
                  <a:rPr lang="en-US" altLang="zh-CN" dirty="0">
                    <a:solidFill>
                      <a:srgbClr val="000000"/>
                    </a:solidFill>
                    <a:ea typeface="宋体" panose="02010600030101010101" pitchFamily="2" charset="-122"/>
                    <a:cs typeface="Times New Roman" panose="02020603050405020304" pitchFamily="18" charset="0"/>
                  </a:rPr>
                  <a:t>1</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effectLst/>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zh-CN" altLang="zh-CN" dirty="0">
                    <a:solidFill>
                      <a:srgbClr val="000000"/>
                    </a:solidFill>
                    <a:ea typeface="楷体" panose="02010609060101010101" pitchFamily="49" charset="-122"/>
                    <a:cs typeface="Times New Roman" panose="02020603050405020304" pitchFamily="18" charset="0"/>
                  </a:rPr>
                  <a:t>所以当</a:t>
                </a:r>
                <a:r>
                  <a:rPr lang="en-US" altLang="zh-CN" i="1" dirty="0">
                    <a:solidFill>
                      <a:srgbClr val="000000"/>
                    </a:solidFill>
                    <a:ea typeface="宋体" panose="02010600030101010101" pitchFamily="2" charset="-122"/>
                    <a:cs typeface="Times New Roman" panose="02020603050405020304" pitchFamily="18" charset="0"/>
                  </a:rPr>
                  <a:t>a&gt;</a:t>
                </a:r>
                <a:r>
                  <a:rPr lang="en-US" altLang="zh-CN" dirty="0">
                    <a:solidFill>
                      <a:srgbClr val="000000"/>
                    </a:solidFill>
                    <a:ea typeface="宋体" panose="02010600030101010101" pitchFamily="2" charset="-122"/>
                    <a:cs typeface="Times New Roman" panose="02020603050405020304" pitchFamily="18" charset="0"/>
                  </a:rPr>
                  <a:t>1</a:t>
                </a:r>
                <a:r>
                  <a:rPr lang="zh-CN" altLang="zh-CN" dirty="0">
                    <a:solidFill>
                      <a:srgbClr val="000000"/>
                    </a:solidFill>
                    <a:ea typeface="楷体" panose="02010609060101010101" pitchFamily="49" charset="-122"/>
                    <a:cs typeface="Times New Roman" panose="02020603050405020304" pitchFamily="18" charset="0"/>
                  </a:rPr>
                  <a:t>时</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函数的定义域为</a:t>
                </a:r>
                <a:r>
                  <a:rPr lang="en-US" altLang="zh-CN" dirty="0">
                    <a:solidFill>
                      <a:srgbClr val="000000"/>
                    </a:solidFill>
                    <a:ea typeface="宋体" panose="02010600030101010101" pitchFamily="2" charset="-122"/>
                    <a:cs typeface="Times New Roman" panose="02020603050405020304" pitchFamily="18" charset="0"/>
                  </a:rPr>
                  <a:t>(0,</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当</a:t>
                </a:r>
                <a:r>
                  <a:rPr lang="en-US" altLang="zh-CN" dirty="0">
                    <a:solidFill>
                      <a:srgbClr val="000000"/>
                    </a:solidFill>
                    <a:ea typeface="宋体" panose="02010600030101010101" pitchFamily="2" charset="-122"/>
                    <a:cs typeface="Times New Roman" panose="02020603050405020304" pitchFamily="18" charset="0"/>
                  </a:rPr>
                  <a:t>0</a:t>
                </a:r>
                <a:r>
                  <a:rPr lang="en-US" altLang="zh-CN" i="1" dirty="0">
                    <a:solidFill>
                      <a:srgbClr val="000000"/>
                    </a:solidFill>
                    <a:ea typeface="宋体" panose="02010600030101010101" pitchFamily="2" charset="-122"/>
                    <a:cs typeface="Times New Roman" panose="02020603050405020304" pitchFamily="18" charset="0"/>
                  </a:rPr>
                  <a:t>&lt;a&lt;</a:t>
                </a:r>
                <a:r>
                  <a:rPr lang="en-US" altLang="zh-CN" dirty="0">
                    <a:solidFill>
                      <a:srgbClr val="000000"/>
                    </a:solidFill>
                    <a:ea typeface="宋体" panose="02010600030101010101" pitchFamily="2" charset="-122"/>
                    <a:cs typeface="Times New Roman" panose="02020603050405020304" pitchFamily="18" charset="0"/>
                  </a:rPr>
                  <a:t>1</a:t>
                </a:r>
                <a:r>
                  <a:rPr lang="zh-CN" altLang="zh-CN" dirty="0">
                    <a:solidFill>
                      <a:srgbClr val="000000"/>
                    </a:solidFill>
                    <a:ea typeface="楷体" panose="02010609060101010101" pitchFamily="49" charset="-122"/>
                    <a:cs typeface="Times New Roman" panose="02020603050405020304" pitchFamily="18" charset="0"/>
                  </a:rPr>
                  <a:t>时</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函数的定义域为</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,0)</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effectLst/>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en-US" altLang="zh-CN" dirty="0">
                    <a:solidFill>
                      <a:srgbClr val="000000"/>
                    </a:solidFill>
                    <a:ea typeface="宋体" panose="02010600030101010101" pitchFamily="2" charset="-122"/>
                    <a:cs typeface="Times New Roman" panose="02020603050405020304" pitchFamily="18" charset="0"/>
                  </a:rPr>
                  <a:t>(2)</a:t>
                </a:r>
                <a:r>
                  <a:rPr lang="zh-CN" altLang="zh-CN" dirty="0">
                    <a:solidFill>
                      <a:srgbClr val="000000"/>
                    </a:solidFill>
                    <a:ea typeface="楷体" panose="02010609060101010101" pitchFamily="49" charset="-122"/>
                    <a:cs typeface="Times New Roman" panose="02020603050405020304" pitchFamily="18" charset="0"/>
                  </a:rPr>
                  <a:t>当</a:t>
                </a:r>
                <a:r>
                  <a:rPr lang="en-US" altLang="zh-CN" i="1" dirty="0">
                    <a:solidFill>
                      <a:srgbClr val="000000"/>
                    </a:solidFill>
                    <a:ea typeface="宋体" panose="02010600030101010101" pitchFamily="2" charset="-122"/>
                    <a:cs typeface="Times New Roman" panose="02020603050405020304" pitchFamily="18" charset="0"/>
                  </a:rPr>
                  <a:t>a&gt;</a:t>
                </a:r>
                <a:r>
                  <a:rPr lang="en-US" altLang="zh-CN" dirty="0">
                    <a:solidFill>
                      <a:srgbClr val="000000"/>
                    </a:solidFill>
                    <a:ea typeface="宋体" panose="02010600030101010101" pitchFamily="2" charset="-122"/>
                    <a:cs typeface="Times New Roman" panose="02020603050405020304" pitchFamily="18" charset="0"/>
                  </a:rPr>
                  <a:t>1</a:t>
                </a:r>
                <a:r>
                  <a:rPr lang="zh-CN" altLang="zh-CN" dirty="0">
                    <a:solidFill>
                      <a:srgbClr val="000000"/>
                    </a:solidFill>
                    <a:ea typeface="楷体" panose="02010609060101010101" pitchFamily="49" charset="-122"/>
                    <a:cs typeface="Times New Roman" panose="02020603050405020304" pitchFamily="18" charset="0"/>
                  </a:rPr>
                  <a:t>时</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设</a:t>
                </a:r>
                <a:r>
                  <a:rPr lang="en-US" altLang="zh-CN" dirty="0">
                    <a:solidFill>
                      <a:srgbClr val="000000"/>
                    </a:solidFill>
                    <a:ea typeface="宋体" panose="02010600030101010101" pitchFamily="2" charset="-122"/>
                    <a:cs typeface="Times New Roman" panose="02020603050405020304" pitchFamily="18" charset="0"/>
                  </a:rPr>
                  <a:t>0</a:t>
                </a:r>
                <a:r>
                  <a:rPr lang="en-US" altLang="zh-CN" i="1" dirty="0">
                    <a:solidFill>
                      <a:srgbClr val="000000"/>
                    </a:solidFill>
                    <a:ea typeface="宋体" panose="02010600030101010101" pitchFamily="2" charset="-122"/>
                    <a:cs typeface="Times New Roman" panose="02020603050405020304" pitchFamily="18" charset="0"/>
                  </a:rPr>
                  <a:t>&lt;x</a:t>
                </a:r>
                <a:r>
                  <a:rPr lang="en-US" altLang="zh-CN" baseline="-25000" dirty="0">
                    <a:solidFill>
                      <a:srgbClr val="000000"/>
                    </a:solidFill>
                    <a:ea typeface="宋体" panose="02010600030101010101" pitchFamily="2" charset="-122"/>
                    <a:cs typeface="Times New Roman" panose="02020603050405020304" pitchFamily="18" charset="0"/>
                  </a:rPr>
                  <a:t>1</a:t>
                </a:r>
                <a:r>
                  <a:rPr lang="en-US" altLang="zh-CN" i="1" dirty="0">
                    <a:solidFill>
                      <a:srgbClr val="000000"/>
                    </a:solidFill>
                    <a:ea typeface="宋体" panose="02010600030101010101" pitchFamily="2" charset="-122"/>
                    <a:cs typeface="Times New Roman" panose="02020603050405020304" pitchFamily="18" charset="0"/>
                  </a:rPr>
                  <a:t>&lt;x</a:t>
                </a:r>
                <a:r>
                  <a:rPr lang="en-US" altLang="zh-CN" baseline="-25000" dirty="0">
                    <a:solidFill>
                      <a:srgbClr val="000000"/>
                    </a:solidFill>
                    <a:ea typeface="宋体" panose="02010600030101010101" pitchFamily="2" charset="-122"/>
                    <a:cs typeface="Times New Roman" panose="02020603050405020304" pitchFamily="18" charset="0"/>
                  </a:rPr>
                  <a:t>2</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即</a:t>
                </a:r>
                <a14:m>
                  <m:oMath xmlns:m="http://schemas.openxmlformats.org/officeDocument/2006/math">
                    <m:sSup>
                      <m:sSupPr>
                        <m:ctrlPr>
                          <a:rPr lang="zh-CN" altLang="zh-CN"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i="1">
                            <a:solidFill>
                              <a:srgbClr val="000000"/>
                            </a:solidFill>
                            <a:latin typeface="Cambria Math" panose="02040503050406030204" pitchFamily="18" charset="0"/>
                            <a:ea typeface="宋体" panose="02010600030101010101" pitchFamily="2" charset="-122"/>
                            <a:cs typeface="Times New Roman" panose="02020603050405020304" pitchFamily="18" charset="0"/>
                          </a:rPr>
                          <m:t>𝒂</m:t>
                        </m:r>
                      </m:e>
                      <m:sup>
                        <m:sSub>
                          <m:sSubPr>
                            <m:ctrlPr>
                              <a:rPr lang="zh-CN" altLang="zh-CN"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i="1">
                                <a:solidFill>
                                  <a:srgbClr val="000000"/>
                                </a:solidFill>
                                <a:latin typeface="Cambria Math" panose="02040503050406030204" pitchFamily="18" charset="0"/>
                                <a:ea typeface="宋体" panose="02010600030101010101" pitchFamily="2" charset="-122"/>
                                <a:cs typeface="Times New Roman" panose="02020603050405020304" pitchFamily="18" charset="0"/>
                              </a:rPr>
                              <m:t>𝒙</m:t>
                            </m:r>
                          </m:e>
                          <m:sub>
                            <m:r>
                              <a:rPr lang="en-US" altLang="zh-CN" i="1">
                                <a:solidFill>
                                  <a:srgbClr val="000000"/>
                                </a:solidFill>
                                <a:latin typeface="Cambria Math" panose="02040503050406030204" pitchFamily="18" charset="0"/>
                                <a:ea typeface="宋体" panose="02010600030101010101" pitchFamily="2" charset="-122"/>
                                <a:cs typeface="Times New Roman" panose="02020603050405020304" pitchFamily="18" charset="0"/>
                              </a:rPr>
                              <m:t>𝟐</m:t>
                            </m:r>
                          </m:sub>
                        </m:sSub>
                      </m:sup>
                    </m:sSup>
                  </m:oMath>
                </a14:m>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1</a:t>
                </a:r>
                <a:r>
                  <a:rPr lang="en-US" altLang="zh-CN" i="1" dirty="0">
                    <a:solidFill>
                      <a:srgbClr val="000000"/>
                    </a:solidFill>
                    <a:ea typeface="宋体" panose="02010600030101010101" pitchFamily="2" charset="-122"/>
                    <a:cs typeface="Times New Roman" panose="02020603050405020304" pitchFamily="18" charset="0"/>
                  </a:rPr>
                  <a:t>&gt;</a:t>
                </a:r>
                <a14:m>
                  <m:oMath xmlns:m="http://schemas.openxmlformats.org/officeDocument/2006/math">
                    <m:sSup>
                      <m:sSupPr>
                        <m:ctrlPr>
                          <a:rPr lang="zh-CN" altLang="zh-CN"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i="1">
                            <a:solidFill>
                              <a:srgbClr val="000000"/>
                            </a:solidFill>
                            <a:latin typeface="Cambria Math" panose="02040503050406030204" pitchFamily="18" charset="0"/>
                            <a:ea typeface="宋体" panose="02010600030101010101" pitchFamily="2" charset="-122"/>
                            <a:cs typeface="Times New Roman" panose="02020603050405020304" pitchFamily="18" charset="0"/>
                          </a:rPr>
                          <m:t>𝒂</m:t>
                        </m:r>
                      </m:e>
                      <m:sup>
                        <m:sSub>
                          <m:sSubPr>
                            <m:ctrlPr>
                              <a:rPr lang="zh-CN" altLang="zh-CN"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i="1">
                                <a:solidFill>
                                  <a:srgbClr val="000000"/>
                                </a:solidFill>
                                <a:latin typeface="Cambria Math" panose="02040503050406030204" pitchFamily="18" charset="0"/>
                                <a:ea typeface="宋体" panose="02010600030101010101" pitchFamily="2" charset="-122"/>
                                <a:cs typeface="Times New Roman" panose="02020603050405020304" pitchFamily="18" charset="0"/>
                              </a:rPr>
                              <m:t>𝒙</m:t>
                            </m:r>
                          </m:e>
                          <m:sub>
                            <m:r>
                              <a:rPr lang="en-US" altLang="zh-CN" i="1">
                                <a:solidFill>
                                  <a:srgbClr val="000000"/>
                                </a:solidFill>
                                <a:latin typeface="Cambria Math" panose="02040503050406030204" pitchFamily="18" charset="0"/>
                                <a:ea typeface="宋体" panose="02010600030101010101" pitchFamily="2" charset="-122"/>
                                <a:cs typeface="Times New Roman" panose="02020603050405020304" pitchFamily="18" charset="0"/>
                              </a:rPr>
                              <m:t>𝟏</m:t>
                            </m:r>
                          </m:sub>
                        </m:sSub>
                      </m:sup>
                    </m:sSup>
                  </m:oMath>
                </a14:m>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1</a:t>
                </a:r>
                <a:r>
                  <a:rPr lang="en-US" altLang="zh-CN" i="1" dirty="0">
                    <a:solidFill>
                      <a:srgbClr val="000000"/>
                    </a:solidFill>
                    <a:ea typeface="宋体" panose="02010600030101010101" pitchFamily="2" charset="-122"/>
                    <a:cs typeface="Times New Roman" panose="02020603050405020304" pitchFamily="18" charset="0"/>
                  </a:rPr>
                  <a:t>&gt;</a:t>
                </a:r>
                <a:r>
                  <a:rPr lang="en-US" altLang="zh-CN" dirty="0">
                    <a:solidFill>
                      <a:srgbClr val="000000"/>
                    </a:solidFill>
                    <a:ea typeface="宋体" panose="02010600030101010101" pitchFamily="2" charset="-122"/>
                    <a:cs typeface="Times New Roman" panose="02020603050405020304" pitchFamily="18" charset="0"/>
                  </a:rPr>
                  <a:t>0,</a:t>
                </a:r>
                <a:endParaRPr lang="zh-CN" altLang="zh-CN" dirty="0">
                  <a:solidFill>
                    <a:srgbClr val="000000"/>
                  </a:solidFill>
                  <a:effectLst/>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zh-CN" altLang="zh-CN" dirty="0">
                    <a:solidFill>
                      <a:srgbClr val="000000"/>
                    </a:solidFill>
                    <a:ea typeface="楷体" panose="02010609060101010101" pitchFamily="49" charset="-122"/>
                    <a:cs typeface="Times New Roman" panose="02020603050405020304" pitchFamily="18" charset="0"/>
                  </a:rPr>
                  <a:t>所以</a:t>
                </a:r>
                <a:r>
                  <a:rPr lang="en-US" altLang="zh-CN" dirty="0" err="1">
                    <a:solidFill>
                      <a:srgbClr val="000000"/>
                    </a:solidFill>
                    <a:ea typeface="宋体" panose="02010600030101010101" pitchFamily="2" charset="-122"/>
                    <a:cs typeface="Times New Roman" panose="02020603050405020304" pitchFamily="18" charset="0"/>
                  </a:rPr>
                  <a:t>log</a:t>
                </a:r>
                <a:r>
                  <a:rPr lang="en-US" altLang="zh-CN" i="1" baseline="-25000" dirty="0" err="1">
                    <a:solidFill>
                      <a:srgbClr val="000000"/>
                    </a:solidFill>
                    <a:ea typeface="宋体" panose="02010600030101010101" pitchFamily="2" charset="-122"/>
                    <a:cs typeface="Times New Roman" panose="02020603050405020304" pitchFamily="18" charset="0"/>
                  </a:rPr>
                  <a:t>a</a:t>
                </a:r>
                <a:r>
                  <a:rPr lang="en-US" altLang="zh-CN" dirty="0">
                    <a:solidFill>
                      <a:srgbClr val="000000"/>
                    </a:solidFill>
                    <a:ea typeface="宋体" panose="02010600030101010101" pitchFamily="2" charset="-122"/>
                    <a:cs typeface="Times New Roman" panose="02020603050405020304" pitchFamily="18" charset="0"/>
                  </a:rPr>
                  <a:t>(</a:t>
                </a:r>
                <a14:m>
                  <m:oMath xmlns:m="http://schemas.openxmlformats.org/officeDocument/2006/math">
                    <m:sSup>
                      <m:sSupPr>
                        <m:ctrlPr>
                          <a:rPr lang="zh-CN" altLang="zh-CN"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i="1">
                            <a:solidFill>
                              <a:srgbClr val="000000"/>
                            </a:solidFill>
                            <a:latin typeface="Cambria Math" panose="02040503050406030204" pitchFamily="18" charset="0"/>
                            <a:ea typeface="宋体" panose="02010600030101010101" pitchFamily="2" charset="-122"/>
                            <a:cs typeface="Times New Roman" panose="02020603050405020304" pitchFamily="18" charset="0"/>
                          </a:rPr>
                          <m:t>𝒂</m:t>
                        </m:r>
                      </m:e>
                      <m:sup>
                        <m:sSub>
                          <m:sSubPr>
                            <m:ctrlPr>
                              <a:rPr lang="zh-CN" altLang="zh-CN"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i="1">
                                <a:solidFill>
                                  <a:srgbClr val="000000"/>
                                </a:solidFill>
                                <a:latin typeface="Cambria Math" panose="02040503050406030204" pitchFamily="18" charset="0"/>
                                <a:ea typeface="宋体" panose="02010600030101010101" pitchFamily="2" charset="-122"/>
                                <a:cs typeface="Times New Roman" panose="02020603050405020304" pitchFamily="18" charset="0"/>
                              </a:rPr>
                              <m:t>𝒙</m:t>
                            </m:r>
                          </m:e>
                          <m:sub>
                            <m:r>
                              <a:rPr lang="en-US" altLang="zh-CN" i="1">
                                <a:solidFill>
                                  <a:srgbClr val="000000"/>
                                </a:solidFill>
                                <a:latin typeface="Cambria Math" panose="02040503050406030204" pitchFamily="18" charset="0"/>
                                <a:ea typeface="宋体" panose="02010600030101010101" pitchFamily="2" charset="-122"/>
                                <a:cs typeface="Times New Roman" panose="02020603050405020304" pitchFamily="18" charset="0"/>
                              </a:rPr>
                              <m:t>𝟐</m:t>
                            </m:r>
                          </m:sub>
                        </m:sSub>
                      </m:sup>
                    </m:sSup>
                  </m:oMath>
                </a14:m>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1)</a:t>
                </a:r>
                <a:r>
                  <a:rPr lang="en-US" altLang="zh-CN" i="1" dirty="0">
                    <a:solidFill>
                      <a:srgbClr val="000000"/>
                    </a:solidFill>
                    <a:ea typeface="宋体" panose="02010600030101010101" pitchFamily="2" charset="-122"/>
                    <a:cs typeface="Times New Roman" panose="02020603050405020304" pitchFamily="18" charset="0"/>
                  </a:rPr>
                  <a:t>&gt;</a:t>
                </a:r>
                <a:r>
                  <a:rPr lang="en-US" altLang="zh-CN" dirty="0" err="1">
                    <a:solidFill>
                      <a:srgbClr val="000000"/>
                    </a:solidFill>
                    <a:ea typeface="宋体" panose="02010600030101010101" pitchFamily="2" charset="-122"/>
                    <a:cs typeface="Times New Roman" panose="02020603050405020304" pitchFamily="18" charset="0"/>
                  </a:rPr>
                  <a:t>log</a:t>
                </a:r>
                <a:r>
                  <a:rPr lang="en-US" altLang="zh-CN" i="1" baseline="-25000" dirty="0" err="1">
                    <a:solidFill>
                      <a:srgbClr val="000000"/>
                    </a:solidFill>
                    <a:ea typeface="宋体" panose="02010600030101010101" pitchFamily="2" charset="-122"/>
                    <a:cs typeface="Times New Roman" panose="02020603050405020304" pitchFamily="18" charset="0"/>
                  </a:rPr>
                  <a:t>a</a:t>
                </a:r>
                <a:r>
                  <a:rPr lang="en-US" altLang="zh-CN" dirty="0">
                    <a:solidFill>
                      <a:srgbClr val="000000"/>
                    </a:solidFill>
                    <a:ea typeface="宋体" panose="02010600030101010101" pitchFamily="2" charset="-122"/>
                    <a:cs typeface="Times New Roman" panose="02020603050405020304" pitchFamily="18" charset="0"/>
                  </a:rPr>
                  <a:t>(</a:t>
                </a:r>
                <a14:m>
                  <m:oMath xmlns:m="http://schemas.openxmlformats.org/officeDocument/2006/math">
                    <m:sSup>
                      <m:sSupPr>
                        <m:ctrlPr>
                          <a:rPr lang="zh-CN" altLang="zh-CN"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i="1">
                            <a:solidFill>
                              <a:srgbClr val="000000"/>
                            </a:solidFill>
                            <a:latin typeface="Cambria Math" panose="02040503050406030204" pitchFamily="18" charset="0"/>
                            <a:ea typeface="宋体" panose="02010600030101010101" pitchFamily="2" charset="-122"/>
                            <a:cs typeface="Times New Roman" panose="02020603050405020304" pitchFamily="18" charset="0"/>
                          </a:rPr>
                          <m:t>𝒂</m:t>
                        </m:r>
                      </m:e>
                      <m:sup>
                        <m:sSub>
                          <m:sSubPr>
                            <m:ctrlPr>
                              <a:rPr lang="zh-CN" altLang="zh-CN"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i="1">
                                <a:solidFill>
                                  <a:srgbClr val="000000"/>
                                </a:solidFill>
                                <a:latin typeface="Cambria Math" panose="02040503050406030204" pitchFamily="18" charset="0"/>
                                <a:ea typeface="宋体" panose="02010600030101010101" pitchFamily="2" charset="-122"/>
                                <a:cs typeface="Times New Roman" panose="02020603050405020304" pitchFamily="18" charset="0"/>
                              </a:rPr>
                              <m:t>𝒙</m:t>
                            </m:r>
                          </m:e>
                          <m:sub>
                            <m:r>
                              <a:rPr lang="en-US" altLang="zh-CN" i="1">
                                <a:solidFill>
                                  <a:srgbClr val="000000"/>
                                </a:solidFill>
                                <a:latin typeface="Cambria Math" panose="02040503050406030204" pitchFamily="18" charset="0"/>
                                <a:ea typeface="宋体" panose="02010600030101010101" pitchFamily="2" charset="-122"/>
                                <a:cs typeface="Times New Roman" panose="02020603050405020304" pitchFamily="18" charset="0"/>
                              </a:rPr>
                              <m:t>𝟏</m:t>
                            </m:r>
                          </m:sub>
                        </m:sSub>
                      </m:sup>
                    </m:sSup>
                  </m:oMath>
                </a14:m>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1),</a:t>
                </a:r>
                <a:r>
                  <a:rPr lang="zh-CN" altLang="zh-CN" dirty="0">
                    <a:solidFill>
                      <a:srgbClr val="000000"/>
                    </a:solidFill>
                    <a:ea typeface="楷体" panose="02010609060101010101" pitchFamily="49" charset="-122"/>
                    <a:cs typeface="Times New Roman" panose="02020603050405020304" pitchFamily="18" charset="0"/>
                  </a:rPr>
                  <a:t>即</a:t>
                </a:r>
                <a:r>
                  <a:rPr lang="en-US" altLang="zh-CN" i="1" dirty="0">
                    <a:solidFill>
                      <a:srgbClr val="000000"/>
                    </a:solidFill>
                    <a:ea typeface="宋体" panose="02010600030101010101" pitchFamily="2" charset="-122"/>
                    <a:cs typeface="Times New Roman" panose="02020603050405020304" pitchFamily="18" charset="0"/>
                  </a:rPr>
                  <a:t>f</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x</a:t>
                </a:r>
                <a:r>
                  <a:rPr lang="en-US" altLang="zh-CN" baseline="-25000" dirty="0">
                    <a:solidFill>
                      <a:srgbClr val="000000"/>
                    </a:solidFill>
                    <a:ea typeface="宋体" panose="02010600030101010101" pitchFamily="2" charset="-122"/>
                    <a:cs typeface="Times New Roman" panose="02020603050405020304" pitchFamily="18" charset="0"/>
                  </a:rPr>
                  <a:t>2</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&gt;f</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x</a:t>
                </a:r>
                <a:r>
                  <a:rPr lang="en-US" altLang="zh-CN" baseline="-25000" dirty="0">
                    <a:solidFill>
                      <a:srgbClr val="000000"/>
                    </a:solidFill>
                    <a:ea typeface="宋体" panose="02010600030101010101" pitchFamily="2" charset="-122"/>
                    <a:cs typeface="Times New Roman" panose="02020603050405020304" pitchFamily="18" charset="0"/>
                  </a:rPr>
                  <a:t>1</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effectLst/>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zh-CN" altLang="zh-CN" dirty="0">
                    <a:solidFill>
                      <a:srgbClr val="000000"/>
                    </a:solidFill>
                    <a:ea typeface="楷体" panose="02010609060101010101" pitchFamily="49" charset="-122"/>
                    <a:cs typeface="Times New Roman" panose="02020603050405020304" pitchFamily="18" charset="0"/>
                  </a:rPr>
                  <a:t>所以当</a:t>
                </a:r>
                <a:r>
                  <a:rPr lang="en-US" altLang="zh-CN" i="1" dirty="0">
                    <a:solidFill>
                      <a:srgbClr val="000000"/>
                    </a:solidFill>
                    <a:ea typeface="宋体" panose="02010600030101010101" pitchFamily="2" charset="-122"/>
                    <a:cs typeface="Times New Roman" panose="02020603050405020304" pitchFamily="18" charset="0"/>
                  </a:rPr>
                  <a:t>a&gt;</a:t>
                </a:r>
                <a:r>
                  <a:rPr lang="en-US" altLang="zh-CN" dirty="0">
                    <a:solidFill>
                      <a:srgbClr val="000000"/>
                    </a:solidFill>
                    <a:ea typeface="宋体" panose="02010600030101010101" pitchFamily="2" charset="-122"/>
                    <a:cs typeface="Times New Roman" panose="02020603050405020304" pitchFamily="18" charset="0"/>
                  </a:rPr>
                  <a:t>1</a:t>
                </a:r>
                <a:r>
                  <a:rPr lang="zh-CN" altLang="zh-CN" dirty="0">
                    <a:solidFill>
                      <a:srgbClr val="000000"/>
                    </a:solidFill>
                    <a:ea typeface="楷体" panose="02010609060101010101" pitchFamily="49" charset="-122"/>
                    <a:cs typeface="Times New Roman" panose="02020603050405020304" pitchFamily="18" charset="0"/>
                  </a:rPr>
                  <a:t>时</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f</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x</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在区间</a:t>
                </a:r>
                <a:r>
                  <a:rPr lang="en-US" altLang="zh-CN" dirty="0">
                    <a:solidFill>
                      <a:srgbClr val="000000"/>
                    </a:solidFill>
                    <a:ea typeface="宋体" panose="02010600030101010101" pitchFamily="2" charset="-122"/>
                    <a:cs typeface="Times New Roman" panose="02020603050405020304" pitchFamily="18" charset="0"/>
                  </a:rPr>
                  <a:t>(0,</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smtClean="0">
                    <a:solidFill>
                      <a:srgbClr val="000000"/>
                    </a:solidFill>
                    <a:ea typeface="楷体" panose="02010609060101010101" pitchFamily="49" charset="-122"/>
                    <a:cs typeface="Times New Roman" panose="02020603050405020304" pitchFamily="18" charset="0"/>
                  </a:rPr>
                  <a:t>内单调递增</a:t>
                </a:r>
                <a:r>
                  <a:rPr lang="en-US" altLang="zh-CN" i="1" dirty="0" smtClean="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effectLst/>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zh-CN" altLang="zh-CN" dirty="0">
                    <a:solidFill>
                      <a:srgbClr val="000000"/>
                    </a:solidFill>
                    <a:ea typeface="楷体" panose="02010609060101010101" pitchFamily="49" charset="-122"/>
                    <a:cs typeface="Times New Roman" panose="02020603050405020304" pitchFamily="18" charset="0"/>
                  </a:rPr>
                  <a:t>同理可得</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当</a:t>
                </a:r>
                <a:r>
                  <a:rPr lang="en-US" altLang="zh-CN" dirty="0">
                    <a:solidFill>
                      <a:srgbClr val="000000"/>
                    </a:solidFill>
                    <a:ea typeface="宋体" panose="02010600030101010101" pitchFamily="2" charset="-122"/>
                    <a:cs typeface="Times New Roman" panose="02020603050405020304" pitchFamily="18" charset="0"/>
                  </a:rPr>
                  <a:t>0</a:t>
                </a:r>
                <a:r>
                  <a:rPr lang="en-US" altLang="zh-CN" i="1" dirty="0">
                    <a:solidFill>
                      <a:srgbClr val="000000"/>
                    </a:solidFill>
                    <a:ea typeface="宋体" panose="02010600030101010101" pitchFamily="2" charset="-122"/>
                    <a:cs typeface="Times New Roman" panose="02020603050405020304" pitchFamily="18" charset="0"/>
                  </a:rPr>
                  <a:t>&lt;a&lt;</a:t>
                </a:r>
                <a:r>
                  <a:rPr lang="en-US" altLang="zh-CN" dirty="0">
                    <a:solidFill>
                      <a:srgbClr val="000000"/>
                    </a:solidFill>
                    <a:ea typeface="宋体" panose="02010600030101010101" pitchFamily="2" charset="-122"/>
                    <a:cs typeface="Times New Roman" panose="02020603050405020304" pitchFamily="18" charset="0"/>
                  </a:rPr>
                  <a:t>1</a:t>
                </a:r>
                <a:r>
                  <a:rPr lang="zh-CN" altLang="zh-CN" dirty="0">
                    <a:solidFill>
                      <a:srgbClr val="000000"/>
                    </a:solidFill>
                    <a:ea typeface="楷体" panose="02010609060101010101" pitchFamily="49" charset="-122"/>
                    <a:cs typeface="Times New Roman" panose="02020603050405020304" pitchFamily="18" charset="0"/>
                  </a:rPr>
                  <a:t>时</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f</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x</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在区间</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,0)</a:t>
                </a:r>
                <a:r>
                  <a:rPr lang="zh-CN" altLang="zh-CN" dirty="0" smtClean="0">
                    <a:solidFill>
                      <a:srgbClr val="000000"/>
                    </a:solidFill>
                    <a:ea typeface="楷体" panose="02010609060101010101" pitchFamily="49" charset="-122"/>
                    <a:cs typeface="Times New Roman" panose="02020603050405020304" pitchFamily="18" charset="0"/>
                  </a:rPr>
                  <a:t>内单调递增</a:t>
                </a:r>
                <a:r>
                  <a:rPr lang="en-US" altLang="zh-CN" i="1" dirty="0" smtClean="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effectLst/>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en-US" altLang="zh-CN" dirty="0">
                    <a:solidFill>
                      <a:srgbClr val="000000"/>
                    </a:solidFill>
                    <a:ea typeface="宋体" panose="02010600030101010101" pitchFamily="2" charset="-122"/>
                    <a:cs typeface="Times New Roman" panose="02020603050405020304" pitchFamily="18" charset="0"/>
                  </a:rPr>
                  <a:t>(3)</a:t>
                </a:r>
                <a:r>
                  <a:rPr lang="zh-CN" altLang="zh-CN" dirty="0">
                    <a:solidFill>
                      <a:srgbClr val="000000"/>
                    </a:solidFill>
                    <a:ea typeface="楷体" panose="02010609060101010101" pitchFamily="49" charset="-122"/>
                    <a:cs typeface="Times New Roman" panose="02020603050405020304" pitchFamily="18" charset="0"/>
                  </a:rPr>
                  <a:t>由</a:t>
                </a:r>
                <a:r>
                  <a:rPr lang="en-US" altLang="zh-CN" i="1" dirty="0">
                    <a:solidFill>
                      <a:srgbClr val="000000"/>
                    </a:solidFill>
                    <a:ea typeface="宋体" panose="02010600030101010101" pitchFamily="2" charset="-122"/>
                    <a:cs typeface="Times New Roman" panose="02020603050405020304" pitchFamily="18" charset="0"/>
                  </a:rPr>
                  <a:t>f</a:t>
                </a:r>
                <a:r>
                  <a:rPr lang="en-US" altLang="zh-CN" dirty="0">
                    <a:solidFill>
                      <a:srgbClr val="000000"/>
                    </a:solidFill>
                    <a:ea typeface="宋体" panose="02010600030101010101" pitchFamily="2" charset="-122"/>
                    <a:cs typeface="Times New Roman" panose="02020603050405020304" pitchFamily="18" charset="0"/>
                  </a:rPr>
                  <a:t>(2</a:t>
                </a:r>
                <a:r>
                  <a:rPr lang="en-US" altLang="zh-CN" i="1" dirty="0">
                    <a:solidFill>
                      <a:srgbClr val="000000"/>
                    </a:solidFill>
                    <a:ea typeface="宋体" panose="02010600030101010101" pitchFamily="2" charset="-122"/>
                    <a:cs typeface="Times New Roman" panose="02020603050405020304" pitchFamily="18" charset="0"/>
                  </a:rPr>
                  <a:t>x</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err="1">
                    <a:solidFill>
                      <a:srgbClr val="000000"/>
                    </a:solidFill>
                    <a:ea typeface="宋体" panose="02010600030101010101" pitchFamily="2" charset="-122"/>
                    <a:cs typeface="Times New Roman" panose="02020603050405020304" pitchFamily="18" charset="0"/>
                  </a:rPr>
                  <a:t>log</a:t>
                </a:r>
                <a:r>
                  <a:rPr lang="en-US" altLang="zh-CN" i="1" baseline="-25000" dirty="0" err="1">
                    <a:solidFill>
                      <a:srgbClr val="000000"/>
                    </a:solidFill>
                    <a:ea typeface="宋体" panose="02010600030101010101" pitchFamily="2" charset="-122"/>
                    <a:cs typeface="Times New Roman" panose="02020603050405020304" pitchFamily="18" charset="0"/>
                  </a:rPr>
                  <a:t>a</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a</a:t>
                </a:r>
                <a:r>
                  <a:rPr lang="en-US" altLang="zh-CN" i="1" baseline="30000" dirty="0">
                    <a:solidFill>
                      <a:srgbClr val="000000"/>
                    </a:solidFill>
                    <a:ea typeface="宋体" panose="02010600030101010101" pitchFamily="2" charset="-122"/>
                    <a:cs typeface="Times New Roman" panose="02020603050405020304" pitchFamily="18" charset="0"/>
                  </a:rPr>
                  <a:t>x</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1),</a:t>
                </a:r>
                <a:r>
                  <a:rPr lang="zh-CN" altLang="zh-CN" dirty="0">
                    <a:solidFill>
                      <a:srgbClr val="000000"/>
                    </a:solidFill>
                    <a:ea typeface="楷体" panose="02010609060101010101" pitchFamily="49" charset="-122"/>
                    <a:cs typeface="Times New Roman" panose="02020603050405020304" pitchFamily="18" charset="0"/>
                  </a:rPr>
                  <a:t>得</a:t>
                </a:r>
                <a:r>
                  <a:rPr lang="en-US" altLang="zh-CN" dirty="0" err="1">
                    <a:solidFill>
                      <a:srgbClr val="000000"/>
                    </a:solidFill>
                    <a:ea typeface="宋体" panose="02010600030101010101" pitchFamily="2" charset="-122"/>
                    <a:cs typeface="Times New Roman" panose="02020603050405020304" pitchFamily="18" charset="0"/>
                  </a:rPr>
                  <a:t>log</a:t>
                </a:r>
                <a:r>
                  <a:rPr lang="en-US" altLang="zh-CN" i="1" baseline="-25000" dirty="0" err="1">
                    <a:solidFill>
                      <a:srgbClr val="000000"/>
                    </a:solidFill>
                    <a:ea typeface="宋体" panose="02010600030101010101" pitchFamily="2" charset="-122"/>
                    <a:cs typeface="Times New Roman" panose="02020603050405020304" pitchFamily="18" charset="0"/>
                  </a:rPr>
                  <a:t>a</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a</a:t>
                </a:r>
                <a:r>
                  <a:rPr lang="en-US" altLang="zh-CN" baseline="30000" dirty="0">
                    <a:solidFill>
                      <a:srgbClr val="000000"/>
                    </a:solidFill>
                    <a:ea typeface="宋体" panose="02010600030101010101" pitchFamily="2" charset="-122"/>
                    <a:cs typeface="Times New Roman" panose="02020603050405020304" pitchFamily="18" charset="0"/>
                  </a:rPr>
                  <a:t>2</a:t>
                </a:r>
                <a:r>
                  <a:rPr lang="en-US" altLang="zh-CN" i="1" baseline="30000" dirty="0">
                    <a:solidFill>
                      <a:srgbClr val="000000"/>
                    </a:solidFill>
                    <a:ea typeface="宋体" panose="02010600030101010101" pitchFamily="2" charset="-122"/>
                    <a:cs typeface="Times New Roman" panose="02020603050405020304" pitchFamily="18" charset="0"/>
                  </a:rPr>
                  <a:t>x</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1)</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err="1">
                    <a:solidFill>
                      <a:srgbClr val="000000"/>
                    </a:solidFill>
                    <a:ea typeface="宋体" panose="02010600030101010101" pitchFamily="2" charset="-122"/>
                    <a:cs typeface="Times New Roman" panose="02020603050405020304" pitchFamily="18" charset="0"/>
                  </a:rPr>
                  <a:t>log</a:t>
                </a:r>
                <a:r>
                  <a:rPr lang="en-US" altLang="zh-CN" i="1" baseline="-25000" dirty="0" err="1">
                    <a:solidFill>
                      <a:srgbClr val="000000"/>
                    </a:solidFill>
                    <a:ea typeface="宋体" panose="02010600030101010101" pitchFamily="2" charset="-122"/>
                    <a:cs typeface="Times New Roman" panose="02020603050405020304" pitchFamily="18" charset="0"/>
                  </a:rPr>
                  <a:t>a</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a</a:t>
                </a:r>
                <a:r>
                  <a:rPr lang="en-US" altLang="zh-CN" i="1" baseline="30000" dirty="0">
                    <a:solidFill>
                      <a:srgbClr val="000000"/>
                    </a:solidFill>
                    <a:ea typeface="宋体" panose="02010600030101010101" pitchFamily="2" charset="-122"/>
                    <a:cs typeface="Times New Roman" panose="02020603050405020304" pitchFamily="18" charset="0"/>
                  </a:rPr>
                  <a:t>x</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1),</a:t>
                </a:r>
                <a:r>
                  <a:rPr lang="zh-CN" altLang="zh-CN" dirty="0">
                    <a:solidFill>
                      <a:srgbClr val="000000"/>
                    </a:solidFill>
                    <a:ea typeface="楷体" panose="02010609060101010101" pitchFamily="49" charset="-122"/>
                    <a:cs typeface="Times New Roman" panose="02020603050405020304" pitchFamily="18" charset="0"/>
                  </a:rPr>
                  <a:t>即</a:t>
                </a:r>
                <a:r>
                  <a:rPr lang="en-US" altLang="zh-CN" i="1" dirty="0">
                    <a:solidFill>
                      <a:srgbClr val="000000"/>
                    </a:solidFill>
                    <a:ea typeface="宋体" panose="02010600030101010101" pitchFamily="2" charset="-122"/>
                    <a:cs typeface="Times New Roman" panose="02020603050405020304" pitchFamily="18" charset="0"/>
                  </a:rPr>
                  <a:t>a</a:t>
                </a:r>
                <a:r>
                  <a:rPr lang="en-US" altLang="zh-CN" baseline="30000" dirty="0">
                    <a:solidFill>
                      <a:srgbClr val="000000"/>
                    </a:solidFill>
                    <a:ea typeface="宋体" panose="02010600030101010101" pitchFamily="2" charset="-122"/>
                    <a:cs typeface="Times New Roman" panose="02020603050405020304" pitchFamily="18" charset="0"/>
                  </a:rPr>
                  <a:t>2</a:t>
                </a:r>
                <a:r>
                  <a:rPr lang="en-US" altLang="zh-CN" i="1" baseline="30000" dirty="0">
                    <a:solidFill>
                      <a:srgbClr val="000000"/>
                    </a:solidFill>
                    <a:ea typeface="宋体" panose="02010600030101010101" pitchFamily="2" charset="-122"/>
                    <a:cs typeface="Times New Roman" panose="02020603050405020304" pitchFamily="18" charset="0"/>
                  </a:rPr>
                  <a:t>x</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1</a:t>
                </a:r>
                <a:r>
                  <a:rPr lang="en-US" altLang="zh-CN" i="1" dirty="0">
                    <a:solidFill>
                      <a:srgbClr val="000000"/>
                    </a:solidFill>
                    <a:ea typeface="宋体" panose="02010600030101010101" pitchFamily="2" charset="-122"/>
                    <a:cs typeface="Times New Roman" panose="02020603050405020304" pitchFamily="18" charset="0"/>
                  </a:rPr>
                  <a:t>=a</a:t>
                </a:r>
                <a:r>
                  <a:rPr lang="en-US" altLang="zh-CN" i="1" baseline="30000" dirty="0">
                    <a:solidFill>
                      <a:srgbClr val="000000"/>
                    </a:solidFill>
                    <a:ea typeface="宋体" panose="02010600030101010101" pitchFamily="2" charset="-122"/>
                    <a:cs typeface="Times New Roman" panose="02020603050405020304" pitchFamily="18" charset="0"/>
                  </a:rPr>
                  <a:t>x</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1,</a:t>
                </a:r>
                <a:r>
                  <a:rPr lang="zh-CN" altLang="zh-CN" dirty="0">
                    <a:solidFill>
                      <a:srgbClr val="000000"/>
                    </a:solidFill>
                    <a:ea typeface="楷体" panose="02010609060101010101" pitchFamily="49" charset="-122"/>
                    <a:cs typeface="Times New Roman" panose="02020603050405020304" pitchFamily="18" charset="0"/>
                  </a:rPr>
                  <a:t>即</a:t>
                </a:r>
                <a:r>
                  <a:rPr lang="en-US" altLang="zh-CN" i="1" dirty="0">
                    <a:solidFill>
                      <a:srgbClr val="000000"/>
                    </a:solidFill>
                    <a:ea typeface="宋体" panose="02010600030101010101" pitchFamily="2" charset="-122"/>
                    <a:cs typeface="Times New Roman" panose="02020603050405020304" pitchFamily="18" charset="0"/>
                  </a:rPr>
                  <a:t>a</a:t>
                </a:r>
                <a:r>
                  <a:rPr lang="en-US" altLang="zh-CN" baseline="30000" dirty="0">
                    <a:solidFill>
                      <a:srgbClr val="000000"/>
                    </a:solidFill>
                    <a:ea typeface="宋体" panose="02010600030101010101" pitchFamily="2" charset="-122"/>
                    <a:cs typeface="Times New Roman" panose="02020603050405020304" pitchFamily="18" charset="0"/>
                  </a:rPr>
                  <a:t>2</a:t>
                </a:r>
                <a:r>
                  <a:rPr lang="en-US" altLang="zh-CN" i="1" baseline="30000" dirty="0">
                    <a:solidFill>
                      <a:srgbClr val="000000"/>
                    </a:solidFill>
                    <a:ea typeface="宋体" panose="02010600030101010101" pitchFamily="2" charset="-122"/>
                    <a:cs typeface="Times New Roman" panose="02020603050405020304" pitchFamily="18" charset="0"/>
                  </a:rPr>
                  <a:t>x</a:t>
                </a:r>
                <a:r>
                  <a:rPr lang="en-US" altLang="zh-CN" i="1" dirty="0">
                    <a:solidFill>
                      <a:srgbClr val="000000"/>
                    </a:solidFill>
                    <a:ea typeface="宋体" panose="02010600030101010101" pitchFamily="2" charset="-122"/>
                    <a:cs typeface="Times New Roman" panose="02020603050405020304" pitchFamily="18" charset="0"/>
                  </a:rPr>
                  <a:t>-a</a:t>
                </a:r>
                <a:r>
                  <a:rPr lang="en-US" altLang="zh-CN" i="1" baseline="30000" dirty="0">
                    <a:solidFill>
                      <a:srgbClr val="000000"/>
                    </a:solidFill>
                    <a:ea typeface="宋体" panose="02010600030101010101" pitchFamily="2" charset="-122"/>
                    <a:cs typeface="Times New Roman" panose="02020603050405020304" pitchFamily="18" charset="0"/>
                  </a:rPr>
                  <a:t>x</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2</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0,</a:t>
                </a:r>
                <a:r>
                  <a:rPr lang="zh-CN" altLang="zh-CN" dirty="0">
                    <a:solidFill>
                      <a:srgbClr val="000000"/>
                    </a:solidFill>
                    <a:ea typeface="楷体" panose="02010609060101010101" pitchFamily="49" charset="-122"/>
                    <a:cs typeface="Times New Roman" panose="02020603050405020304" pitchFamily="18" charset="0"/>
                  </a:rPr>
                  <a:t>即</a:t>
                </a:r>
                <a:r>
                  <a:rPr lang="en-US" altLang="zh-CN" i="1" dirty="0">
                    <a:solidFill>
                      <a:srgbClr val="000000"/>
                    </a:solidFill>
                    <a:ea typeface="宋体" panose="02010600030101010101" pitchFamily="2" charset="-122"/>
                    <a:cs typeface="Times New Roman" panose="02020603050405020304" pitchFamily="18" charset="0"/>
                  </a:rPr>
                  <a:t>a</a:t>
                </a:r>
                <a:r>
                  <a:rPr lang="en-US" altLang="zh-CN" i="1" baseline="30000" dirty="0">
                    <a:solidFill>
                      <a:srgbClr val="000000"/>
                    </a:solidFill>
                    <a:ea typeface="宋体" panose="02010600030101010101" pitchFamily="2" charset="-122"/>
                    <a:cs typeface="Times New Roman" panose="02020603050405020304" pitchFamily="18" charset="0"/>
                  </a:rPr>
                  <a:t>x</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2(</a:t>
                </a:r>
                <a:r>
                  <a:rPr lang="zh-CN" altLang="zh-CN" dirty="0">
                    <a:solidFill>
                      <a:srgbClr val="000000"/>
                    </a:solidFill>
                    <a:ea typeface="楷体" panose="02010609060101010101" pitchFamily="49" charset="-122"/>
                    <a:cs typeface="Times New Roman" panose="02020603050405020304" pitchFamily="18" charset="0"/>
                  </a:rPr>
                  <a:t>舍去</a:t>
                </a:r>
                <a:r>
                  <a:rPr lang="en-US" altLang="zh-CN" i="1" dirty="0">
                    <a:solidFill>
                      <a:srgbClr val="000000"/>
                    </a:solidFill>
                    <a:ea typeface="宋体" panose="02010600030101010101" pitchFamily="2" charset="-122"/>
                    <a:cs typeface="Times New Roman" panose="02020603050405020304" pitchFamily="18" charset="0"/>
                  </a:rPr>
                  <a:t>a</a:t>
                </a:r>
                <a:r>
                  <a:rPr lang="en-US" altLang="zh-CN" i="1" baseline="30000" dirty="0">
                    <a:solidFill>
                      <a:srgbClr val="000000"/>
                    </a:solidFill>
                    <a:ea typeface="宋体" panose="02010600030101010101" pitchFamily="2" charset="-122"/>
                    <a:cs typeface="Times New Roman" panose="02020603050405020304" pitchFamily="18" charset="0"/>
                  </a:rPr>
                  <a:t>x</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1)</a:t>
                </a:r>
                <a:r>
                  <a:rPr lang="en-US" altLang="zh-CN" i="1"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所以</a:t>
                </a:r>
                <a:r>
                  <a:rPr lang="en-US" altLang="zh-CN" i="1" dirty="0">
                    <a:solidFill>
                      <a:srgbClr val="000000"/>
                    </a:solidFill>
                    <a:ea typeface="宋体" panose="02010600030101010101" pitchFamily="2" charset="-122"/>
                    <a:cs typeface="Times New Roman" panose="02020603050405020304" pitchFamily="18" charset="0"/>
                  </a:rPr>
                  <a:t>x=</a:t>
                </a:r>
                <a:r>
                  <a:rPr lang="en-US" altLang="zh-CN" dirty="0">
                    <a:solidFill>
                      <a:srgbClr val="000000"/>
                    </a:solidFill>
                    <a:ea typeface="宋体" panose="02010600030101010101" pitchFamily="2" charset="-122"/>
                    <a:cs typeface="Times New Roman" panose="02020603050405020304" pitchFamily="18" charset="0"/>
                  </a:rPr>
                  <a:t>log</a:t>
                </a:r>
                <a:r>
                  <a:rPr lang="en-US" altLang="zh-CN" i="1" baseline="-25000" dirty="0">
                    <a:solidFill>
                      <a:srgbClr val="000000"/>
                    </a:solidFill>
                    <a:ea typeface="宋体" panose="02010600030101010101" pitchFamily="2" charset="-122"/>
                    <a:cs typeface="Times New Roman" panose="02020603050405020304" pitchFamily="18" charset="0"/>
                  </a:rPr>
                  <a:t>a</a:t>
                </a:r>
                <a:r>
                  <a:rPr lang="en-US" altLang="zh-CN" dirty="0">
                    <a:solidFill>
                      <a:srgbClr val="000000"/>
                    </a:solidFill>
                    <a:ea typeface="宋体" panose="02010600030101010101" pitchFamily="2" charset="-122"/>
                    <a:cs typeface="Times New Roman" panose="02020603050405020304" pitchFamily="18" charset="0"/>
                  </a:rPr>
                  <a:t>2</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effectLst/>
                  <a:latin typeface="NEU-BZ-S92"/>
                  <a:ea typeface="方正书宋_GBK" panose="03000509000000000000" pitchFamily="65" charset="-122"/>
                  <a:cs typeface="Times New Roman" panose="02020603050405020304" pitchFamily="18" charset="0"/>
                </a:endParaRPr>
              </a:p>
            </p:txBody>
          </p:sp>
        </mc:Choice>
        <mc:Fallback xmlns="">
          <p:sp>
            <p:nvSpPr>
              <p:cNvPr id="4" name="矩形 3"/>
              <p:cNvSpPr>
                <a:spLocks noRot="1" noChangeAspect="1" noMove="1" noResize="1" noEditPoints="1" noAdjustHandles="1" noChangeArrowheads="1" noChangeShapeType="1" noTextEdit="1"/>
              </p:cNvSpPr>
              <p:nvPr/>
            </p:nvSpPr>
            <p:spPr>
              <a:xfrm>
                <a:off x="361950" y="746585"/>
                <a:ext cx="10807700" cy="5410712"/>
              </a:xfrm>
              <a:prstGeom prst="rect">
                <a:avLst/>
              </a:prstGeom>
              <a:blipFill rotWithShape="0">
                <a:blip r:embed="rId2"/>
                <a:stretch>
                  <a:fillRect l="-1410" t="-1126" r="-395" b="-1689"/>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951526374"/>
      </p:ext>
    </p:extLst>
  </p:cSld>
  <p:clrMapOvr>
    <a:masterClrMapping/>
  </p:clrMapOvr>
  <mc:AlternateContent xmlns:mc="http://schemas.openxmlformats.org/markup-compatibility/2006" xmlns:p14="http://schemas.microsoft.com/office/powerpoint/2010/main">
    <mc:Choice Requires="p14">
      <p:transition spd="slow" p14:dur="1200">
        <p:dissolve/>
      </p:transition>
    </mc:Choice>
    <mc:Fallback xmlns="">
      <p:transition spd="slow">
        <p:dissolve/>
      </p:transition>
    </mc:Fallback>
  </mc:AlternateContent>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ChangeAspect="1"/>
          </p:cNvSpPr>
          <p:nvPr/>
        </p:nvSpPr>
        <p:spPr>
          <a:xfrm>
            <a:off x="361950" y="1727919"/>
            <a:ext cx="10807700" cy="2456057"/>
          </a:xfrm>
          <a:prstGeom prst="rect">
            <a:avLst/>
          </a:prstGeom>
          <a:ln>
            <a:solidFill>
              <a:schemeClr val="tx1"/>
            </a:solidFill>
          </a:ln>
        </p:spPr>
        <p:txBody>
          <a:bodyPr>
            <a:spAutoFit/>
          </a:bodyPr>
          <a:lstStyle/>
          <a:p>
            <a:pPr>
              <a:lnSpc>
                <a:spcPct val="120000"/>
              </a:lnSpc>
              <a:spcAft>
                <a:spcPts val="0"/>
              </a:spcAft>
              <a:tabLst>
                <a:tab pos="1029335" algn="l"/>
                <a:tab pos="1850390" algn="l"/>
                <a:tab pos="2538095" algn="l"/>
                <a:tab pos="3221990" algn="l"/>
              </a:tabLst>
            </a:pPr>
            <a:r>
              <a:rPr lang="zh-CN" altLang="en-US" dirty="0">
                <a:solidFill>
                  <a:srgbClr val="000000"/>
                </a:solidFill>
                <a:latin typeface="黑体" panose="02010609060101010101" pitchFamily="49" charset="-122"/>
                <a:cs typeface="Times New Roman" panose="02020603050405020304" pitchFamily="18" charset="0"/>
              </a:rPr>
              <a:t>反思感悟</a:t>
            </a:r>
            <a:endParaRPr lang="zh-CN" altLang="zh-CN" dirty="0">
              <a:solidFill>
                <a:srgbClr val="000000"/>
              </a:solidFill>
              <a:latin typeface="黑体" panose="02010609060101010101" pitchFamily="49" charset="-122"/>
              <a:cs typeface="Times New Roman" panose="02020603050405020304" pitchFamily="18" charset="0"/>
            </a:endParaRPr>
          </a:p>
          <a:p>
            <a:pPr>
              <a:lnSpc>
                <a:spcPct val="120000"/>
              </a:lnSpc>
              <a:spcAft>
                <a:spcPts val="0"/>
              </a:spcAft>
              <a:tabLst>
                <a:tab pos="1188085" algn="l"/>
                <a:tab pos="2163445" algn="l"/>
                <a:tab pos="3142615" algn="l"/>
                <a:tab pos="4190365" algn="l"/>
              </a:tabLst>
            </a:pPr>
            <a:r>
              <a:rPr lang="zh-CN" altLang="zh-CN" dirty="0">
                <a:solidFill>
                  <a:srgbClr val="000000"/>
                </a:solidFill>
                <a:ea typeface="仿宋" panose="02010609060101010101" pitchFamily="49" charset="-122"/>
                <a:cs typeface="Times New Roman" panose="02020603050405020304" pitchFamily="18" charset="0"/>
              </a:rPr>
              <a:t>指数函数与对数函数的综合问题</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仿宋" panose="02010609060101010101" pitchFamily="49" charset="-122"/>
                <a:cs typeface="Times New Roman" panose="02020603050405020304" pitchFamily="18" charset="0"/>
              </a:rPr>
              <a:t>考查指数运算、对数运算、两类函数的图象与性质、函数的单调性、值域等</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仿宋" panose="02010609060101010101" pitchFamily="49" charset="-122"/>
                <a:cs typeface="Times New Roman" panose="02020603050405020304" pitchFamily="18" charset="0"/>
              </a:rPr>
              <a:t>熟悉常见函数的图象和性质是求解问题的关键</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panose="02020503000000020003" pitchFamily="18" charset="-122"/>
              <a:ea typeface="NEU-BZ-S92" panose="02020503000000020003" pitchFamily="18" charset="-122"/>
              <a:cs typeface="Times New Roman" panose="02020603050405020304" pitchFamily="18" charset="0"/>
            </a:endParaRPr>
          </a:p>
        </p:txBody>
      </p:sp>
    </p:spTree>
    <p:extLst>
      <p:ext uri="{BB962C8B-B14F-4D97-AF65-F5344CB8AC3E}">
        <p14:creationId xmlns:p14="http://schemas.microsoft.com/office/powerpoint/2010/main" val="450725991"/>
      </p:ext>
    </p:extLst>
  </p:cSld>
  <p:clrMapOvr>
    <a:masterClrMapping/>
  </p:clrMapOvr>
  <mc:AlternateContent xmlns:mc="http://schemas.openxmlformats.org/markup-compatibility/2006" xmlns:p14="http://schemas.microsoft.com/office/powerpoint/2010/main">
    <mc:Choice Requires="p14">
      <p:transition spd="slow" p14:dur="1200">
        <p:dissolve/>
      </p:transition>
    </mc:Choice>
    <mc:Fallback xmlns="">
      <p:transition spd="slow">
        <p:dissolve/>
      </p:transition>
    </mc:Fallback>
  </mc:AlternateContent>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a:spLocks noChangeAspect="1"/>
          </p:cNvSpPr>
          <p:nvPr/>
        </p:nvSpPr>
        <p:spPr>
          <a:xfrm>
            <a:off x="361950" y="1935571"/>
            <a:ext cx="10807700" cy="1808572"/>
          </a:xfrm>
          <a:prstGeom prst="rect">
            <a:avLst/>
          </a:prstGeom>
        </p:spPr>
        <p:txBody>
          <a:bodyPr>
            <a:spAutoFit/>
          </a:bodyPr>
          <a:lstStyle/>
          <a:p>
            <a:pPr>
              <a:lnSpc>
                <a:spcPct val="120000"/>
              </a:lnSpc>
              <a:spcAft>
                <a:spcPts val="0"/>
              </a:spcAft>
              <a:tabLst>
                <a:tab pos="1029335" algn="l"/>
                <a:tab pos="1850390" algn="l"/>
                <a:tab pos="2538095" algn="l"/>
                <a:tab pos="3221990" algn="l"/>
              </a:tabLst>
            </a:pPr>
            <a:r>
              <a:rPr lang="zh-CN" altLang="zh-CN" dirty="0">
                <a:solidFill>
                  <a:srgbClr val="000000"/>
                </a:solidFill>
                <a:latin typeface="+mn-lt"/>
                <a:cs typeface="Times New Roman" panose="02020603050405020304" pitchFamily="18" charset="0"/>
              </a:rPr>
              <a:t>【变式训练</a:t>
            </a:r>
            <a:r>
              <a:rPr lang="en-US" altLang="zh-CN" dirty="0">
                <a:solidFill>
                  <a:srgbClr val="000000"/>
                </a:solidFill>
                <a:latin typeface="+mn-lt"/>
                <a:ea typeface="宋体" panose="02010600030101010101" pitchFamily="2" charset="-122"/>
                <a:cs typeface="Times New Roman" panose="02020603050405020304" pitchFamily="18" charset="0"/>
              </a:rPr>
              <a:t>2</a:t>
            </a:r>
            <a:r>
              <a:rPr lang="zh-CN" altLang="zh-CN" dirty="0">
                <a:solidFill>
                  <a:srgbClr val="000000"/>
                </a:solidFill>
                <a:latin typeface="+mn-lt"/>
                <a:cs typeface="Times New Roman" panose="02020603050405020304" pitchFamily="18" charset="0"/>
              </a:rPr>
              <a:t>】</a:t>
            </a:r>
            <a:r>
              <a:rPr lang="zh-CN" altLang="zh-CN" dirty="0">
                <a:solidFill>
                  <a:srgbClr val="000000"/>
                </a:solidFill>
                <a:latin typeface="+mn-lt"/>
                <a:ea typeface="Arial" panose="020B0604020202020204" pitchFamily="34" charset="0"/>
                <a:cs typeface="Times New Roman" panose="02020603050405020304" pitchFamily="18" charset="0"/>
              </a:rPr>
              <a:t> </a:t>
            </a:r>
            <a:r>
              <a:rPr lang="zh-CN" altLang="zh-CN" dirty="0">
                <a:solidFill>
                  <a:srgbClr val="000000"/>
                </a:solidFill>
                <a:latin typeface="+mn-lt"/>
                <a:ea typeface="宋体" panose="02010600030101010101" pitchFamily="2" charset="-122"/>
                <a:cs typeface="Times New Roman" panose="02020603050405020304" pitchFamily="18" charset="0"/>
              </a:rPr>
              <a:t>设函数</a:t>
            </a:r>
            <a:r>
              <a:rPr lang="en-US" altLang="zh-CN" i="1" dirty="0">
                <a:solidFill>
                  <a:srgbClr val="000000"/>
                </a:solidFill>
                <a:latin typeface="+mn-lt"/>
                <a:ea typeface="宋体" panose="02010600030101010101" pitchFamily="2" charset="-122"/>
                <a:cs typeface="Times New Roman" panose="02020603050405020304" pitchFamily="18" charset="0"/>
              </a:rPr>
              <a:t>f</a:t>
            </a:r>
            <a:r>
              <a:rPr lang="en-US" altLang="zh-CN" dirty="0">
                <a:solidFill>
                  <a:srgbClr val="000000"/>
                </a:solidFill>
                <a:latin typeface="+mn-lt"/>
                <a:ea typeface="宋体" panose="02010600030101010101" pitchFamily="2" charset="-122"/>
                <a:cs typeface="Times New Roman" panose="02020603050405020304" pitchFamily="18" charset="0"/>
              </a:rPr>
              <a:t>(</a:t>
            </a:r>
            <a:r>
              <a:rPr lang="en-US" altLang="zh-CN" i="1" dirty="0">
                <a:solidFill>
                  <a:srgbClr val="000000"/>
                </a:solidFill>
                <a:latin typeface="+mn-lt"/>
                <a:ea typeface="宋体" panose="02010600030101010101" pitchFamily="2" charset="-122"/>
                <a:cs typeface="Times New Roman" panose="02020603050405020304" pitchFamily="18" charset="0"/>
              </a:rPr>
              <a:t>x</a:t>
            </a:r>
            <a:r>
              <a:rPr lang="en-US" altLang="zh-CN" dirty="0">
                <a:solidFill>
                  <a:srgbClr val="000000"/>
                </a:solidFill>
                <a:latin typeface="+mn-lt"/>
                <a:ea typeface="宋体" panose="02010600030101010101" pitchFamily="2" charset="-122"/>
                <a:cs typeface="Times New Roman" panose="02020603050405020304" pitchFamily="18" charset="0"/>
              </a:rPr>
              <a:t>)</a:t>
            </a:r>
            <a:r>
              <a:rPr lang="en-US" altLang="zh-CN" i="1" dirty="0">
                <a:solidFill>
                  <a:srgbClr val="000000"/>
                </a:solidFill>
                <a:latin typeface="+mn-lt"/>
                <a:ea typeface="宋体" panose="02010600030101010101" pitchFamily="2" charset="-122"/>
                <a:cs typeface="Times New Roman" panose="02020603050405020304" pitchFamily="18" charset="0"/>
              </a:rPr>
              <a:t>=</a:t>
            </a:r>
            <a:r>
              <a:rPr lang="en-US" altLang="zh-CN" dirty="0">
                <a:solidFill>
                  <a:srgbClr val="000000"/>
                </a:solidFill>
                <a:latin typeface="+mn-lt"/>
                <a:ea typeface="宋体" panose="02010600030101010101" pitchFamily="2" charset="-122"/>
                <a:cs typeface="Times New Roman" panose="02020603050405020304" pitchFamily="18" charset="0"/>
              </a:rPr>
              <a:t>log</a:t>
            </a:r>
            <a:r>
              <a:rPr lang="en-US" altLang="zh-CN" baseline="-25000" dirty="0">
                <a:solidFill>
                  <a:srgbClr val="000000"/>
                </a:solidFill>
                <a:latin typeface="+mn-lt"/>
                <a:ea typeface="宋体" panose="02010600030101010101" pitchFamily="2" charset="-122"/>
                <a:cs typeface="Times New Roman" panose="02020603050405020304" pitchFamily="18" charset="0"/>
              </a:rPr>
              <a:t>2</a:t>
            </a:r>
            <a:r>
              <a:rPr lang="en-US" altLang="zh-CN" dirty="0">
                <a:solidFill>
                  <a:srgbClr val="000000"/>
                </a:solidFill>
                <a:latin typeface="+mn-lt"/>
                <a:ea typeface="宋体" panose="02010600030101010101" pitchFamily="2" charset="-122"/>
                <a:cs typeface="Times New Roman" panose="02020603050405020304" pitchFamily="18" charset="0"/>
              </a:rPr>
              <a:t>(</a:t>
            </a:r>
            <a:r>
              <a:rPr lang="en-US" altLang="zh-CN" i="1" dirty="0">
                <a:solidFill>
                  <a:srgbClr val="000000"/>
                </a:solidFill>
                <a:latin typeface="+mn-lt"/>
                <a:ea typeface="宋体" panose="02010600030101010101" pitchFamily="2" charset="-122"/>
                <a:cs typeface="Times New Roman" panose="02020603050405020304" pitchFamily="18" charset="0"/>
              </a:rPr>
              <a:t>a</a:t>
            </a:r>
            <a:r>
              <a:rPr lang="en-US" altLang="zh-CN" i="1" baseline="30000" dirty="0">
                <a:solidFill>
                  <a:srgbClr val="000000"/>
                </a:solidFill>
                <a:latin typeface="+mn-lt"/>
                <a:ea typeface="宋体" panose="02010600030101010101" pitchFamily="2" charset="-122"/>
                <a:cs typeface="Times New Roman" panose="02020603050405020304" pitchFamily="18" charset="0"/>
              </a:rPr>
              <a:t>x</a:t>
            </a:r>
            <a:r>
              <a:rPr lang="en-US" altLang="zh-CN" i="1" dirty="0">
                <a:solidFill>
                  <a:srgbClr val="000000"/>
                </a:solidFill>
                <a:latin typeface="+mn-lt"/>
                <a:ea typeface="宋体" panose="02010600030101010101" pitchFamily="2" charset="-122"/>
                <a:cs typeface="Times New Roman" panose="02020603050405020304" pitchFamily="18" charset="0"/>
              </a:rPr>
              <a:t>-</a:t>
            </a:r>
            <a:r>
              <a:rPr lang="en-US" altLang="zh-CN" i="1" dirty="0" err="1">
                <a:solidFill>
                  <a:srgbClr val="000000"/>
                </a:solidFill>
                <a:latin typeface="+mn-lt"/>
                <a:ea typeface="宋体" panose="02010600030101010101" pitchFamily="2" charset="-122"/>
                <a:cs typeface="Times New Roman" panose="02020603050405020304" pitchFamily="18" charset="0"/>
              </a:rPr>
              <a:t>b</a:t>
            </a:r>
            <a:r>
              <a:rPr lang="en-US" altLang="zh-CN" i="1" baseline="30000" dirty="0" err="1">
                <a:solidFill>
                  <a:srgbClr val="000000"/>
                </a:solidFill>
                <a:latin typeface="+mn-lt"/>
                <a:ea typeface="宋体" panose="02010600030101010101" pitchFamily="2" charset="-122"/>
                <a:cs typeface="Times New Roman" panose="02020603050405020304" pitchFamily="18" charset="0"/>
              </a:rPr>
              <a:t>x</a:t>
            </a:r>
            <a:r>
              <a:rPr lang="en-US" altLang="zh-CN" dirty="0">
                <a:solidFill>
                  <a:srgbClr val="000000"/>
                </a:solidFill>
                <a:latin typeface="+mn-lt"/>
                <a:ea typeface="宋体" panose="02010600030101010101" pitchFamily="2" charset="-122"/>
                <a:cs typeface="Times New Roman" panose="02020603050405020304" pitchFamily="18" charset="0"/>
              </a:rPr>
              <a:t>),</a:t>
            </a:r>
            <a:r>
              <a:rPr lang="zh-CN" altLang="zh-CN" dirty="0">
                <a:solidFill>
                  <a:srgbClr val="000000"/>
                </a:solidFill>
                <a:latin typeface="+mn-lt"/>
                <a:ea typeface="宋体" panose="02010600030101010101" pitchFamily="2" charset="-122"/>
                <a:cs typeface="Times New Roman" panose="02020603050405020304" pitchFamily="18" charset="0"/>
              </a:rPr>
              <a:t>且</a:t>
            </a:r>
            <a:r>
              <a:rPr lang="en-US" altLang="zh-CN" i="1" dirty="0">
                <a:solidFill>
                  <a:srgbClr val="000000"/>
                </a:solidFill>
                <a:latin typeface="+mn-lt"/>
                <a:ea typeface="宋体" panose="02010600030101010101" pitchFamily="2" charset="-122"/>
                <a:cs typeface="Times New Roman" panose="02020603050405020304" pitchFamily="18" charset="0"/>
              </a:rPr>
              <a:t>f</a:t>
            </a:r>
            <a:r>
              <a:rPr lang="en-US" altLang="zh-CN" dirty="0">
                <a:solidFill>
                  <a:srgbClr val="000000"/>
                </a:solidFill>
                <a:latin typeface="+mn-lt"/>
                <a:ea typeface="宋体" panose="02010600030101010101" pitchFamily="2" charset="-122"/>
                <a:cs typeface="Times New Roman" panose="02020603050405020304" pitchFamily="18" charset="0"/>
              </a:rPr>
              <a:t>(1)</a:t>
            </a:r>
            <a:r>
              <a:rPr lang="en-US" altLang="zh-CN" i="1" dirty="0">
                <a:solidFill>
                  <a:srgbClr val="000000"/>
                </a:solidFill>
                <a:latin typeface="+mn-lt"/>
                <a:ea typeface="宋体" panose="02010600030101010101" pitchFamily="2" charset="-122"/>
                <a:cs typeface="Times New Roman" panose="02020603050405020304" pitchFamily="18" charset="0"/>
              </a:rPr>
              <a:t>=</a:t>
            </a:r>
            <a:r>
              <a:rPr lang="en-US" altLang="zh-CN" dirty="0">
                <a:solidFill>
                  <a:srgbClr val="000000"/>
                </a:solidFill>
                <a:latin typeface="+mn-lt"/>
                <a:ea typeface="宋体" panose="02010600030101010101" pitchFamily="2" charset="-122"/>
                <a:cs typeface="Times New Roman" panose="02020603050405020304" pitchFamily="18" charset="0"/>
              </a:rPr>
              <a:t>1,</a:t>
            </a:r>
            <a:r>
              <a:rPr lang="en-US" altLang="zh-CN" i="1" dirty="0">
                <a:solidFill>
                  <a:srgbClr val="000000"/>
                </a:solidFill>
                <a:latin typeface="+mn-lt"/>
                <a:ea typeface="宋体" panose="02010600030101010101" pitchFamily="2" charset="-122"/>
                <a:cs typeface="Times New Roman" panose="02020603050405020304" pitchFamily="18" charset="0"/>
              </a:rPr>
              <a:t>f</a:t>
            </a:r>
            <a:r>
              <a:rPr lang="en-US" altLang="zh-CN" dirty="0">
                <a:solidFill>
                  <a:srgbClr val="000000"/>
                </a:solidFill>
                <a:latin typeface="+mn-lt"/>
                <a:ea typeface="宋体" panose="02010600030101010101" pitchFamily="2" charset="-122"/>
                <a:cs typeface="Times New Roman" panose="02020603050405020304" pitchFamily="18" charset="0"/>
              </a:rPr>
              <a:t>(2)</a:t>
            </a:r>
            <a:r>
              <a:rPr lang="en-US" altLang="zh-CN" i="1" dirty="0">
                <a:solidFill>
                  <a:srgbClr val="000000"/>
                </a:solidFill>
                <a:latin typeface="+mn-lt"/>
                <a:ea typeface="宋体" panose="02010600030101010101" pitchFamily="2" charset="-122"/>
                <a:cs typeface="Times New Roman" panose="02020603050405020304" pitchFamily="18" charset="0"/>
              </a:rPr>
              <a:t>=</a:t>
            </a:r>
            <a:r>
              <a:rPr lang="en-US" altLang="zh-CN" dirty="0">
                <a:solidFill>
                  <a:srgbClr val="000000"/>
                </a:solidFill>
                <a:latin typeface="+mn-lt"/>
                <a:ea typeface="宋体" panose="02010600030101010101" pitchFamily="2" charset="-122"/>
                <a:cs typeface="Times New Roman" panose="02020603050405020304" pitchFamily="18" charset="0"/>
              </a:rPr>
              <a:t>log</a:t>
            </a:r>
            <a:r>
              <a:rPr lang="en-US" altLang="zh-CN" baseline="-25000" dirty="0">
                <a:solidFill>
                  <a:srgbClr val="000000"/>
                </a:solidFill>
                <a:latin typeface="+mn-lt"/>
                <a:ea typeface="宋体" panose="02010600030101010101" pitchFamily="2" charset="-122"/>
                <a:cs typeface="Times New Roman" panose="02020603050405020304" pitchFamily="18" charset="0"/>
              </a:rPr>
              <a:t>2</a:t>
            </a:r>
            <a:r>
              <a:rPr lang="en-US" altLang="zh-CN" dirty="0">
                <a:solidFill>
                  <a:srgbClr val="000000"/>
                </a:solidFill>
                <a:latin typeface="+mn-lt"/>
                <a:ea typeface="宋体" panose="02010600030101010101" pitchFamily="2" charset="-122"/>
                <a:cs typeface="Times New Roman" panose="02020603050405020304" pitchFamily="18" charset="0"/>
              </a:rPr>
              <a:t>12</a:t>
            </a:r>
            <a:r>
              <a:rPr lang="en-US" altLang="zh-CN" i="1" dirty="0">
                <a:solidFill>
                  <a:srgbClr val="000000"/>
                </a:solidFill>
                <a:latin typeface="+mn-lt"/>
                <a:ea typeface="宋体" panose="02010600030101010101" pitchFamily="2" charset="-122"/>
                <a:cs typeface="Times New Roman" panose="02020603050405020304" pitchFamily="18" charset="0"/>
              </a:rPr>
              <a:t>.</a:t>
            </a:r>
            <a:endParaRPr lang="zh-CN" altLang="zh-CN" dirty="0">
              <a:solidFill>
                <a:srgbClr val="000000"/>
              </a:solidFill>
              <a:latin typeface="+mn-lt"/>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en-US" altLang="zh-CN" dirty="0">
                <a:solidFill>
                  <a:srgbClr val="000000"/>
                </a:solidFill>
                <a:latin typeface="+mn-lt"/>
                <a:ea typeface="宋体" panose="02010600030101010101" pitchFamily="2" charset="-122"/>
                <a:cs typeface="Times New Roman" panose="02020603050405020304" pitchFamily="18" charset="0"/>
              </a:rPr>
              <a:t>(1)</a:t>
            </a:r>
            <a:r>
              <a:rPr lang="zh-CN" altLang="zh-CN" dirty="0">
                <a:solidFill>
                  <a:srgbClr val="000000"/>
                </a:solidFill>
                <a:latin typeface="+mn-lt"/>
                <a:ea typeface="宋体" panose="02010600030101010101" pitchFamily="2" charset="-122"/>
                <a:cs typeface="Times New Roman" panose="02020603050405020304" pitchFamily="18" charset="0"/>
              </a:rPr>
              <a:t>求</a:t>
            </a:r>
            <a:r>
              <a:rPr lang="en-US" altLang="zh-CN" i="1" dirty="0" err="1">
                <a:solidFill>
                  <a:srgbClr val="000000"/>
                </a:solidFill>
                <a:latin typeface="+mn-lt"/>
                <a:ea typeface="宋体" panose="02010600030101010101" pitchFamily="2" charset="-122"/>
                <a:cs typeface="Times New Roman" panose="02020603050405020304" pitchFamily="18" charset="0"/>
              </a:rPr>
              <a:t>a</a:t>
            </a:r>
            <a:r>
              <a:rPr lang="en-US" altLang="zh-CN" dirty="0" err="1">
                <a:solidFill>
                  <a:srgbClr val="000000"/>
                </a:solidFill>
                <a:latin typeface="+mn-lt"/>
                <a:ea typeface="宋体" panose="02010600030101010101" pitchFamily="2" charset="-122"/>
                <a:cs typeface="Times New Roman" panose="02020603050405020304" pitchFamily="18" charset="0"/>
              </a:rPr>
              <a:t>,</a:t>
            </a:r>
            <a:r>
              <a:rPr lang="en-US" altLang="zh-CN" i="1" dirty="0" err="1">
                <a:solidFill>
                  <a:srgbClr val="000000"/>
                </a:solidFill>
                <a:latin typeface="+mn-lt"/>
                <a:ea typeface="宋体" panose="02010600030101010101" pitchFamily="2" charset="-122"/>
                <a:cs typeface="Times New Roman" panose="02020603050405020304" pitchFamily="18" charset="0"/>
              </a:rPr>
              <a:t>b</a:t>
            </a:r>
            <a:r>
              <a:rPr lang="zh-CN" altLang="zh-CN" dirty="0">
                <a:solidFill>
                  <a:srgbClr val="000000"/>
                </a:solidFill>
                <a:latin typeface="+mn-lt"/>
                <a:ea typeface="宋体" panose="02010600030101010101" pitchFamily="2" charset="-122"/>
                <a:cs typeface="Times New Roman" panose="02020603050405020304" pitchFamily="18" charset="0"/>
              </a:rPr>
              <a:t>的值</a:t>
            </a:r>
            <a:r>
              <a:rPr lang="en-US" altLang="zh-CN" dirty="0">
                <a:solidFill>
                  <a:srgbClr val="000000"/>
                </a:solidFill>
                <a:latin typeface="+mn-lt"/>
                <a:ea typeface="宋体" panose="02010600030101010101" pitchFamily="2" charset="-122"/>
                <a:cs typeface="Times New Roman" panose="02020603050405020304" pitchFamily="18" charset="0"/>
              </a:rPr>
              <a:t>;</a:t>
            </a:r>
            <a:endParaRPr lang="zh-CN" altLang="zh-CN" dirty="0">
              <a:solidFill>
                <a:srgbClr val="000000"/>
              </a:solidFill>
              <a:latin typeface="+mn-lt"/>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en-US" altLang="zh-CN" dirty="0">
                <a:solidFill>
                  <a:srgbClr val="000000"/>
                </a:solidFill>
                <a:latin typeface="+mn-lt"/>
                <a:ea typeface="宋体" panose="02010600030101010101" pitchFamily="2" charset="-122"/>
                <a:cs typeface="Times New Roman" panose="02020603050405020304" pitchFamily="18" charset="0"/>
              </a:rPr>
              <a:t>(2)</a:t>
            </a:r>
            <a:r>
              <a:rPr lang="zh-CN" altLang="zh-CN" dirty="0">
                <a:solidFill>
                  <a:srgbClr val="000000"/>
                </a:solidFill>
                <a:latin typeface="+mn-lt"/>
                <a:ea typeface="宋体" panose="02010600030101010101" pitchFamily="2" charset="-122"/>
                <a:cs typeface="Times New Roman" panose="02020603050405020304" pitchFamily="18" charset="0"/>
              </a:rPr>
              <a:t>当</a:t>
            </a:r>
            <a:r>
              <a:rPr lang="en-US" altLang="zh-CN" i="1" dirty="0">
                <a:solidFill>
                  <a:srgbClr val="000000"/>
                </a:solidFill>
                <a:latin typeface="+mn-lt"/>
                <a:ea typeface="宋体" panose="02010600030101010101" pitchFamily="2" charset="-122"/>
                <a:cs typeface="Times New Roman" panose="02020603050405020304" pitchFamily="18" charset="0"/>
              </a:rPr>
              <a:t>x</a:t>
            </a:r>
            <a:r>
              <a:rPr lang="zh-CN" altLang="zh-CN" dirty="0">
                <a:solidFill>
                  <a:srgbClr val="000000"/>
                </a:solidFill>
                <a:latin typeface="+mn-lt"/>
                <a:ea typeface="宋体" panose="02010600030101010101" pitchFamily="2" charset="-122"/>
                <a:cs typeface="宋体" panose="02010600030101010101" pitchFamily="2" charset="-122"/>
              </a:rPr>
              <a:t>∈</a:t>
            </a:r>
            <a:r>
              <a:rPr lang="en-US" altLang="zh-CN" dirty="0">
                <a:solidFill>
                  <a:srgbClr val="000000"/>
                </a:solidFill>
                <a:latin typeface="+mn-lt"/>
                <a:ea typeface="宋体" panose="02010600030101010101" pitchFamily="2" charset="-122"/>
                <a:cs typeface="Times New Roman" panose="02020603050405020304" pitchFamily="18" charset="0"/>
              </a:rPr>
              <a:t>[1,3]</a:t>
            </a:r>
            <a:r>
              <a:rPr lang="zh-CN" altLang="zh-CN" dirty="0">
                <a:solidFill>
                  <a:srgbClr val="000000"/>
                </a:solidFill>
                <a:latin typeface="+mn-lt"/>
                <a:ea typeface="宋体" panose="02010600030101010101" pitchFamily="2" charset="-122"/>
                <a:cs typeface="Times New Roman" panose="02020603050405020304" pitchFamily="18" charset="0"/>
              </a:rPr>
              <a:t>时</a:t>
            </a:r>
            <a:r>
              <a:rPr lang="en-US" altLang="zh-CN" dirty="0">
                <a:solidFill>
                  <a:srgbClr val="000000"/>
                </a:solidFill>
                <a:latin typeface="+mn-lt"/>
                <a:ea typeface="宋体" panose="02010600030101010101" pitchFamily="2" charset="-122"/>
                <a:cs typeface="Times New Roman" panose="02020603050405020304" pitchFamily="18" charset="0"/>
              </a:rPr>
              <a:t>,</a:t>
            </a:r>
            <a:r>
              <a:rPr lang="zh-CN" altLang="zh-CN" dirty="0">
                <a:solidFill>
                  <a:srgbClr val="000000"/>
                </a:solidFill>
                <a:latin typeface="+mn-lt"/>
                <a:ea typeface="宋体" panose="02010600030101010101" pitchFamily="2" charset="-122"/>
                <a:cs typeface="Times New Roman" panose="02020603050405020304" pitchFamily="18" charset="0"/>
              </a:rPr>
              <a:t>求</a:t>
            </a:r>
            <a:r>
              <a:rPr lang="en-US" altLang="zh-CN" i="1" dirty="0">
                <a:solidFill>
                  <a:srgbClr val="000000"/>
                </a:solidFill>
                <a:latin typeface="+mn-lt"/>
                <a:ea typeface="宋体" panose="02010600030101010101" pitchFamily="2" charset="-122"/>
                <a:cs typeface="Times New Roman" panose="02020603050405020304" pitchFamily="18" charset="0"/>
              </a:rPr>
              <a:t>f</a:t>
            </a:r>
            <a:r>
              <a:rPr lang="en-US" altLang="zh-CN" dirty="0">
                <a:solidFill>
                  <a:srgbClr val="000000"/>
                </a:solidFill>
                <a:latin typeface="+mn-lt"/>
                <a:ea typeface="宋体" panose="02010600030101010101" pitchFamily="2" charset="-122"/>
                <a:cs typeface="Times New Roman" panose="02020603050405020304" pitchFamily="18" charset="0"/>
              </a:rPr>
              <a:t>(</a:t>
            </a:r>
            <a:r>
              <a:rPr lang="en-US" altLang="zh-CN" i="1" dirty="0">
                <a:solidFill>
                  <a:srgbClr val="000000"/>
                </a:solidFill>
                <a:latin typeface="+mn-lt"/>
                <a:ea typeface="宋体" panose="02010600030101010101" pitchFamily="2" charset="-122"/>
                <a:cs typeface="Times New Roman" panose="02020603050405020304" pitchFamily="18" charset="0"/>
              </a:rPr>
              <a:t>x</a:t>
            </a:r>
            <a:r>
              <a:rPr lang="en-US" altLang="zh-CN" dirty="0">
                <a:solidFill>
                  <a:srgbClr val="000000"/>
                </a:solidFill>
                <a:latin typeface="+mn-lt"/>
                <a:ea typeface="宋体" panose="02010600030101010101" pitchFamily="2" charset="-122"/>
                <a:cs typeface="Times New Roman" panose="02020603050405020304" pitchFamily="18" charset="0"/>
              </a:rPr>
              <a:t>)</a:t>
            </a:r>
            <a:r>
              <a:rPr lang="zh-CN" altLang="zh-CN" dirty="0">
                <a:solidFill>
                  <a:srgbClr val="000000"/>
                </a:solidFill>
                <a:latin typeface="+mn-lt"/>
                <a:ea typeface="宋体" panose="02010600030101010101" pitchFamily="2" charset="-122"/>
                <a:cs typeface="Times New Roman" panose="02020603050405020304" pitchFamily="18" charset="0"/>
              </a:rPr>
              <a:t>的最大值</a:t>
            </a:r>
            <a:r>
              <a:rPr lang="en-US" altLang="zh-CN" i="1" dirty="0">
                <a:solidFill>
                  <a:srgbClr val="000000"/>
                </a:solidFill>
                <a:latin typeface="+mn-lt"/>
                <a:ea typeface="宋体" panose="02010600030101010101" pitchFamily="2" charset="-122"/>
                <a:cs typeface="Times New Roman" panose="02020603050405020304" pitchFamily="18" charset="0"/>
              </a:rPr>
              <a:t>.</a:t>
            </a:r>
            <a:endParaRPr lang="zh-CN" altLang="zh-CN" dirty="0">
              <a:solidFill>
                <a:srgbClr val="000000"/>
              </a:solidFill>
              <a:effectLst/>
              <a:latin typeface="+mn-lt"/>
              <a:ea typeface="方正书宋_GBK" panose="03000509000000000000" pitchFamily="65" charset="-122"/>
              <a:cs typeface="Times New Roman" panose="02020603050405020304" pitchFamily="18" charset="0"/>
            </a:endParaRPr>
          </a:p>
        </p:txBody>
      </p:sp>
    </p:spTree>
    <p:extLst>
      <p:ext uri="{BB962C8B-B14F-4D97-AF65-F5344CB8AC3E}">
        <p14:creationId xmlns:p14="http://schemas.microsoft.com/office/powerpoint/2010/main" val="2537954860"/>
      </p:ext>
    </p:extLst>
  </p:cSld>
  <p:clrMapOvr>
    <a:masterClrMapping/>
  </p:clrMapOvr>
  <mc:AlternateContent xmlns:mc="http://schemas.openxmlformats.org/markup-compatibility/2006" xmlns:p14="http://schemas.microsoft.com/office/powerpoint/2010/main">
    <mc:Choice Requires="p14">
      <p:transition spd="slow" p14:dur="1200">
        <p:dissolve/>
      </p:transition>
    </mc:Choice>
    <mc:Fallback xmlns="">
      <p:transition spd="slow">
        <p:dissolve/>
      </p:transition>
    </mc:Fallback>
  </mc:AlternateContent>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对象 1"/>
          <p:cNvGraphicFramePr>
            <a:graphicFrameLocks noChangeAspect="1"/>
          </p:cNvGraphicFramePr>
          <p:nvPr>
            <p:extLst>
              <p:ext uri="{D42A27DB-BD31-4B8C-83A1-F6EECF244321}">
                <p14:modId xmlns:p14="http://schemas.microsoft.com/office/powerpoint/2010/main" val="444353281"/>
              </p:ext>
            </p:extLst>
          </p:nvPr>
        </p:nvGraphicFramePr>
        <p:xfrm>
          <a:off x="452109" y="809277"/>
          <a:ext cx="11671959" cy="5186778"/>
        </p:xfrm>
        <a:graphic>
          <a:graphicData uri="http://schemas.openxmlformats.org/presentationml/2006/ole">
            <mc:AlternateContent xmlns:mc="http://schemas.openxmlformats.org/markup-compatibility/2006">
              <mc:Choice xmlns:v="urn:schemas-microsoft-com:vml" Requires="v">
                <p:oleObj spid="_x0000_s12306" name="文档" r:id="rId4" imgW="3826872" imgH="1700583" progId="Word.Document.12">
                  <p:embed/>
                </p:oleObj>
              </mc:Choice>
              <mc:Fallback>
                <p:oleObj name="文档" r:id="rId4" imgW="3826872" imgH="1700583" progId="Word.Document.12">
                  <p:embed/>
                  <p:pic>
                    <p:nvPicPr>
                      <p:cNvPr id="0" name=""/>
                      <p:cNvPicPr/>
                      <p:nvPr/>
                    </p:nvPicPr>
                    <p:blipFill>
                      <a:blip r:embed="rId5"/>
                      <a:stretch>
                        <a:fillRect/>
                      </a:stretch>
                    </p:blipFill>
                    <p:spPr>
                      <a:xfrm>
                        <a:off x="452109" y="809277"/>
                        <a:ext cx="11671959" cy="5186778"/>
                      </a:xfrm>
                      <a:prstGeom prst="rect">
                        <a:avLst/>
                      </a:prstGeom>
                    </p:spPr>
                  </p:pic>
                </p:oleObj>
              </mc:Fallback>
            </mc:AlternateContent>
          </a:graphicData>
        </a:graphic>
      </p:graphicFrame>
    </p:spTree>
    <p:extLst>
      <p:ext uri="{BB962C8B-B14F-4D97-AF65-F5344CB8AC3E}">
        <p14:creationId xmlns:p14="http://schemas.microsoft.com/office/powerpoint/2010/main" val="2382991209"/>
      </p:ext>
    </p:extLst>
  </p:cSld>
  <p:clrMapOvr>
    <a:masterClrMapping/>
  </p:clrMapOvr>
  <mc:AlternateContent xmlns:mc="http://schemas.openxmlformats.org/markup-compatibility/2006" xmlns:p14="http://schemas.microsoft.com/office/powerpoint/2010/main">
    <mc:Choice Requires="p14">
      <p:transition spd="slow" p14:dur="1200">
        <p:dissolve/>
      </p:transition>
    </mc:Choice>
    <mc:Fallback xmlns="">
      <p:transition spd="slow">
        <p:dissolve/>
      </p:transition>
    </mc:Fallback>
  </mc:AlternateContent>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虚尾箭头 1"/>
          <p:cNvSpPr/>
          <p:nvPr/>
        </p:nvSpPr>
        <p:spPr>
          <a:xfrm>
            <a:off x="432445" y="1295871"/>
            <a:ext cx="10657184" cy="3528392"/>
          </a:xfrm>
          <a:prstGeom prst="stripedRightArrow">
            <a:avLst/>
          </a:prstGeom>
        </p:spPr>
        <p:style>
          <a:lnRef idx="1">
            <a:schemeClr val="accent4"/>
          </a:lnRef>
          <a:fillRef idx="2">
            <a:schemeClr val="accent4"/>
          </a:fillRef>
          <a:effectRef idx="1">
            <a:schemeClr val="accent4"/>
          </a:effectRef>
          <a:fontRef idx="minor">
            <a:schemeClr val="dk1"/>
          </a:fontRef>
        </p:style>
        <p:txBody>
          <a:bodyPr rtlCol="0" anchor="ctr"/>
          <a:lstStyle/>
          <a:p>
            <a:pPr algn="ctr"/>
            <a:r>
              <a:rPr lang="zh-CN" altLang="en-US" sz="6600" dirty="0" smtClean="0">
                <a:solidFill>
                  <a:srgbClr val="0070C0"/>
                </a:solidFill>
                <a:latin typeface="华文新魏" panose="02010800040101010101" pitchFamily="2" charset="-122"/>
                <a:ea typeface="华文新魏" panose="02010800040101010101" pitchFamily="2" charset="-122"/>
              </a:rPr>
              <a:t>思  想  方  法</a:t>
            </a:r>
            <a:endParaRPr lang="zh-CN" altLang="zh-CN" sz="6600" dirty="0">
              <a:solidFill>
                <a:srgbClr val="0070C0"/>
              </a:solidFill>
              <a:latin typeface="华文新魏" panose="02010800040101010101" pitchFamily="2" charset="-122"/>
              <a:ea typeface="华文新魏" panose="02010800040101010101" pitchFamily="2" charset="-122"/>
            </a:endParaRPr>
          </a:p>
        </p:txBody>
      </p:sp>
    </p:spTree>
    <p:extLst>
      <p:ext uri="{BB962C8B-B14F-4D97-AF65-F5344CB8AC3E}">
        <p14:creationId xmlns:p14="http://schemas.microsoft.com/office/powerpoint/2010/main" val="4161990442"/>
      </p:ext>
    </p:extLst>
  </p:cSld>
  <p:clrMapOvr>
    <a:masterClrMapping/>
  </p:clrMapOvr>
  <mc:AlternateContent xmlns:mc="http://schemas.openxmlformats.org/markup-compatibility/2006" xmlns:p14="http://schemas.microsoft.com/office/powerpoint/2010/main">
    <mc:Choice Requires="p14">
      <p:transition spd="slow" p14:dur="900">
        <p14:warp dir="in"/>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5"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500" decel="50000" fill="hold">
                                          <p:stCondLst>
                                            <p:cond delay="0"/>
                                          </p:stCondLst>
                                        </p:cTn>
                                        <p:tgtEl>
                                          <p:spTgt spid="2"/>
                                        </p:tgtEl>
                                        <p:attrNameLst>
                                          <p:attrName>style.rotation</p:attrName>
                                        </p:attrNameLst>
                                      </p:cBhvr>
                                      <p:tavLst>
                                        <p:tav tm="0">
                                          <p:val>
                                            <p:fltVal val="-90"/>
                                          </p:val>
                                        </p:tav>
                                        <p:tav tm="100000">
                                          <p:val>
                                            <p:fltVal val="0"/>
                                          </p:val>
                                        </p:tav>
                                      </p:tavLst>
                                    </p:anim>
                                    <p:anim calcmode="lin" valueType="num">
                                      <p:cBhvr>
                                        <p:cTn id="8" dur="500" decel="50000" fill="hold">
                                          <p:stCondLst>
                                            <p:cond delay="0"/>
                                          </p:stCondLst>
                                        </p:cTn>
                                        <p:tgtEl>
                                          <p:spTgt spid="2"/>
                                        </p:tgtEl>
                                        <p:attrNameLst>
                                          <p:attrName>ppt_w</p:attrName>
                                        </p:attrNameLst>
                                      </p:cBhvr>
                                      <p:tavLst>
                                        <p:tav tm="0">
                                          <p:val>
                                            <p:strVal val="#ppt_w"/>
                                          </p:val>
                                        </p:tav>
                                        <p:tav tm="100000">
                                          <p:val>
                                            <p:strVal val="#ppt_w*.05"/>
                                          </p:val>
                                        </p:tav>
                                      </p:tavLst>
                                    </p:anim>
                                    <p:anim calcmode="lin" valueType="num">
                                      <p:cBhvr>
                                        <p:cTn id="9" dur="500" accel="50000" fill="hold">
                                          <p:stCondLst>
                                            <p:cond delay="500"/>
                                          </p:stCondLst>
                                        </p:cTn>
                                        <p:tgtEl>
                                          <p:spTgt spid="2"/>
                                        </p:tgtEl>
                                        <p:attrNameLst>
                                          <p:attrName>ppt_w</p:attrName>
                                        </p:attrNameLst>
                                      </p:cBhvr>
                                      <p:tavLst>
                                        <p:tav tm="0">
                                          <p:val>
                                            <p:strVal val="#ppt_w*.05"/>
                                          </p:val>
                                        </p:tav>
                                        <p:tav tm="100000">
                                          <p:val>
                                            <p:strVal val="#ppt_w"/>
                                          </p:val>
                                        </p:tav>
                                      </p:tavLst>
                                    </p:anim>
                                    <p:anim calcmode="lin" valueType="num">
                                      <p:cBhvr>
                                        <p:cTn id="10" dur="1000" fill="hold"/>
                                        <p:tgtEl>
                                          <p:spTgt spid="2"/>
                                        </p:tgtEl>
                                        <p:attrNameLst>
                                          <p:attrName>ppt_h</p:attrName>
                                        </p:attrNameLst>
                                      </p:cBhvr>
                                      <p:tavLst>
                                        <p:tav tm="0">
                                          <p:val>
                                            <p:strVal val="#ppt_h"/>
                                          </p:val>
                                        </p:tav>
                                        <p:tav tm="100000">
                                          <p:val>
                                            <p:strVal val="#ppt_h"/>
                                          </p:val>
                                        </p:tav>
                                      </p:tavLst>
                                    </p:anim>
                                    <p:anim calcmode="lin" valueType="num">
                                      <p:cBhvr>
                                        <p:cTn id="11" dur="500" decel="50000" fill="hold">
                                          <p:stCondLst>
                                            <p:cond delay="0"/>
                                          </p:stCondLst>
                                        </p:cTn>
                                        <p:tgtEl>
                                          <p:spTgt spid="2"/>
                                        </p:tgtEl>
                                        <p:attrNameLst>
                                          <p:attrName>ppt_x</p:attrName>
                                        </p:attrNameLst>
                                      </p:cBhvr>
                                      <p:tavLst>
                                        <p:tav tm="0">
                                          <p:val>
                                            <p:strVal val="#ppt_x+.4"/>
                                          </p:val>
                                        </p:tav>
                                        <p:tav tm="100000">
                                          <p:val>
                                            <p:strVal val="#ppt_x"/>
                                          </p:val>
                                        </p:tav>
                                      </p:tavLst>
                                    </p:anim>
                                    <p:anim calcmode="lin" valueType="num">
                                      <p:cBhvr>
                                        <p:cTn id="12" dur="500" decel="50000" fill="hold">
                                          <p:stCondLst>
                                            <p:cond delay="0"/>
                                          </p:stCondLst>
                                        </p:cTn>
                                        <p:tgtEl>
                                          <p:spTgt spid="2"/>
                                        </p:tgtEl>
                                        <p:attrNameLst>
                                          <p:attrName>ppt_y</p:attrName>
                                        </p:attrNameLst>
                                      </p:cBhvr>
                                      <p:tavLst>
                                        <p:tav tm="0">
                                          <p:val>
                                            <p:strVal val="#ppt_y-.2"/>
                                          </p:val>
                                        </p:tav>
                                        <p:tav tm="100000">
                                          <p:val>
                                            <p:strVal val="#ppt_y+.1"/>
                                          </p:val>
                                        </p:tav>
                                      </p:tavLst>
                                    </p:anim>
                                    <p:anim calcmode="lin" valueType="num">
                                      <p:cBhvr>
                                        <p:cTn id="13" dur="500" accel="50000" fill="hold">
                                          <p:stCondLst>
                                            <p:cond delay="500"/>
                                          </p:stCondLst>
                                        </p:cTn>
                                        <p:tgtEl>
                                          <p:spTgt spid="2"/>
                                        </p:tgtEl>
                                        <p:attrNameLst>
                                          <p:attrName>ppt_y</p:attrName>
                                        </p:attrNameLst>
                                      </p:cBhvr>
                                      <p:tavLst>
                                        <p:tav tm="0">
                                          <p:val>
                                            <p:strVal val="#ppt_y+.1"/>
                                          </p:val>
                                        </p:tav>
                                        <p:tav tm="100000">
                                          <p:val>
                                            <p:strVal val="#ppt_y"/>
                                          </p:val>
                                        </p:tav>
                                      </p:tavLst>
                                    </p:anim>
                                    <p:animEffect transition="in" filter="fade">
                                      <p:cBhvr>
                                        <p:cTn id="14" dur="1000" decel="50000">
                                          <p:stCondLst>
                                            <p:cond delay="0"/>
                                          </p:stCondLst>
                                        </p:cTn>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组合 4"/>
          <p:cNvGrpSpPr/>
          <p:nvPr/>
        </p:nvGrpSpPr>
        <p:grpSpPr>
          <a:xfrm>
            <a:off x="361950" y="1319613"/>
            <a:ext cx="12800250" cy="1808572"/>
            <a:chOff x="361950" y="1113749"/>
            <a:chExt cx="12800250" cy="1808572"/>
          </a:xfrm>
        </p:grpSpPr>
        <p:sp>
          <p:nvSpPr>
            <p:cNvPr id="3" name="矩形 2"/>
            <p:cNvSpPr>
              <a:spLocks noChangeAspect="1"/>
            </p:cNvSpPr>
            <p:nvPr/>
          </p:nvSpPr>
          <p:spPr>
            <a:xfrm>
              <a:off x="361950" y="1113749"/>
              <a:ext cx="10807700" cy="1808572"/>
            </a:xfrm>
            <a:prstGeom prst="rect">
              <a:avLst/>
            </a:prstGeom>
          </p:spPr>
          <p:txBody>
            <a:bodyPr>
              <a:spAutoFit/>
            </a:bodyPr>
            <a:lstStyle/>
            <a:p>
              <a:pPr algn="ctr">
                <a:lnSpc>
                  <a:spcPct val="120000"/>
                </a:lnSpc>
                <a:spcAft>
                  <a:spcPts val="0"/>
                </a:spcAft>
                <a:tabLst>
                  <a:tab pos="1029335" algn="l"/>
                  <a:tab pos="1850390" algn="l"/>
                  <a:tab pos="2538095" algn="l"/>
                  <a:tab pos="3221990" algn="l"/>
                </a:tabLst>
              </a:pPr>
              <a:r>
                <a:rPr lang="zh-CN" altLang="zh-CN" dirty="0">
                  <a:solidFill>
                    <a:srgbClr val="000000"/>
                  </a:solidFill>
                  <a:latin typeface="Arial" panose="020B0604020202020204" pitchFamily="34" charset="0"/>
                  <a:cs typeface="Times New Roman" panose="02020603050405020304" pitchFamily="18" charset="0"/>
                </a:rPr>
                <a:t>对数函数问题中的转化与化归思想</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zh-CN" altLang="zh-CN" dirty="0">
                  <a:solidFill>
                    <a:srgbClr val="000000"/>
                  </a:solidFill>
                  <a:latin typeface="Arial" panose="020B0604020202020204" pitchFamily="34" charset="0"/>
                  <a:cs typeface="Times New Roman" panose="02020603050405020304" pitchFamily="18" charset="0"/>
                </a:rPr>
                <a:t>【典例】</a:t>
              </a:r>
              <a:r>
                <a:rPr lang="zh-CN" altLang="zh-CN" dirty="0">
                  <a:solidFill>
                    <a:srgbClr val="000000"/>
                  </a:solidFill>
                  <a:latin typeface="NEU-BZ-S92"/>
                  <a:ea typeface="Arial" panose="020B0604020202020204" pitchFamily="34" charset="0"/>
                  <a:cs typeface="Times New Roman" panose="02020603050405020304" pitchFamily="18" charset="0"/>
                </a:rPr>
                <a:t> </a:t>
              </a:r>
              <a:r>
                <a:rPr lang="zh-CN" altLang="zh-CN" dirty="0">
                  <a:solidFill>
                    <a:srgbClr val="000000"/>
                  </a:solidFill>
                  <a:ea typeface="宋体" panose="02010600030101010101" pitchFamily="2" charset="-122"/>
                  <a:cs typeface="Times New Roman" panose="02020603050405020304" pitchFamily="18" charset="0"/>
                </a:rPr>
                <a:t>求函数</a:t>
              </a:r>
              <a:r>
                <a:rPr lang="en-US" altLang="zh-CN" i="1" dirty="0">
                  <a:solidFill>
                    <a:srgbClr val="000000"/>
                  </a:solidFill>
                  <a:ea typeface="宋体" panose="02010600030101010101" pitchFamily="2" charset="-122"/>
                  <a:cs typeface="Times New Roman" panose="02020603050405020304" pitchFamily="18" charset="0"/>
                </a:rPr>
                <a:t>f</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x</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log</a:t>
              </a:r>
              <a:r>
                <a:rPr lang="en-US" altLang="zh-CN" baseline="-25000" dirty="0">
                  <a:solidFill>
                    <a:srgbClr val="000000"/>
                  </a:solidFill>
                  <a:ea typeface="宋体" panose="02010600030101010101" pitchFamily="2" charset="-122"/>
                  <a:cs typeface="Times New Roman" panose="02020603050405020304" pitchFamily="18" charset="0"/>
                </a:rPr>
                <a:t>2</a:t>
              </a:r>
              <a:r>
                <a:rPr lang="en-US" altLang="zh-CN" dirty="0">
                  <a:solidFill>
                    <a:srgbClr val="000000"/>
                  </a:solidFill>
                  <a:ea typeface="宋体" panose="02010600030101010101" pitchFamily="2" charset="-122"/>
                  <a:cs typeface="Times New Roman" panose="02020603050405020304" pitchFamily="18" charset="0"/>
                </a:rPr>
                <a:t>(4</a:t>
              </a:r>
              <a:r>
                <a:rPr lang="en-US" altLang="zh-CN" i="1" dirty="0">
                  <a:solidFill>
                    <a:srgbClr val="000000"/>
                  </a:solidFill>
                  <a:ea typeface="宋体" panose="02010600030101010101" pitchFamily="2" charset="-122"/>
                  <a:cs typeface="Times New Roman" panose="02020603050405020304" pitchFamily="18" charset="0"/>
                </a:rPr>
                <a:t>x</a:t>
              </a:r>
              <a:r>
                <a:rPr lang="en-US" altLang="zh-CN" dirty="0">
                  <a:solidFill>
                    <a:srgbClr val="000000"/>
                  </a:solidFill>
                  <a:ea typeface="宋体" panose="02010600030101010101" pitchFamily="2" charset="-122"/>
                  <a:cs typeface="Times New Roman" panose="02020603050405020304" pitchFamily="18" charset="0"/>
                </a:rPr>
                <a:t>)·log</a:t>
              </a:r>
              <a:r>
                <a:rPr lang="en-US" altLang="zh-CN" baseline="-25000" dirty="0">
                  <a:solidFill>
                    <a:srgbClr val="000000"/>
                  </a:solidFill>
                  <a:ea typeface="宋体" panose="02010600030101010101" pitchFamily="2" charset="-122"/>
                  <a:cs typeface="Times New Roman" panose="02020603050405020304" pitchFamily="18" charset="0"/>
                </a:rPr>
                <a:t>2</a:t>
              </a:r>
              <a:r>
                <a:rPr lang="en-US" altLang="zh-CN" dirty="0">
                  <a:solidFill>
                    <a:srgbClr val="000000"/>
                  </a:solidFill>
                  <a:ea typeface="宋体" panose="02010600030101010101" pitchFamily="2" charset="-122"/>
                  <a:cs typeface="Times New Roman" panose="02020603050405020304" pitchFamily="18" charset="0"/>
                </a:rPr>
                <a:t>(2</a:t>
              </a:r>
              <a:r>
                <a:rPr lang="en-US" altLang="zh-CN" i="1" dirty="0">
                  <a:solidFill>
                    <a:srgbClr val="000000"/>
                  </a:solidFill>
                  <a:ea typeface="宋体" panose="02010600030101010101" pitchFamily="2" charset="-122"/>
                  <a:cs typeface="Times New Roman" panose="02020603050405020304" pitchFamily="18" charset="0"/>
                </a:rPr>
                <a:t>x</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在区间</a:t>
              </a:r>
              <a:r>
                <a:rPr lang="en-US" altLang="zh-CN" dirty="0">
                  <a:solidFill>
                    <a:srgbClr val="000000"/>
                  </a:solidFill>
                  <a:ea typeface="宋体" panose="02010600030101010101" pitchFamily="2" charset="-122"/>
                  <a:cs typeface="Times New Roman" panose="02020603050405020304" pitchFamily="18" charset="0"/>
                </a:rPr>
                <a:t>        </a:t>
              </a:r>
              <a:r>
                <a:rPr lang="zh-CN" altLang="zh-CN" dirty="0">
                  <a:solidFill>
                    <a:srgbClr val="000000"/>
                  </a:solidFill>
                  <a:ea typeface="宋体" panose="02010600030101010101" pitchFamily="2" charset="-122"/>
                  <a:cs typeface="Times New Roman" panose="02020603050405020304" pitchFamily="18" charset="0"/>
                </a:rPr>
                <a:t>上的最值</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并求出取最值时对应的</a:t>
              </a:r>
              <a:r>
                <a:rPr lang="en-US" altLang="zh-CN" i="1" dirty="0">
                  <a:solidFill>
                    <a:srgbClr val="000000"/>
                  </a:solidFill>
                  <a:ea typeface="宋体" panose="02010600030101010101" pitchFamily="2" charset="-122"/>
                  <a:cs typeface="Times New Roman" panose="02020603050405020304" pitchFamily="18" charset="0"/>
                </a:rPr>
                <a:t>x</a:t>
              </a:r>
              <a:r>
                <a:rPr lang="zh-CN" altLang="zh-CN" dirty="0">
                  <a:solidFill>
                    <a:srgbClr val="000000"/>
                  </a:solidFill>
                  <a:ea typeface="宋体" panose="02010600030101010101" pitchFamily="2" charset="-122"/>
                  <a:cs typeface="Times New Roman" panose="02020603050405020304" pitchFamily="18" charset="0"/>
                </a:rPr>
                <a:t>的值</a:t>
              </a:r>
              <a:r>
                <a:rPr lang="en-US" altLang="zh-CN" i="1" dirty="0" smtClean="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p:txBody>
        </p:sp>
        <p:graphicFrame>
          <p:nvGraphicFramePr>
            <p:cNvPr id="4" name="对象 3"/>
            <p:cNvGraphicFramePr>
              <a:graphicFrameLocks noChangeAspect="1"/>
            </p:cNvGraphicFramePr>
            <p:nvPr>
              <p:extLst>
                <p:ext uri="{D42A27DB-BD31-4B8C-83A1-F6EECF244321}">
                  <p14:modId xmlns:p14="http://schemas.microsoft.com/office/powerpoint/2010/main" val="2226474127"/>
                </p:ext>
              </p:extLst>
            </p:nvPr>
          </p:nvGraphicFramePr>
          <p:xfrm>
            <a:off x="4392885" y="1664354"/>
            <a:ext cx="8769315" cy="697523"/>
          </p:xfrm>
          <a:graphic>
            <a:graphicData uri="http://schemas.openxmlformats.org/presentationml/2006/ole">
              <mc:AlternateContent xmlns:mc="http://schemas.openxmlformats.org/markup-compatibility/2006">
                <mc:Choice xmlns:v="urn:schemas-microsoft-com:vml" Requires="v">
                  <p:oleObj spid="_x0000_s13328" name="文档" r:id="rId4" imgW="3826872" imgH="304394" progId="Word.Document.12">
                    <p:embed/>
                  </p:oleObj>
                </mc:Choice>
                <mc:Fallback>
                  <p:oleObj name="文档" r:id="rId4" imgW="3826872" imgH="304394" progId="Word.Document.12">
                    <p:embed/>
                    <p:pic>
                      <p:nvPicPr>
                        <p:cNvPr id="0" name=""/>
                        <p:cNvPicPr/>
                        <p:nvPr/>
                      </p:nvPicPr>
                      <p:blipFill>
                        <a:blip r:embed="rId5"/>
                        <a:stretch>
                          <a:fillRect/>
                        </a:stretch>
                      </p:blipFill>
                      <p:spPr>
                        <a:xfrm>
                          <a:off x="4392885" y="1664354"/>
                          <a:ext cx="8769315" cy="697523"/>
                        </a:xfrm>
                        <a:prstGeom prst="rect">
                          <a:avLst/>
                        </a:prstGeom>
                      </p:spPr>
                    </p:pic>
                  </p:oleObj>
                </mc:Fallback>
              </mc:AlternateContent>
            </a:graphicData>
          </a:graphic>
        </p:graphicFrame>
      </p:grpSp>
      <p:sp>
        <p:nvSpPr>
          <p:cNvPr id="6" name="矩形 5"/>
          <p:cNvSpPr>
            <a:spLocks noChangeAspect="1"/>
          </p:cNvSpPr>
          <p:nvPr/>
        </p:nvSpPr>
        <p:spPr>
          <a:xfrm>
            <a:off x="361950" y="3102566"/>
            <a:ext cx="10807700" cy="1865126"/>
          </a:xfrm>
          <a:prstGeom prst="rect">
            <a:avLst/>
          </a:prstGeom>
        </p:spPr>
        <p:txBody>
          <a:bodyPr>
            <a:spAutoFit/>
          </a:bodyPr>
          <a:lstStyle/>
          <a:p>
            <a:pPr>
              <a:lnSpc>
                <a:spcPct val="120000"/>
              </a:lnSpc>
              <a:spcAft>
                <a:spcPts val="0"/>
              </a:spcAft>
              <a:tabLst>
                <a:tab pos="1029335" algn="l"/>
                <a:tab pos="1850390" algn="l"/>
                <a:tab pos="2538095" algn="l"/>
                <a:tab pos="3221990" algn="l"/>
              </a:tabLst>
            </a:pPr>
            <a:r>
              <a:rPr lang="zh-CN" altLang="zh-CN" dirty="0">
                <a:latin typeface="Arial" panose="020B0604020202020204" pitchFamily="34" charset="0"/>
                <a:cs typeface="Times New Roman" panose="02020603050405020304" pitchFamily="18" charset="0"/>
              </a:rPr>
              <a:t>审题视角</a:t>
            </a:r>
            <a:r>
              <a:rPr lang="en-US" altLang="zh-CN" dirty="0">
                <a:latin typeface="Arial" panose="020B0604020202020204" pitchFamily="34" charset="0"/>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利用对数的运算性质将</a:t>
            </a:r>
            <a:r>
              <a:rPr lang="en-US" altLang="zh-CN" i="1" dirty="0">
                <a:solidFill>
                  <a:srgbClr val="000000"/>
                </a:solidFill>
                <a:ea typeface="宋体" panose="02010600030101010101" pitchFamily="2" charset="-122"/>
                <a:cs typeface="Times New Roman" panose="02020603050405020304" pitchFamily="18" charset="0"/>
              </a:rPr>
              <a:t>f</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x</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的解析式用</a:t>
            </a:r>
            <a:r>
              <a:rPr lang="en-US" altLang="zh-CN" dirty="0">
                <a:solidFill>
                  <a:srgbClr val="000000"/>
                </a:solidFill>
                <a:ea typeface="宋体" panose="02010600030101010101" pitchFamily="2" charset="-122"/>
                <a:cs typeface="Times New Roman" panose="02020603050405020304" pitchFamily="18" charset="0"/>
              </a:rPr>
              <a:t>log</a:t>
            </a:r>
            <a:r>
              <a:rPr lang="en-US" altLang="zh-CN" baseline="-25000" dirty="0">
                <a:solidFill>
                  <a:srgbClr val="000000"/>
                </a:solidFill>
                <a:ea typeface="宋体" panose="02010600030101010101" pitchFamily="2" charset="-122"/>
                <a:cs typeface="Times New Roman" panose="02020603050405020304" pitchFamily="18" charset="0"/>
              </a:rPr>
              <a:t>2</a:t>
            </a:r>
            <a:r>
              <a:rPr lang="en-US" altLang="zh-CN" i="1" dirty="0">
                <a:solidFill>
                  <a:srgbClr val="000000"/>
                </a:solidFill>
                <a:ea typeface="宋体" panose="02010600030101010101" pitchFamily="2" charset="-122"/>
                <a:cs typeface="Times New Roman" panose="02020603050405020304" pitchFamily="18" charset="0"/>
              </a:rPr>
              <a:t>x</a:t>
            </a:r>
            <a:r>
              <a:rPr lang="zh-CN" altLang="zh-CN" dirty="0">
                <a:solidFill>
                  <a:srgbClr val="000000"/>
                </a:solidFill>
                <a:ea typeface="宋体" panose="02010600030101010101" pitchFamily="2" charset="-122"/>
                <a:cs typeface="Times New Roman" panose="02020603050405020304" pitchFamily="18" charset="0"/>
              </a:rPr>
              <a:t>表示</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即可通过换</a:t>
            </a:r>
            <a:r>
              <a:rPr lang="zh-CN" altLang="zh-CN" dirty="0" smtClean="0">
                <a:solidFill>
                  <a:srgbClr val="000000"/>
                </a:solidFill>
                <a:ea typeface="宋体" panose="02010600030101010101" pitchFamily="2" charset="-122"/>
                <a:cs typeface="Times New Roman" panose="02020603050405020304" pitchFamily="18" charset="0"/>
              </a:rPr>
              <a:t>元</a:t>
            </a:r>
            <a:r>
              <a:rPr lang="zh-CN" altLang="en-US" dirty="0" smtClean="0">
                <a:solidFill>
                  <a:srgbClr val="000000"/>
                </a:solidFill>
                <a:ea typeface="宋体" panose="02010600030101010101" pitchFamily="2" charset="-122"/>
                <a:cs typeface="Times New Roman" panose="02020603050405020304" pitchFamily="18" charset="0"/>
              </a:rPr>
              <a:t>将问题</a:t>
            </a:r>
            <a:r>
              <a:rPr lang="zh-CN" altLang="zh-CN" smtClean="0">
                <a:solidFill>
                  <a:srgbClr val="000000"/>
                </a:solidFill>
                <a:ea typeface="宋体" panose="02010600030101010101" pitchFamily="2" charset="-122"/>
                <a:cs typeface="Times New Roman" panose="02020603050405020304" pitchFamily="18" charset="0"/>
              </a:rPr>
              <a:t>转化为</a:t>
            </a:r>
            <a:r>
              <a:rPr lang="zh-CN" altLang="en-US" smtClean="0">
                <a:solidFill>
                  <a:srgbClr val="000000"/>
                </a:solidFill>
                <a:ea typeface="宋体" panose="02010600030101010101" pitchFamily="2" charset="-122"/>
                <a:cs typeface="Times New Roman" panose="02020603050405020304" pitchFamily="18" charset="0"/>
              </a:rPr>
              <a:t>求</a:t>
            </a:r>
            <a:r>
              <a:rPr lang="zh-CN" altLang="zh-CN" smtClean="0">
                <a:solidFill>
                  <a:srgbClr val="000000"/>
                </a:solidFill>
                <a:ea typeface="宋体" panose="02010600030101010101" pitchFamily="2" charset="-122"/>
                <a:cs typeface="Times New Roman" panose="02020603050405020304" pitchFamily="18" charset="0"/>
              </a:rPr>
              <a:t>二次函数</a:t>
            </a:r>
            <a:r>
              <a:rPr lang="zh-CN" altLang="zh-CN" dirty="0">
                <a:solidFill>
                  <a:srgbClr val="000000"/>
                </a:solidFill>
                <a:ea typeface="宋体" panose="02010600030101010101" pitchFamily="2" charset="-122"/>
                <a:cs typeface="Times New Roman" panose="02020603050405020304" pitchFamily="18" charset="0"/>
              </a:rPr>
              <a:t>在闭区间上的最值问题</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p:txBody>
      </p:sp>
    </p:spTree>
    <p:extLst>
      <p:ext uri="{BB962C8B-B14F-4D97-AF65-F5344CB8AC3E}">
        <p14:creationId xmlns:p14="http://schemas.microsoft.com/office/powerpoint/2010/main" val="2343944478"/>
      </p:ext>
    </p:extLst>
  </p:cSld>
  <p:clrMapOvr>
    <a:masterClrMapping/>
  </p:clrMapOvr>
  <p:transition spd="slow">
    <p:randomBar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randombar(horizontal)">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对象 2"/>
          <p:cNvGraphicFramePr>
            <a:graphicFrameLocks noChangeAspect="1"/>
          </p:cNvGraphicFramePr>
          <p:nvPr>
            <p:extLst>
              <p:ext uri="{D42A27DB-BD31-4B8C-83A1-F6EECF244321}">
                <p14:modId xmlns:p14="http://schemas.microsoft.com/office/powerpoint/2010/main" val="3490042042"/>
              </p:ext>
            </p:extLst>
          </p:nvPr>
        </p:nvGraphicFramePr>
        <p:xfrm>
          <a:off x="432445" y="935831"/>
          <a:ext cx="10607329" cy="4694837"/>
        </p:xfrm>
        <a:graphic>
          <a:graphicData uri="http://schemas.openxmlformats.org/presentationml/2006/ole">
            <mc:AlternateContent xmlns:mc="http://schemas.openxmlformats.org/markup-compatibility/2006">
              <mc:Choice xmlns:v="urn:schemas-microsoft-com:vml" Requires="v">
                <p:oleObj spid="_x0000_s14352" name="文档" r:id="rId4" imgW="3477813" imgH="1539291" progId="Word.Document.12">
                  <p:embed/>
                </p:oleObj>
              </mc:Choice>
              <mc:Fallback>
                <p:oleObj name="文档" r:id="rId4" imgW="3477813" imgH="1539291" progId="Word.Document.12">
                  <p:embed/>
                  <p:pic>
                    <p:nvPicPr>
                      <p:cNvPr id="0" name=""/>
                      <p:cNvPicPr/>
                      <p:nvPr/>
                    </p:nvPicPr>
                    <p:blipFill>
                      <a:blip r:embed="rId5"/>
                      <a:stretch>
                        <a:fillRect/>
                      </a:stretch>
                    </p:blipFill>
                    <p:spPr>
                      <a:xfrm>
                        <a:off x="432445" y="935831"/>
                        <a:ext cx="10607329" cy="4694837"/>
                      </a:xfrm>
                      <a:prstGeom prst="rect">
                        <a:avLst/>
                      </a:prstGeom>
                    </p:spPr>
                  </p:pic>
                </p:oleObj>
              </mc:Fallback>
            </mc:AlternateContent>
          </a:graphicData>
        </a:graphic>
      </p:graphicFrame>
    </p:spTree>
    <p:extLst>
      <p:ext uri="{BB962C8B-B14F-4D97-AF65-F5344CB8AC3E}">
        <p14:creationId xmlns:p14="http://schemas.microsoft.com/office/powerpoint/2010/main" val="1866323026"/>
      </p:ext>
    </p:extLst>
  </p:cSld>
  <p:clrMapOvr>
    <a:masterClrMapping/>
  </p:clrMapOvr>
  <p:transition spd="slow">
    <p:randomBar dir="vert"/>
  </p:transition>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a:spLocks noChangeAspect="1"/>
          </p:cNvSpPr>
          <p:nvPr/>
        </p:nvSpPr>
        <p:spPr>
          <a:xfrm>
            <a:off x="361950" y="1099511"/>
            <a:ext cx="10807700" cy="3637919"/>
          </a:xfrm>
          <a:prstGeom prst="rect">
            <a:avLst/>
          </a:prstGeom>
          <a:ln>
            <a:solidFill>
              <a:schemeClr val="tx1"/>
            </a:solidFill>
          </a:ln>
        </p:spPr>
        <p:txBody>
          <a:bodyPr>
            <a:spAutoFit/>
          </a:bodyPr>
          <a:lstStyle/>
          <a:p>
            <a:pPr>
              <a:lnSpc>
                <a:spcPct val="120000"/>
              </a:lnSpc>
              <a:spcAft>
                <a:spcPts val="0"/>
              </a:spcAft>
              <a:tabLst>
                <a:tab pos="1029335" algn="l"/>
                <a:tab pos="1850390" algn="l"/>
                <a:tab pos="2538095" algn="l"/>
                <a:tab pos="3221990" algn="l"/>
              </a:tabLst>
            </a:pPr>
            <a:r>
              <a:rPr lang="zh-CN" altLang="en-US" dirty="0">
                <a:solidFill>
                  <a:srgbClr val="000000"/>
                </a:solidFill>
                <a:latin typeface="黑体" panose="02010609060101010101" pitchFamily="49" charset="-122"/>
                <a:cs typeface="Times New Roman" panose="02020603050405020304" pitchFamily="18" charset="0"/>
              </a:rPr>
              <a:t>方法点睛</a:t>
            </a:r>
            <a:endParaRPr lang="zh-CN" altLang="zh-CN" dirty="0">
              <a:solidFill>
                <a:srgbClr val="000000"/>
              </a:solidFill>
              <a:latin typeface="黑体" panose="02010609060101010101" pitchFamily="49"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en-US" altLang="zh-CN" dirty="0" smtClean="0">
                <a:solidFill>
                  <a:srgbClr val="000000"/>
                </a:solidFill>
                <a:ea typeface="宋体" panose="02010600030101010101" pitchFamily="2" charset="-122"/>
                <a:cs typeface="Times New Roman" panose="02020603050405020304" pitchFamily="18" charset="0"/>
              </a:rPr>
              <a:t>1</a:t>
            </a:r>
            <a:r>
              <a:rPr lang="en-US" altLang="zh-CN" i="1"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仿宋" panose="02010609060101010101" pitchFamily="49" charset="-122"/>
                <a:cs typeface="Times New Roman" panose="02020603050405020304" pitchFamily="18" charset="0"/>
              </a:rPr>
              <a:t>合理运用对数的运算性质是解决本题的关键</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en-US" altLang="zh-CN" dirty="0">
                <a:solidFill>
                  <a:srgbClr val="000000"/>
                </a:solidFill>
                <a:ea typeface="宋体" panose="02010600030101010101" pitchFamily="2" charset="-122"/>
                <a:cs typeface="Times New Roman" panose="02020603050405020304" pitchFamily="18" charset="0"/>
              </a:rPr>
              <a:t>2</a:t>
            </a:r>
            <a:r>
              <a:rPr lang="en-US" altLang="zh-CN" i="1"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仿宋" panose="02010609060101010101" pitchFamily="49" charset="-122"/>
                <a:cs typeface="Times New Roman" panose="02020603050405020304" pitchFamily="18" charset="0"/>
              </a:rPr>
              <a:t>换元后一定要注意新元的取值范围</a:t>
            </a:r>
            <a:r>
              <a:rPr lang="en-US" altLang="zh-CN" i="1" dirty="0" smtClean="0">
                <a:solidFill>
                  <a:srgbClr val="000000"/>
                </a:solidFill>
                <a:ea typeface="宋体" panose="02010600030101010101" pitchFamily="2" charset="-122"/>
                <a:cs typeface="Times New Roman" panose="02020603050405020304" pitchFamily="18" charset="0"/>
              </a:rPr>
              <a:t>.</a:t>
            </a:r>
            <a:endParaRPr lang="en-US"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en-US" altLang="zh-CN" dirty="0" smtClean="0">
                <a:solidFill>
                  <a:srgbClr val="000000"/>
                </a:solidFill>
                <a:ea typeface="宋体" panose="02010600030101010101" pitchFamily="2" charset="-122"/>
                <a:cs typeface="Times New Roman" panose="02020603050405020304" pitchFamily="18" charset="0"/>
              </a:rPr>
              <a:t>3</a:t>
            </a:r>
            <a:r>
              <a:rPr lang="en-US" altLang="zh-CN" i="1"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仿宋" panose="02010609060101010101" pitchFamily="49" charset="-122"/>
                <a:cs typeface="Times New Roman" panose="02020603050405020304" pitchFamily="18" charset="0"/>
              </a:rPr>
              <a:t>二次函数在闭区间上的最值要结合图象的对称轴以及给定区间进行分析求解</a:t>
            </a:r>
            <a:r>
              <a:rPr lang="en-US" altLang="zh-CN" i="1" dirty="0" smtClean="0">
                <a:solidFill>
                  <a:srgbClr val="000000"/>
                </a:solidFill>
                <a:ea typeface="宋体" panose="02010600030101010101" pitchFamily="2" charset="-122"/>
                <a:cs typeface="Times New Roman" panose="02020603050405020304" pitchFamily="18" charset="0"/>
              </a:rPr>
              <a:t>.</a:t>
            </a:r>
            <a:endParaRPr lang="en-US" altLang="zh-CN" dirty="0" smtClean="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en-US" altLang="zh-CN" dirty="0" smtClean="0">
                <a:solidFill>
                  <a:srgbClr val="000000"/>
                </a:solidFill>
                <a:ea typeface="宋体" panose="02010600030101010101" pitchFamily="2" charset="-122"/>
                <a:cs typeface="Times New Roman" panose="02020603050405020304" pitchFamily="18" charset="0"/>
              </a:rPr>
              <a:t>4</a:t>
            </a:r>
            <a:r>
              <a:rPr lang="en-US" altLang="zh-CN" i="1"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仿宋" panose="02010609060101010101" pitchFamily="49" charset="-122"/>
                <a:cs typeface="Times New Roman" panose="02020603050405020304" pitchFamily="18" charset="0"/>
              </a:rPr>
              <a:t>求得最值后要将取得最值时</a:t>
            </a:r>
            <a:r>
              <a:rPr lang="en-US" altLang="zh-CN" i="1" dirty="0">
                <a:solidFill>
                  <a:srgbClr val="000000"/>
                </a:solidFill>
                <a:ea typeface="宋体" panose="02010600030101010101" pitchFamily="2" charset="-122"/>
                <a:cs typeface="Times New Roman" panose="02020603050405020304" pitchFamily="18" charset="0"/>
              </a:rPr>
              <a:t>t</a:t>
            </a:r>
            <a:r>
              <a:rPr lang="zh-CN" altLang="zh-CN" dirty="0">
                <a:solidFill>
                  <a:srgbClr val="000000"/>
                </a:solidFill>
                <a:ea typeface="仿宋" panose="02010609060101010101" pitchFamily="49" charset="-122"/>
                <a:cs typeface="Times New Roman" panose="02020603050405020304" pitchFamily="18" charset="0"/>
              </a:rPr>
              <a:t>的值换算为自变量</a:t>
            </a:r>
            <a:r>
              <a:rPr lang="en-US" altLang="zh-CN" i="1" dirty="0">
                <a:solidFill>
                  <a:srgbClr val="000000"/>
                </a:solidFill>
                <a:ea typeface="宋体" panose="02010600030101010101" pitchFamily="2" charset="-122"/>
                <a:cs typeface="Times New Roman" panose="02020603050405020304" pitchFamily="18" charset="0"/>
              </a:rPr>
              <a:t>x</a:t>
            </a:r>
            <a:r>
              <a:rPr lang="zh-CN" altLang="zh-CN" dirty="0">
                <a:solidFill>
                  <a:srgbClr val="000000"/>
                </a:solidFill>
                <a:ea typeface="仿宋" panose="02010609060101010101" pitchFamily="49" charset="-122"/>
                <a:cs typeface="Times New Roman" panose="02020603050405020304" pitchFamily="18" charset="0"/>
              </a:rPr>
              <a:t>的值作答</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p:txBody>
      </p:sp>
    </p:spTree>
    <p:extLst>
      <p:ext uri="{BB962C8B-B14F-4D97-AF65-F5344CB8AC3E}">
        <p14:creationId xmlns:p14="http://schemas.microsoft.com/office/powerpoint/2010/main" val="2605853610"/>
      </p:ext>
    </p:extLst>
  </p:cSld>
  <p:clrMapOvr>
    <a:masterClrMapping/>
  </p:clrMapOvr>
  <p:transition spd="slow">
    <p:randomBar dir="vert"/>
  </p:transition>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对象 1"/>
          <p:cNvGraphicFramePr>
            <a:graphicFrameLocks noChangeAspect="1"/>
          </p:cNvGraphicFramePr>
          <p:nvPr>
            <p:extLst>
              <p:ext uri="{D42A27DB-BD31-4B8C-83A1-F6EECF244321}">
                <p14:modId xmlns:p14="http://schemas.microsoft.com/office/powerpoint/2010/main" val="532907448"/>
              </p:ext>
            </p:extLst>
          </p:nvPr>
        </p:nvGraphicFramePr>
        <p:xfrm>
          <a:off x="360437" y="853991"/>
          <a:ext cx="11671959" cy="1257234"/>
        </p:xfrm>
        <a:graphic>
          <a:graphicData uri="http://schemas.openxmlformats.org/presentationml/2006/ole">
            <mc:AlternateContent xmlns:mc="http://schemas.openxmlformats.org/markup-compatibility/2006">
              <mc:Choice xmlns:v="urn:schemas-microsoft-com:vml" Requires="v">
                <p:oleObj spid="_x0000_s15390" name="文档" r:id="rId4" imgW="3826872" imgH="412208" progId="Word.Document.12">
                  <p:embed/>
                </p:oleObj>
              </mc:Choice>
              <mc:Fallback>
                <p:oleObj name="文档" r:id="rId4" imgW="3826872" imgH="412208" progId="Word.Document.12">
                  <p:embed/>
                  <p:pic>
                    <p:nvPicPr>
                      <p:cNvPr id="0" name=""/>
                      <p:cNvPicPr/>
                      <p:nvPr/>
                    </p:nvPicPr>
                    <p:blipFill>
                      <a:blip r:embed="rId5"/>
                      <a:stretch>
                        <a:fillRect/>
                      </a:stretch>
                    </p:blipFill>
                    <p:spPr>
                      <a:xfrm>
                        <a:off x="360437" y="853991"/>
                        <a:ext cx="11671959" cy="1257234"/>
                      </a:xfrm>
                      <a:prstGeom prst="rect">
                        <a:avLst/>
                      </a:prstGeom>
                    </p:spPr>
                  </p:pic>
                </p:oleObj>
              </mc:Fallback>
            </mc:AlternateContent>
          </a:graphicData>
        </a:graphic>
      </p:graphicFrame>
      <p:graphicFrame>
        <p:nvGraphicFramePr>
          <p:cNvPr id="4" name="对象 3"/>
          <p:cNvGraphicFramePr>
            <a:graphicFrameLocks noChangeAspect="1"/>
          </p:cNvGraphicFramePr>
          <p:nvPr>
            <p:extLst>
              <p:ext uri="{D42A27DB-BD31-4B8C-83A1-F6EECF244321}">
                <p14:modId xmlns:p14="http://schemas.microsoft.com/office/powerpoint/2010/main" val="3838084946"/>
              </p:ext>
            </p:extLst>
          </p:nvPr>
        </p:nvGraphicFramePr>
        <p:xfrm>
          <a:off x="360437" y="2138527"/>
          <a:ext cx="11671959" cy="3684016"/>
        </p:xfrm>
        <a:graphic>
          <a:graphicData uri="http://schemas.openxmlformats.org/presentationml/2006/ole">
            <mc:AlternateContent xmlns:mc="http://schemas.openxmlformats.org/markup-compatibility/2006">
              <mc:Choice xmlns:v="urn:schemas-microsoft-com:vml" Requires="v">
                <p:oleObj spid="_x0000_s15391" name="文档" r:id="rId7" imgW="3826872" imgH="1207874" progId="Word.Document.12">
                  <p:embed/>
                </p:oleObj>
              </mc:Choice>
              <mc:Fallback>
                <p:oleObj name="文档" r:id="rId7" imgW="3826872" imgH="1207874" progId="Word.Document.12">
                  <p:embed/>
                  <p:pic>
                    <p:nvPicPr>
                      <p:cNvPr id="0" name=""/>
                      <p:cNvPicPr/>
                      <p:nvPr/>
                    </p:nvPicPr>
                    <p:blipFill>
                      <a:blip r:embed="rId8"/>
                      <a:stretch>
                        <a:fillRect/>
                      </a:stretch>
                    </p:blipFill>
                    <p:spPr>
                      <a:xfrm>
                        <a:off x="360437" y="2138527"/>
                        <a:ext cx="11671959" cy="3684016"/>
                      </a:xfrm>
                      <a:prstGeom prst="rect">
                        <a:avLst/>
                      </a:prstGeom>
                    </p:spPr>
                  </p:pic>
                </p:oleObj>
              </mc:Fallback>
            </mc:AlternateContent>
          </a:graphicData>
        </a:graphic>
      </p:graphicFrame>
    </p:spTree>
    <p:extLst>
      <p:ext uri="{BB962C8B-B14F-4D97-AF65-F5344CB8AC3E}">
        <p14:creationId xmlns:p14="http://schemas.microsoft.com/office/powerpoint/2010/main" val="4020371418"/>
      </p:ext>
    </p:extLst>
  </p:cSld>
  <p:clrMapOvr>
    <a:masterClrMapping/>
  </p:clrMapOvr>
  <p:transition spd="slow">
    <p:randomBar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randombar(horizontal)">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虚尾箭头 1"/>
          <p:cNvSpPr/>
          <p:nvPr/>
        </p:nvSpPr>
        <p:spPr>
          <a:xfrm>
            <a:off x="432445" y="1367879"/>
            <a:ext cx="10657184" cy="3528392"/>
          </a:xfrm>
          <a:prstGeom prst="stripedRightArrow">
            <a:avLst/>
          </a:prstGeom>
        </p:spPr>
        <p:style>
          <a:lnRef idx="1">
            <a:schemeClr val="accent4"/>
          </a:lnRef>
          <a:fillRef idx="2">
            <a:schemeClr val="accent4"/>
          </a:fillRef>
          <a:effectRef idx="1">
            <a:schemeClr val="accent4"/>
          </a:effectRef>
          <a:fontRef idx="minor">
            <a:schemeClr val="dk1"/>
          </a:fontRef>
        </p:style>
        <p:txBody>
          <a:bodyPr rtlCol="0" anchor="ctr"/>
          <a:lstStyle/>
          <a:p>
            <a:pPr algn="ctr"/>
            <a:r>
              <a:rPr lang="zh-CN" altLang="zh-CN" sz="6600" dirty="0">
                <a:solidFill>
                  <a:srgbClr val="0070C0"/>
                </a:solidFill>
                <a:latin typeface="华文新魏" panose="02010800040101010101" pitchFamily="2" charset="-122"/>
                <a:ea typeface="华文新魏" panose="02010800040101010101" pitchFamily="2" charset="-122"/>
              </a:rPr>
              <a:t>随</a:t>
            </a:r>
            <a:r>
              <a:rPr lang="en-US" altLang="zh-CN" sz="6600" dirty="0">
                <a:solidFill>
                  <a:srgbClr val="0070C0"/>
                </a:solidFill>
                <a:latin typeface="华文新魏" panose="02010800040101010101" pitchFamily="2" charset="-122"/>
                <a:ea typeface="华文新魏" panose="02010800040101010101" pitchFamily="2" charset="-122"/>
              </a:rPr>
              <a:t>  </a:t>
            </a:r>
            <a:r>
              <a:rPr lang="zh-CN" altLang="zh-CN" sz="6600" dirty="0">
                <a:solidFill>
                  <a:srgbClr val="0070C0"/>
                </a:solidFill>
                <a:latin typeface="华文新魏" panose="02010800040101010101" pitchFamily="2" charset="-122"/>
                <a:ea typeface="华文新魏" panose="02010800040101010101" pitchFamily="2" charset="-122"/>
              </a:rPr>
              <a:t>堂</a:t>
            </a:r>
            <a:r>
              <a:rPr lang="en-US" altLang="zh-CN" sz="6600" dirty="0">
                <a:solidFill>
                  <a:srgbClr val="0070C0"/>
                </a:solidFill>
                <a:latin typeface="华文新魏" panose="02010800040101010101" pitchFamily="2" charset="-122"/>
                <a:ea typeface="华文新魏" panose="02010800040101010101" pitchFamily="2" charset="-122"/>
              </a:rPr>
              <a:t>  </a:t>
            </a:r>
            <a:r>
              <a:rPr lang="zh-CN" altLang="zh-CN" sz="6600" dirty="0">
                <a:solidFill>
                  <a:srgbClr val="0070C0"/>
                </a:solidFill>
                <a:latin typeface="华文新魏" panose="02010800040101010101" pitchFamily="2" charset="-122"/>
                <a:ea typeface="华文新魏" panose="02010800040101010101" pitchFamily="2" charset="-122"/>
              </a:rPr>
              <a:t>练</a:t>
            </a:r>
            <a:r>
              <a:rPr lang="en-US" altLang="zh-CN" sz="6600" dirty="0">
                <a:solidFill>
                  <a:srgbClr val="0070C0"/>
                </a:solidFill>
                <a:latin typeface="华文新魏" panose="02010800040101010101" pitchFamily="2" charset="-122"/>
                <a:ea typeface="华文新魏" panose="02010800040101010101" pitchFamily="2" charset="-122"/>
              </a:rPr>
              <a:t>  </a:t>
            </a:r>
            <a:r>
              <a:rPr lang="zh-CN" altLang="zh-CN" sz="6600" dirty="0">
                <a:solidFill>
                  <a:srgbClr val="0070C0"/>
                </a:solidFill>
                <a:latin typeface="华文新魏" panose="02010800040101010101" pitchFamily="2" charset="-122"/>
                <a:ea typeface="华文新魏" panose="02010800040101010101" pitchFamily="2" charset="-122"/>
              </a:rPr>
              <a:t>习</a:t>
            </a:r>
          </a:p>
        </p:txBody>
      </p:sp>
    </p:spTree>
    <p:extLst>
      <p:ext uri="{BB962C8B-B14F-4D97-AF65-F5344CB8AC3E}">
        <p14:creationId xmlns:p14="http://schemas.microsoft.com/office/powerpoint/2010/main" val="4075514661"/>
      </p:ext>
    </p:extLst>
  </p:cSld>
  <p:clrMapOvr>
    <a:masterClrMapping/>
  </p:clrMapOvr>
  <mc:AlternateContent xmlns:mc="http://schemas.openxmlformats.org/markup-compatibility/2006" xmlns:p14="http://schemas.microsoft.com/office/powerpoint/2010/main">
    <mc:Choice Requires="p14">
      <p:transition spd="slow" p14:dur="900">
        <p14:warp dir="in"/>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5"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500" decel="50000" fill="hold">
                                          <p:stCondLst>
                                            <p:cond delay="0"/>
                                          </p:stCondLst>
                                        </p:cTn>
                                        <p:tgtEl>
                                          <p:spTgt spid="2"/>
                                        </p:tgtEl>
                                        <p:attrNameLst>
                                          <p:attrName>style.rotation</p:attrName>
                                        </p:attrNameLst>
                                      </p:cBhvr>
                                      <p:tavLst>
                                        <p:tav tm="0">
                                          <p:val>
                                            <p:fltVal val="-90"/>
                                          </p:val>
                                        </p:tav>
                                        <p:tav tm="100000">
                                          <p:val>
                                            <p:fltVal val="0"/>
                                          </p:val>
                                        </p:tav>
                                      </p:tavLst>
                                    </p:anim>
                                    <p:anim calcmode="lin" valueType="num">
                                      <p:cBhvr>
                                        <p:cTn id="8" dur="500" decel="50000" fill="hold">
                                          <p:stCondLst>
                                            <p:cond delay="0"/>
                                          </p:stCondLst>
                                        </p:cTn>
                                        <p:tgtEl>
                                          <p:spTgt spid="2"/>
                                        </p:tgtEl>
                                        <p:attrNameLst>
                                          <p:attrName>ppt_w</p:attrName>
                                        </p:attrNameLst>
                                      </p:cBhvr>
                                      <p:tavLst>
                                        <p:tav tm="0">
                                          <p:val>
                                            <p:strVal val="#ppt_w"/>
                                          </p:val>
                                        </p:tav>
                                        <p:tav tm="100000">
                                          <p:val>
                                            <p:strVal val="#ppt_w*.05"/>
                                          </p:val>
                                        </p:tav>
                                      </p:tavLst>
                                    </p:anim>
                                    <p:anim calcmode="lin" valueType="num">
                                      <p:cBhvr>
                                        <p:cTn id="9" dur="500" accel="50000" fill="hold">
                                          <p:stCondLst>
                                            <p:cond delay="500"/>
                                          </p:stCondLst>
                                        </p:cTn>
                                        <p:tgtEl>
                                          <p:spTgt spid="2"/>
                                        </p:tgtEl>
                                        <p:attrNameLst>
                                          <p:attrName>ppt_w</p:attrName>
                                        </p:attrNameLst>
                                      </p:cBhvr>
                                      <p:tavLst>
                                        <p:tav tm="0">
                                          <p:val>
                                            <p:strVal val="#ppt_w*.05"/>
                                          </p:val>
                                        </p:tav>
                                        <p:tav tm="100000">
                                          <p:val>
                                            <p:strVal val="#ppt_w"/>
                                          </p:val>
                                        </p:tav>
                                      </p:tavLst>
                                    </p:anim>
                                    <p:anim calcmode="lin" valueType="num">
                                      <p:cBhvr>
                                        <p:cTn id="10" dur="1000" fill="hold"/>
                                        <p:tgtEl>
                                          <p:spTgt spid="2"/>
                                        </p:tgtEl>
                                        <p:attrNameLst>
                                          <p:attrName>ppt_h</p:attrName>
                                        </p:attrNameLst>
                                      </p:cBhvr>
                                      <p:tavLst>
                                        <p:tav tm="0">
                                          <p:val>
                                            <p:strVal val="#ppt_h"/>
                                          </p:val>
                                        </p:tav>
                                        <p:tav tm="100000">
                                          <p:val>
                                            <p:strVal val="#ppt_h"/>
                                          </p:val>
                                        </p:tav>
                                      </p:tavLst>
                                    </p:anim>
                                    <p:anim calcmode="lin" valueType="num">
                                      <p:cBhvr>
                                        <p:cTn id="11" dur="500" decel="50000" fill="hold">
                                          <p:stCondLst>
                                            <p:cond delay="0"/>
                                          </p:stCondLst>
                                        </p:cTn>
                                        <p:tgtEl>
                                          <p:spTgt spid="2"/>
                                        </p:tgtEl>
                                        <p:attrNameLst>
                                          <p:attrName>ppt_x</p:attrName>
                                        </p:attrNameLst>
                                      </p:cBhvr>
                                      <p:tavLst>
                                        <p:tav tm="0">
                                          <p:val>
                                            <p:strVal val="#ppt_x+.4"/>
                                          </p:val>
                                        </p:tav>
                                        <p:tav tm="100000">
                                          <p:val>
                                            <p:strVal val="#ppt_x"/>
                                          </p:val>
                                        </p:tav>
                                      </p:tavLst>
                                    </p:anim>
                                    <p:anim calcmode="lin" valueType="num">
                                      <p:cBhvr>
                                        <p:cTn id="12" dur="500" decel="50000" fill="hold">
                                          <p:stCondLst>
                                            <p:cond delay="0"/>
                                          </p:stCondLst>
                                        </p:cTn>
                                        <p:tgtEl>
                                          <p:spTgt spid="2"/>
                                        </p:tgtEl>
                                        <p:attrNameLst>
                                          <p:attrName>ppt_y</p:attrName>
                                        </p:attrNameLst>
                                      </p:cBhvr>
                                      <p:tavLst>
                                        <p:tav tm="0">
                                          <p:val>
                                            <p:strVal val="#ppt_y-.2"/>
                                          </p:val>
                                        </p:tav>
                                        <p:tav tm="100000">
                                          <p:val>
                                            <p:strVal val="#ppt_y+.1"/>
                                          </p:val>
                                        </p:tav>
                                      </p:tavLst>
                                    </p:anim>
                                    <p:anim calcmode="lin" valueType="num">
                                      <p:cBhvr>
                                        <p:cTn id="13" dur="500" accel="50000" fill="hold">
                                          <p:stCondLst>
                                            <p:cond delay="500"/>
                                          </p:stCondLst>
                                        </p:cTn>
                                        <p:tgtEl>
                                          <p:spTgt spid="2"/>
                                        </p:tgtEl>
                                        <p:attrNameLst>
                                          <p:attrName>ppt_y</p:attrName>
                                        </p:attrNameLst>
                                      </p:cBhvr>
                                      <p:tavLst>
                                        <p:tav tm="0">
                                          <p:val>
                                            <p:strVal val="#ppt_y+.1"/>
                                          </p:val>
                                        </p:tav>
                                        <p:tav tm="100000">
                                          <p:val>
                                            <p:strVal val="#ppt_y"/>
                                          </p:val>
                                        </p:tav>
                                      </p:tavLst>
                                    </p:anim>
                                    <p:animEffect transition="in" filter="fade">
                                      <p:cBhvr>
                                        <p:cTn id="14" dur="1000" decel="50000">
                                          <p:stCondLst>
                                            <p:cond delay="0"/>
                                          </p:stCondLst>
                                        </p:cTn>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ChangeAspect="1"/>
          </p:cNvSpPr>
          <p:nvPr/>
        </p:nvSpPr>
        <p:spPr>
          <a:xfrm>
            <a:off x="361950" y="713905"/>
            <a:ext cx="10807700" cy="5354158"/>
          </a:xfrm>
          <a:prstGeom prst="rect">
            <a:avLst/>
          </a:prstGeom>
        </p:spPr>
        <p:txBody>
          <a:bodyPr>
            <a:spAutoFit/>
          </a:bodyPr>
          <a:lstStyle/>
          <a:p>
            <a:pPr>
              <a:lnSpc>
                <a:spcPct val="120000"/>
              </a:lnSpc>
              <a:spcAft>
                <a:spcPts val="0"/>
              </a:spcAft>
              <a:tabLst>
                <a:tab pos="1029335" algn="l"/>
                <a:tab pos="1850390" algn="l"/>
                <a:tab pos="2538095" algn="l"/>
                <a:tab pos="3221990" algn="l"/>
              </a:tabLst>
            </a:pPr>
            <a:r>
              <a:rPr lang="en-US" altLang="zh-CN" dirty="0">
                <a:solidFill>
                  <a:srgbClr val="000000"/>
                </a:solidFill>
                <a:ea typeface="宋体" panose="02010600030101010101" pitchFamily="2" charset="-122"/>
                <a:cs typeface="Times New Roman" panose="02020603050405020304" pitchFamily="18" charset="0"/>
              </a:rPr>
              <a:t>1</a:t>
            </a:r>
            <a:r>
              <a:rPr lang="en-US" altLang="zh-CN" i="1"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函数</a:t>
            </a:r>
            <a:r>
              <a:rPr lang="en-US" altLang="zh-CN" i="1" dirty="0">
                <a:solidFill>
                  <a:srgbClr val="000000"/>
                </a:solidFill>
                <a:ea typeface="宋体" panose="02010600030101010101" pitchFamily="2" charset="-122"/>
                <a:cs typeface="Times New Roman" panose="02020603050405020304" pitchFamily="18" charset="0"/>
              </a:rPr>
              <a:t>f</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x</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=x</a:t>
            </a:r>
            <a:r>
              <a:rPr lang="en-US" altLang="zh-CN" baseline="30000" dirty="0">
                <a:solidFill>
                  <a:srgbClr val="000000"/>
                </a:solidFill>
                <a:ea typeface="宋体" panose="02010600030101010101" pitchFamily="2" charset="-122"/>
                <a:cs typeface="Times New Roman" panose="02020603050405020304" pitchFamily="18" charset="0"/>
              </a:rPr>
              <a:t>3</a:t>
            </a:r>
            <a:r>
              <a:rPr lang="en-US" altLang="zh-CN" dirty="0">
                <a:solidFill>
                  <a:srgbClr val="000000"/>
                </a:solidFill>
                <a:ea typeface="宋体" panose="02010600030101010101" pitchFamily="2" charset="-122"/>
                <a:cs typeface="Times New Roman" panose="02020603050405020304" pitchFamily="18" charset="0"/>
              </a:rPr>
              <a:t>[</a:t>
            </a:r>
            <a:r>
              <a:rPr lang="en-US" altLang="zh-CN" dirty="0" err="1">
                <a:solidFill>
                  <a:srgbClr val="000000"/>
                </a:solidFill>
                <a:ea typeface="宋体" panose="02010600030101010101" pitchFamily="2" charset="-122"/>
                <a:cs typeface="Times New Roman" panose="02020603050405020304" pitchFamily="18" charset="0"/>
              </a:rPr>
              <a:t>ln</a:t>
            </a:r>
            <a:r>
              <a:rPr lang="en-US" altLang="zh-CN" dirty="0">
                <a:solidFill>
                  <a:srgbClr val="000000"/>
                </a:solidFill>
                <a:ea typeface="宋体" panose="02010600030101010101" pitchFamily="2" charset="-122"/>
                <a:cs typeface="Times New Roman" panose="02020603050405020304" pitchFamily="18" charset="0"/>
              </a:rPr>
              <a:t>(1</a:t>
            </a:r>
            <a:r>
              <a:rPr lang="en-US" altLang="zh-CN" i="1" dirty="0">
                <a:solidFill>
                  <a:srgbClr val="000000"/>
                </a:solidFill>
                <a:ea typeface="宋体" panose="02010600030101010101" pitchFamily="2" charset="-122"/>
                <a:cs typeface="Times New Roman" panose="02020603050405020304" pitchFamily="18" charset="0"/>
              </a:rPr>
              <a:t>-x</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err="1">
                <a:solidFill>
                  <a:srgbClr val="000000"/>
                </a:solidFill>
                <a:ea typeface="宋体" panose="02010600030101010101" pitchFamily="2" charset="-122"/>
                <a:cs typeface="Times New Roman" panose="02020603050405020304" pitchFamily="18" charset="0"/>
              </a:rPr>
              <a:t>ln</a:t>
            </a:r>
            <a:r>
              <a:rPr lang="en-US" altLang="zh-CN" dirty="0">
                <a:solidFill>
                  <a:srgbClr val="000000"/>
                </a:solidFill>
                <a:ea typeface="宋体" panose="02010600030101010101" pitchFamily="2" charset="-122"/>
                <a:cs typeface="Times New Roman" panose="02020603050405020304" pitchFamily="18" charset="0"/>
              </a:rPr>
              <a:t>(1</a:t>
            </a:r>
            <a:r>
              <a:rPr lang="en-US" altLang="zh-CN" i="1" dirty="0">
                <a:solidFill>
                  <a:srgbClr val="000000"/>
                </a:solidFill>
                <a:ea typeface="宋体" panose="02010600030101010101" pitchFamily="2" charset="-122"/>
                <a:cs typeface="Times New Roman" panose="02020603050405020304" pitchFamily="18" charset="0"/>
              </a:rPr>
              <a:t>+x</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是</a:t>
            </a:r>
            <a:r>
              <a:rPr lang="en-US" altLang="zh-CN" dirty="0">
                <a:solidFill>
                  <a:srgbClr val="000000"/>
                </a:solidFill>
                <a:ea typeface="宋体" panose="02010600030101010101" pitchFamily="2" charset="-122"/>
                <a:cs typeface="Times New Roman" panose="02020603050405020304" pitchFamily="18" charset="0"/>
              </a:rPr>
              <a:t>(</a:t>
            </a:r>
            <a:r>
              <a:rPr lang="zh-CN" altLang="zh-CN" i="1" dirty="0">
                <a:solidFill>
                  <a:srgbClr val="000000"/>
                </a:solidFill>
                <a:ea typeface="宋体" panose="02010600030101010101" pitchFamily="2" charset="-122"/>
                <a:cs typeface="Times New Roman" panose="02020603050405020304" pitchFamily="18" charset="0"/>
              </a:rPr>
              <a:t>　　</a:t>
            </a:r>
            <a:r>
              <a:rPr lang="en-US" altLang="zh-CN"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en-US" altLang="zh-CN" dirty="0">
                <a:solidFill>
                  <a:srgbClr val="000000"/>
                </a:solidFill>
                <a:ea typeface="宋体" panose="02010600030101010101" pitchFamily="2" charset="-122"/>
                <a:cs typeface="Times New Roman" panose="02020603050405020304" pitchFamily="18" charset="0"/>
              </a:rPr>
              <a:t>A.</a:t>
            </a:r>
            <a:r>
              <a:rPr lang="zh-CN" altLang="zh-CN" dirty="0">
                <a:solidFill>
                  <a:srgbClr val="000000"/>
                </a:solidFill>
                <a:ea typeface="宋体" panose="02010600030101010101" pitchFamily="2" charset="-122"/>
                <a:cs typeface="Times New Roman" panose="02020603050405020304" pitchFamily="18" charset="0"/>
              </a:rPr>
              <a:t>奇函数</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en-US" altLang="zh-CN" dirty="0">
                <a:solidFill>
                  <a:srgbClr val="000000"/>
                </a:solidFill>
                <a:ea typeface="宋体" panose="02010600030101010101" pitchFamily="2" charset="-122"/>
                <a:cs typeface="Times New Roman" panose="02020603050405020304" pitchFamily="18" charset="0"/>
              </a:rPr>
              <a:t>B.</a:t>
            </a:r>
            <a:r>
              <a:rPr lang="zh-CN" altLang="zh-CN" dirty="0">
                <a:solidFill>
                  <a:srgbClr val="000000"/>
                </a:solidFill>
                <a:ea typeface="宋体" panose="02010600030101010101" pitchFamily="2" charset="-122"/>
                <a:cs typeface="Times New Roman" panose="02020603050405020304" pitchFamily="18" charset="0"/>
              </a:rPr>
              <a:t>偶函数</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en-US" altLang="zh-CN" dirty="0">
                <a:solidFill>
                  <a:srgbClr val="000000"/>
                </a:solidFill>
                <a:ea typeface="宋体" panose="02010600030101010101" pitchFamily="2" charset="-122"/>
                <a:cs typeface="Times New Roman" panose="02020603050405020304" pitchFamily="18" charset="0"/>
              </a:rPr>
              <a:t>C.</a:t>
            </a:r>
            <a:r>
              <a:rPr lang="zh-CN" altLang="zh-CN" dirty="0">
                <a:solidFill>
                  <a:srgbClr val="000000"/>
                </a:solidFill>
                <a:ea typeface="宋体" panose="02010600030101010101" pitchFamily="2" charset="-122"/>
                <a:cs typeface="Times New Roman" panose="02020603050405020304" pitchFamily="18" charset="0"/>
              </a:rPr>
              <a:t>非奇非偶函数</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en-US" altLang="zh-CN" dirty="0">
                <a:solidFill>
                  <a:srgbClr val="000000"/>
                </a:solidFill>
                <a:ea typeface="宋体" panose="02010600030101010101" pitchFamily="2" charset="-122"/>
                <a:cs typeface="Times New Roman" panose="02020603050405020304" pitchFamily="18" charset="0"/>
              </a:rPr>
              <a:t>D.</a:t>
            </a:r>
            <a:r>
              <a:rPr lang="zh-CN" altLang="zh-CN" dirty="0">
                <a:solidFill>
                  <a:srgbClr val="000000"/>
                </a:solidFill>
                <a:ea typeface="宋体" panose="02010600030101010101" pitchFamily="2" charset="-122"/>
                <a:cs typeface="Times New Roman" panose="02020603050405020304" pitchFamily="18" charset="0"/>
              </a:rPr>
              <a:t>既是奇函数又是偶函数</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zh-CN" altLang="zh-CN" dirty="0">
                <a:latin typeface="Arial" panose="020B0604020202020204" pitchFamily="34" charset="0"/>
                <a:cs typeface="Times New Roman" panose="02020603050405020304" pitchFamily="18" charset="0"/>
              </a:rPr>
              <a:t>解析</a:t>
            </a:r>
            <a:r>
              <a:rPr lang="en-US" altLang="zh-CN" dirty="0">
                <a:latin typeface="Arial" panose="020B0604020202020204" pitchFamily="34" charset="0"/>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因为函数</a:t>
            </a:r>
            <a:r>
              <a:rPr lang="en-US" altLang="zh-CN" i="1" dirty="0">
                <a:solidFill>
                  <a:srgbClr val="000000"/>
                </a:solidFill>
                <a:ea typeface="宋体" panose="02010600030101010101" pitchFamily="2" charset="-122"/>
                <a:cs typeface="Times New Roman" panose="02020603050405020304" pitchFamily="18" charset="0"/>
              </a:rPr>
              <a:t>f</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x</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的定义域为</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1,1),</a:t>
            </a:r>
            <a:r>
              <a:rPr lang="en-US" altLang="zh-CN" dirty="0">
                <a:solidFill>
                  <a:srgbClr val="000000"/>
                </a:solidFill>
                <a:latin typeface="Cambria Math" panose="02040503050406030204" pitchFamily="18" charset="0"/>
                <a:ea typeface="NEU-BZ-S9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x</a:t>
            </a:r>
            <a:r>
              <a:rPr lang="zh-CN" altLang="zh-CN" dirty="0">
                <a:solidFill>
                  <a:srgbClr val="000000"/>
                </a:solidFill>
                <a:latin typeface="NEU-BZ-S92"/>
                <a:ea typeface="宋体" panose="02010600030101010101" pitchFamily="2" charset="-122"/>
                <a:cs typeface="宋体" panose="02010600030101010101" pitchFamily="2" charset="-122"/>
              </a:rPr>
              <a:t>∈</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1,1),</a:t>
            </a:r>
            <a:r>
              <a:rPr lang="zh-CN" altLang="zh-CN" dirty="0">
                <a:solidFill>
                  <a:srgbClr val="000000"/>
                </a:solidFill>
                <a:ea typeface="楷体" panose="02010609060101010101" pitchFamily="49" charset="-122"/>
                <a:cs typeface="Times New Roman" panose="02020603050405020304" pitchFamily="18" charset="0"/>
              </a:rPr>
              <a:t>有</a:t>
            </a:r>
            <a:r>
              <a:rPr lang="en-US" altLang="zh-CN" i="1" dirty="0">
                <a:solidFill>
                  <a:srgbClr val="000000"/>
                </a:solidFill>
                <a:ea typeface="宋体" panose="02010600030101010101" pitchFamily="2" charset="-122"/>
                <a:cs typeface="Times New Roman" panose="02020603050405020304" pitchFamily="18" charset="0"/>
              </a:rPr>
              <a:t>-x</a:t>
            </a:r>
            <a:r>
              <a:rPr lang="zh-CN" altLang="zh-CN" dirty="0">
                <a:solidFill>
                  <a:srgbClr val="000000"/>
                </a:solidFill>
                <a:latin typeface="NEU-BZ-S92"/>
                <a:ea typeface="宋体" panose="02010600030101010101" pitchFamily="2" charset="-122"/>
                <a:cs typeface="宋体" panose="02010600030101010101" pitchFamily="2" charset="-122"/>
              </a:rPr>
              <a:t>∈</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1,1),</a:t>
            </a:r>
            <a:r>
              <a:rPr lang="zh-CN" altLang="zh-CN" dirty="0">
                <a:solidFill>
                  <a:srgbClr val="000000"/>
                </a:solidFill>
                <a:ea typeface="楷体" panose="02010609060101010101" pitchFamily="49" charset="-122"/>
                <a:cs typeface="Times New Roman" panose="02020603050405020304" pitchFamily="18" charset="0"/>
              </a:rPr>
              <a:t>且</a:t>
            </a:r>
            <a:r>
              <a:rPr lang="en-US" altLang="zh-CN" i="1" dirty="0">
                <a:solidFill>
                  <a:srgbClr val="000000"/>
                </a:solidFill>
                <a:ea typeface="宋体" panose="02010600030101010101" pitchFamily="2" charset="-122"/>
                <a:cs typeface="Times New Roman" panose="02020603050405020304" pitchFamily="18" charset="0"/>
              </a:rPr>
              <a:t>f</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-x</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-x</a:t>
            </a:r>
            <a:r>
              <a:rPr lang="en-US" altLang="zh-CN" dirty="0">
                <a:solidFill>
                  <a:srgbClr val="000000"/>
                </a:solidFill>
                <a:ea typeface="宋体" panose="02010600030101010101" pitchFamily="2" charset="-122"/>
                <a:cs typeface="Times New Roman" panose="02020603050405020304" pitchFamily="18" charset="0"/>
              </a:rPr>
              <a:t>)</a:t>
            </a:r>
            <a:r>
              <a:rPr lang="en-US" altLang="zh-CN" baseline="30000" dirty="0">
                <a:solidFill>
                  <a:srgbClr val="000000"/>
                </a:solidFill>
                <a:ea typeface="宋体" panose="02010600030101010101" pitchFamily="2" charset="-122"/>
                <a:cs typeface="Times New Roman" panose="02020603050405020304" pitchFamily="18" charset="0"/>
              </a:rPr>
              <a:t>3</a:t>
            </a:r>
            <a:r>
              <a:rPr lang="en-US" altLang="zh-CN" dirty="0">
                <a:solidFill>
                  <a:srgbClr val="000000"/>
                </a:solidFill>
                <a:ea typeface="宋体" panose="02010600030101010101" pitchFamily="2" charset="-122"/>
                <a:cs typeface="Times New Roman" panose="02020603050405020304" pitchFamily="18" charset="0"/>
              </a:rPr>
              <a:t>[</a:t>
            </a:r>
            <a:r>
              <a:rPr lang="en-US" altLang="zh-CN" dirty="0" err="1">
                <a:solidFill>
                  <a:srgbClr val="000000"/>
                </a:solidFill>
                <a:ea typeface="宋体" panose="02010600030101010101" pitchFamily="2" charset="-122"/>
                <a:cs typeface="Times New Roman" panose="02020603050405020304" pitchFamily="18" charset="0"/>
              </a:rPr>
              <a:t>ln</a:t>
            </a:r>
            <a:r>
              <a:rPr lang="en-US" altLang="zh-CN" dirty="0">
                <a:solidFill>
                  <a:srgbClr val="000000"/>
                </a:solidFill>
                <a:ea typeface="宋体" panose="02010600030101010101" pitchFamily="2" charset="-122"/>
                <a:cs typeface="Times New Roman" panose="02020603050405020304" pitchFamily="18" charset="0"/>
              </a:rPr>
              <a:t>(1</a:t>
            </a:r>
            <a:r>
              <a:rPr lang="en-US" altLang="zh-CN" i="1" dirty="0">
                <a:solidFill>
                  <a:srgbClr val="000000"/>
                </a:solidFill>
                <a:ea typeface="宋体" panose="02010600030101010101" pitchFamily="2" charset="-122"/>
                <a:cs typeface="Times New Roman" panose="02020603050405020304" pitchFamily="18" charset="0"/>
              </a:rPr>
              <a:t>+x</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err="1">
                <a:solidFill>
                  <a:srgbClr val="000000"/>
                </a:solidFill>
                <a:ea typeface="宋体" panose="02010600030101010101" pitchFamily="2" charset="-122"/>
                <a:cs typeface="Times New Roman" panose="02020603050405020304" pitchFamily="18" charset="0"/>
              </a:rPr>
              <a:t>ln</a:t>
            </a:r>
            <a:r>
              <a:rPr lang="en-US" altLang="zh-CN" dirty="0">
                <a:solidFill>
                  <a:srgbClr val="000000"/>
                </a:solidFill>
                <a:ea typeface="宋体" panose="02010600030101010101" pitchFamily="2" charset="-122"/>
                <a:cs typeface="Times New Roman" panose="02020603050405020304" pitchFamily="18" charset="0"/>
              </a:rPr>
              <a:t>(1</a:t>
            </a:r>
            <a:r>
              <a:rPr lang="en-US" altLang="zh-CN" i="1" dirty="0">
                <a:solidFill>
                  <a:srgbClr val="000000"/>
                </a:solidFill>
                <a:ea typeface="宋体" panose="02010600030101010101" pitchFamily="2" charset="-122"/>
                <a:cs typeface="Times New Roman" panose="02020603050405020304" pitchFamily="18" charset="0"/>
              </a:rPr>
              <a:t>-x</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=x</a:t>
            </a:r>
            <a:r>
              <a:rPr lang="en-US" altLang="zh-CN" baseline="30000" dirty="0">
                <a:solidFill>
                  <a:srgbClr val="000000"/>
                </a:solidFill>
                <a:ea typeface="宋体" panose="02010600030101010101" pitchFamily="2" charset="-122"/>
                <a:cs typeface="Times New Roman" panose="02020603050405020304" pitchFamily="18" charset="0"/>
              </a:rPr>
              <a:t>3</a:t>
            </a:r>
            <a:r>
              <a:rPr lang="en-US" altLang="zh-CN" dirty="0">
                <a:solidFill>
                  <a:srgbClr val="000000"/>
                </a:solidFill>
                <a:ea typeface="宋体" panose="02010600030101010101" pitchFamily="2" charset="-122"/>
                <a:cs typeface="Times New Roman" panose="02020603050405020304" pitchFamily="18" charset="0"/>
              </a:rPr>
              <a:t>[</a:t>
            </a:r>
            <a:r>
              <a:rPr lang="en-US" altLang="zh-CN" dirty="0" err="1">
                <a:solidFill>
                  <a:srgbClr val="000000"/>
                </a:solidFill>
                <a:ea typeface="宋体" panose="02010600030101010101" pitchFamily="2" charset="-122"/>
                <a:cs typeface="Times New Roman" panose="02020603050405020304" pitchFamily="18" charset="0"/>
              </a:rPr>
              <a:t>ln</a:t>
            </a:r>
            <a:r>
              <a:rPr lang="en-US" altLang="zh-CN" dirty="0">
                <a:solidFill>
                  <a:srgbClr val="000000"/>
                </a:solidFill>
                <a:ea typeface="宋体" panose="02010600030101010101" pitchFamily="2" charset="-122"/>
                <a:cs typeface="Times New Roman" panose="02020603050405020304" pitchFamily="18" charset="0"/>
              </a:rPr>
              <a:t>(1</a:t>
            </a:r>
            <a:r>
              <a:rPr lang="en-US" altLang="zh-CN" i="1" dirty="0">
                <a:solidFill>
                  <a:srgbClr val="000000"/>
                </a:solidFill>
                <a:ea typeface="宋体" panose="02010600030101010101" pitchFamily="2" charset="-122"/>
                <a:cs typeface="Times New Roman" panose="02020603050405020304" pitchFamily="18" charset="0"/>
              </a:rPr>
              <a:t>-x</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err="1">
                <a:solidFill>
                  <a:srgbClr val="000000"/>
                </a:solidFill>
                <a:ea typeface="宋体" panose="02010600030101010101" pitchFamily="2" charset="-122"/>
                <a:cs typeface="Times New Roman" panose="02020603050405020304" pitchFamily="18" charset="0"/>
              </a:rPr>
              <a:t>ln</a:t>
            </a:r>
            <a:r>
              <a:rPr lang="en-US" altLang="zh-CN" dirty="0">
                <a:solidFill>
                  <a:srgbClr val="000000"/>
                </a:solidFill>
                <a:ea typeface="宋体" panose="02010600030101010101" pitchFamily="2" charset="-122"/>
                <a:cs typeface="Times New Roman" panose="02020603050405020304" pitchFamily="18" charset="0"/>
              </a:rPr>
              <a:t>(1</a:t>
            </a:r>
            <a:r>
              <a:rPr lang="en-US" altLang="zh-CN" i="1" dirty="0">
                <a:solidFill>
                  <a:srgbClr val="000000"/>
                </a:solidFill>
                <a:ea typeface="宋体" panose="02010600030101010101" pitchFamily="2" charset="-122"/>
                <a:cs typeface="Times New Roman" panose="02020603050405020304" pitchFamily="18" charset="0"/>
              </a:rPr>
              <a:t>+x</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=f</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x</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所以函数</a:t>
            </a:r>
            <a:r>
              <a:rPr lang="en-US" altLang="zh-CN" i="1" dirty="0">
                <a:solidFill>
                  <a:srgbClr val="000000"/>
                </a:solidFill>
                <a:ea typeface="宋体" panose="02010600030101010101" pitchFamily="2" charset="-122"/>
                <a:cs typeface="Times New Roman" panose="02020603050405020304" pitchFamily="18" charset="0"/>
              </a:rPr>
              <a:t>f</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x</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是偶函数</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zh-CN" altLang="zh-CN" dirty="0">
                <a:latin typeface="Arial" panose="020B0604020202020204" pitchFamily="34" charset="0"/>
                <a:cs typeface="Times New Roman" panose="02020603050405020304" pitchFamily="18" charset="0"/>
              </a:rPr>
              <a:t>答案</a:t>
            </a:r>
            <a:r>
              <a:rPr lang="en-US" altLang="zh-CN" dirty="0">
                <a:latin typeface="Arial" panose="020B0604020202020204" pitchFamily="34" charset="0"/>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B</a:t>
            </a:r>
            <a:endParaRPr lang="zh-CN" altLang="zh-CN" dirty="0">
              <a:solidFill>
                <a:srgbClr val="000000"/>
              </a:solidFill>
              <a:effectLst/>
              <a:latin typeface="NEU-BZ-S92"/>
              <a:ea typeface="方正书宋_GBK" panose="03000509000000000000" pitchFamily="65" charset="-122"/>
              <a:cs typeface="Times New Roman" panose="02020603050405020304" pitchFamily="18" charset="0"/>
            </a:endParaRPr>
          </a:p>
        </p:txBody>
      </p:sp>
    </p:spTree>
    <p:extLst>
      <p:ext uri="{BB962C8B-B14F-4D97-AF65-F5344CB8AC3E}">
        <p14:creationId xmlns:p14="http://schemas.microsoft.com/office/powerpoint/2010/main" val="962406242"/>
      </p:ext>
    </p:extLst>
  </p:cSld>
  <p:clrMapOvr>
    <a:masterClrMapping/>
  </p:clrMapOvr>
  <p:transition spd="slow">
    <p:comb/>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2">
                                            <p:txEl>
                                              <p:pRg st="5" end="5"/>
                                            </p:txEl>
                                          </p:spTgt>
                                        </p:tgtEl>
                                        <p:attrNameLst>
                                          <p:attrName>style.visibility</p:attrName>
                                        </p:attrNameLst>
                                      </p:cBhvr>
                                      <p:to>
                                        <p:strVal val="visible"/>
                                      </p:to>
                                    </p:set>
                                    <p:animEffect transition="in" filter="randombar(horizontal)">
                                      <p:cBhvr>
                                        <p:cTn id="7" dur="500"/>
                                        <p:tgtEl>
                                          <p:spTgt spid="2">
                                            <p:txEl>
                                              <p:pRg st="5" end="5"/>
                                            </p:txEl>
                                          </p:spTgt>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nodeType="clickEffect">
                                  <p:stCondLst>
                                    <p:cond delay="0"/>
                                  </p:stCondLst>
                                  <p:childTnLst>
                                    <p:set>
                                      <p:cBhvr>
                                        <p:cTn id="11" dur="1" fill="hold">
                                          <p:stCondLst>
                                            <p:cond delay="0"/>
                                          </p:stCondLst>
                                        </p:cTn>
                                        <p:tgtEl>
                                          <p:spTgt spid="2">
                                            <p:txEl>
                                              <p:pRg st="6" end="6"/>
                                            </p:txEl>
                                          </p:spTgt>
                                        </p:tgtEl>
                                        <p:attrNameLst>
                                          <p:attrName>style.visibility</p:attrName>
                                        </p:attrNameLst>
                                      </p:cBhvr>
                                      <p:to>
                                        <p:strVal val="visible"/>
                                      </p:to>
                                    </p:set>
                                    <p:animEffect transition="in" filter="randombar(horizontal)">
                                      <p:cBhvr>
                                        <p:cTn id="12" dur="500"/>
                                        <p:tgtEl>
                                          <p:spTgt spid="2">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对象 1"/>
          <p:cNvGraphicFramePr>
            <a:graphicFrameLocks noChangeAspect="1"/>
          </p:cNvGraphicFramePr>
          <p:nvPr>
            <p:extLst>
              <p:ext uri="{D42A27DB-BD31-4B8C-83A1-F6EECF244321}">
                <p14:modId xmlns:p14="http://schemas.microsoft.com/office/powerpoint/2010/main" val="699426175"/>
              </p:ext>
            </p:extLst>
          </p:nvPr>
        </p:nvGraphicFramePr>
        <p:xfrm>
          <a:off x="660400" y="709661"/>
          <a:ext cx="10607329" cy="2242394"/>
        </p:xfrm>
        <a:graphic>
          <a:graphicData uri="http://schemas.openxmlformats.org/presentationml/2006/ole">
            <mc:AlternateContent xmlns:mc="http://schemas.openxmlformats.org/markup-compatibility/2006">
              <mc:Choice xmlns:v="urn:schemas-microsoft-com:vml" Requires="v">
                <p:oleObj spid="_x0000_s19474" name="文档" r:id="rId4" imgW="3477813" imgH="735211" progId="Word.Document.12">
                  <p:embed/>
                </p:oleObj>
              </mc:Choice>
              <mc:Fallback>
                <p:oleObj name="文档" r:id="rId4" imgW="3477813" imgH="735211" progId="Word.Document.12">
                  <p:embed/>
                  <p:pic>
                    <p:nvPicPr>
                      <p:cNvPr id="0" name=""/>
                      <p:cNvPicPr/>
                      <p:nvPr/>
                    </p:nvPicPr>
                    <p:blipFill>
                      <a:blip r:embed="rId5"/>
                      <a:stretch>
                        <a:fillRect/>
                      </a:stretch>
                    </p:blipFill>
                    <p:spPr>
                      <a:xfrm>
                        <a:off x="660400" y="709661"/>
                        <a:ext cx="10607329" cy="2242394"/>
                      </a:xfrm>
                      <a:prstGeom prst="rect">
                        <a:avLst/>
                      </a:prstGeom>
                    </p:spPr>
                  </p:pic>
                </p:oleObj>
              </mc:Fallback>
            </mc:AlternateContent>
          </a:graphicData>
        </a:graphic>
      </p:graphicFrame>
      <p:graphicFrame>
        <p:nvGraphicFramePr>
          <p:cNvPr id="4" name="对象 3"/>
          <p:cNvGraphicFramePr>
            <a:graphicFrameLocks noChangeAspect="1"/>
          </p:cNvGraphicFramePr>
          <p:nvPr>
            <p:extLst>
              <p:ext uri="{D42A27DB-BD31-4B8C-83A1-F6EECF244321}">
                <p14:modId xmlns:p14="http://schemas.microsoft.com/office/powerpoint/2010/main" val="2208939860"/>
              </p:ext>
            </p:extLst>
          </p:nvPr>
        </p:nvGraphicFramePr>
        <p:xfrm>
          <a:off x="660400" y="3051093"/>
          <a:ext cx="10607329" cy="1269114"/>
        </p:xfrm>
        <a:graphic>
          <a:graphicData uri="http://schemas.openxmlformats.org/presentationml/2006/ole">
            <mc:AlternateContent xmlns:mc="http://schemas.openxmlformats.org/markup-compatibility/2006">
              <mc:Choice xmlns:v="urn:schemas-microsoft-com:vml" Requires="v">
                <p:oleObj spid="_x0000_s19475" name="文档" r:id="rId7" imgW="3477813" imgH="416103" progId="Word.Document.12">
                  <p:embed/>
                </p:oleObj>
              </mc:Choice>
              <mc:Fallback>
                <p:oleObj name="文档" r:id="rId7" imgW="3477813" imgH="416103" progId="Word.Document.12">
                  <p:embed/>
                  <p:pic>
                    <p:nvPicPr>
                      <p:cNvPr id="0" name=""/>
                      <p:cNvPicPr/>
                      <p:nvPr/>
                    </p:nvPicPr>
                    <p:blipFill>
                      <a:blip r:embed="rId8"/>
                      <a:stretch>
                        <a:fillRect/>
                      </a:stretch>
                    </p:blipFill>
                    <p:spPr>
                      <a:xfrm>
                        <a:off x="660400" y="3051093"/>
                        <a:ext cx="10607329" cy="1269114"/>
                      </a:xfrm>
                      <a:prstGeom prst="rect">
                        <a:avLst/>
                      </a:prstGeom>
                    </p:spPr>
                  </p:pic>
                </p:oleObj>
              </mc:Fallback>
            </mc:AlternateContent>
          </a:graphicData>
        </a:graphic>
      </p:graphicFrame>
      <p:pic>
        <p:nvPicPr>
          <p:cNvPr id="5" name="21Q15.eps" descr="id:2147498097;FounderCES"/>
          <p:cNvPicPr/>
          <p:nvPr/>
        </p:nvPicPr>
        <p:blipFill>
          <a:blip r:embed="rId9"/>
          <a:stretch>
            <a:fillRect/>
          </a:stretch>
        </p:blipFill>
        <p:spPr>
          <a:xfrm>
            <a:off x="6697141" y="4176191"/>
            <a:ext cx="2160240" cy="2160240"/>
          </a:xfrm>
          <a:prstGeom prst="rect">
            <a:avLst/>
          </a:prstGeom>
        </p:spPr>
      </p:pic>
      <p:sp>
        <p:nvSpPr>
          <p:cNvPr id="6" name="矩形 5"/>
          <p:cNvSpPr>
            <a:spLocks noChangeAspect="1"/>
          </p:cNvSpPr>
          <p:nvPr/>
        </p:nvSpPr>
        <p:spPr>
          <a:xfrm>
            <a:off x="504453" y="5796911"/>
            <a:ext cx="1521570" cy="683264"/>
          </a:xfrm>
          <a:prstGeom prst="rect">
            <a:avLst/>
          </a:prstGeom>
        </p:spPr>
        <p:txBody>
          <a:bodyPr wrap="none">
            <a:spAutoFit/>
          </a:bodyPr>
          <a:lstStyle/>
          <a:p>
            <a:pPr>
              <a:lnSpc>
                <a:spcPct val="120000"/>
              </a:lnSpc>
              <a:spcAft>
                <a:spcPts val="0"/>
              </a:spcAft>
              <a:tabLst>
                <a:tab pos="1188085" algn="l"/>
                <a:tab pos="2163445" algn="l"/>
                <a:tab pos="3142615" algn="l"/>
                <a:tab pos="4190365" algn="l"/>
              </a:tabLst>
            </a:pPr>
            <a:r>
              <a:rPr lang="zh-CN" altLang="zh-CN" dirty="0">
                <a:latin typeface="Arial" panose="020B0604020202020204" pitchFamily="34" charset="0"/>
                <a:cs typeface="Times New Roman" panose="02020603050405020304" pitchFamily="18" charset="0"/>
              </a:rPr>
              <a:t>答案</a:t>
            </a:r>
            <a:r>
              <a:rPr lang="en-US" altLang="zh-CN" dirty="0">
                <a:latin typeface="Arial" panose="020B0604020202020204" pitchFamily="34" charset="0"/>
                <a:cs typeface="Times New Roman" panose="02020603050405020304" pitchFamily="18" charset="0"/>
              </a:rPr>
              <a:t>:</a:t>
            </a:r>
            <a:r>
              <a:rPr lang="en-US" altLang="zh-CN" dirty="0" smtClean="0">
                <a:solidFill>
                  <a:srgbClr val="000000"/>
                </a:solidFill>
                <a:ea typeface="宋体" panose="02010600030101010101" pitchFamily="2" charset="-122"/>
                <a:cs typeface="Times New Roman" panose="02020603050405020304" pitchFamily="18" charset="0"/>
              </a:rPr>
              <a:t>B </a:t>
            </a:r>
            <a:endParaRPr lang="zh-CN" altLang="zh-CN" dirty="0">
              <a:solidFill>
                <a:srgbClr val="000000"/>
              </a:solidFill>
              <a:effectLst/>
              <a:latin typeface="NEU-BZ-S92"/>
              <a:ea typeface="方正书宋_GBK" panose="03000509000000000000" pitchFamily="65" charset="-122"/>
              <a:cs typeface="Times New Roman" panose="02020603050405020304" pitchFamily="18" charset="0"/>
            </a:endParaRPr>
          </a:p>
        </p:txBody>
      </p:sp>
    </p:spTree>
    <p:extLst>
      <p:ext uri="{BB962C8B-B14F-4D97-AF65-F5344CB8AC3E}">
        <p14:creationId xmlns:p14="http://schemas.microsoft.com/office/powerpoint/2010/main" val="2731681949"/>
      </p:ext>
    </p:extLst>
  </p:cSld>
  <p:clrMapOvr>
    <a:masterClrMapping/>
  </p:clrMapOvr>
  <p:transition spd="slow">
    <p:comb/>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randombar(horizontal)">
                                      <p:cBhvr>
                                        <p:cTn id="7" dur="500"/>
                                        <p:tgtEl>
                                          <p:spTgt spid="4"/>
                                        </p:tgtEl>
                                      </p:cBhvr>
                                    </p:animEffect>
                                  </p:childTnLst>
                                </p:cTn>
                              </p:par>
                              <p:par>
                                <p:cTn id="8" presetID="14" presetClass="entr" presetSubtype="10" fill="hold"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randombar(horizontal)">
                                      <p:cBhvr>
                                        <p:cTn id="10" dur="500"/>
                                        <p:tgtEl>
                                          <p:spTgt spid="5"/>
                                        </p:tgtEl>
                                      </p:cBhvr>
                                    </p:animEffect>
                                  </p:childTnLst>
                                </p:cTn>
                              </p:par>
                            </p:childTnLst>
                          </p:cTn>
                        </p:par>
                      </p:childTnLst>
                    </p:cTn>
                  </p:par>
                  <p:par>
                    <p:cTn id="11" fill="hold">
                      <p:stCondLst>
                        <p:cond delay="indefinite"/>
                      </p:stCondLst>
                      <p:childTnLst>
                        <p:par>
                          <p:cTn id="12" fill="hold">
                            <p:stCondLst>
                              <p:cond delay="0"/>
                            </p:stCondLst>
                            <p:childTnLst>
                              <p:par>
                                <p:cTn id="13" presetID="14" presetClass="entr" presetSubtype="1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animEffect transition="in" filter="randombar(horizontal)">
                                      <p:cBhvr>
                                        <p:cTn id="15"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a:spLocks noChangeAspect="1"/>
          </p:cNvSpPr>
          <p:nvPr/>
        </p:nvSpPr>
        <p:spPr>
          <a:xfrm>
            <a:off x="361950" y="1151855"/>
            <a:ext cx="10807700" cy="3581365"/>
          </a:xfrm>
          <a:prstGeom prst="rect">
            <a:avLst/>
          </a:prstGeom>
        </p:spPr>
        <p:txBody>
          <a:bodyPr>
            <a:spAutoFit/>
          </a:bodyPr>
          <a:lstStyle/>
          <a:p>
            <a:pPr>
              <a:lnSpc>
                <a:spcPct val="120000"/>
              </a:lnSpc>
              <a:spcAft>
                <a:spcPts val="0"/>
              </a:spcAft>
              <a:tabLst>
                <a:tab pos="1029335" algn="l"/>
                <a:tab pos="1850390" algn="l"/>
                <a:tab pos="2538095" algn="l"/>
                <a:tab pos="3221990" algn="l"/>
              </a:tabLst>
            </a:pPr>
            <a:r>
              <a:rPr lang="en-US" altLang="zh-CN" dirty="0">
                <a:solidFill>
                  <a:srgbClr val="000000"/>
                </a:solidFill>
                <a:ea typeface="宋体" panose="02010600030101010101" pitchFamily="2" charset="-122"/>
                <a:cs typeface="Times New Roman" panose="02020603050405020304" pitchFamily="18" charset="0"/>
              </a:rPr>
              <a:t>3</a:t>
            </a:r>
            <a:r>
              <a:rPr lang="en-US" altLang="zh-CN" i="1"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若函数</a:t>
            </a:r>
            <a:r>
              <a:rPr lang="en-US" altLang="zh-CN" i="1" dirty="0">
                <a:solidFill>
                  <a:srgbClr val="000000"/>
                </a:solidFill>
                <a:ea typeface="宋体" panose="02010600030101010101" pitchFamily="2" charset="-122"/>
                <a:cs typeface="Times New Roman" panose="02020603050405020304" pitchFamily="18" charset="0"/>
              </a:rPr>
              <a:t>y=</a:t>
            </a:r>
            <a:r>
              <a:rPr lang="en-US" altLang="zh-CN" dirty="0" err="1">
                <a:solidFill>
                  <a:srgbClr val="000000"/>
                </a:solidFill>
                <a:ea typeface="宋体" panose="02010600030101010101" pitchFamily="2" charset="-122"/>
                <a:cs typeface="Times New Roman" panose="02020603050405020304" pitchFamily="18" charset="0"/>
              </a:rPr>
              <a:t>log</a:t>
            </a:r>
            <a:r>
              <a:rPr lang="en-US" altLang="zh-CN" i="1" baseline="-25000" dirty="0" err="1">
                <a:solidFill>
                  <a:srgbClr val="000000"/>
                </a:solidFill>
                <a:ea typeface="宋体" panose="02010600030101010101" pitchFamily="2" charset="-122"/>
                <a:cs typeface="Times New Roman" panose="02020603050405020304" pitchFamily="18" charset="0"/>
              </a:rPr>
              <a:t>a</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x</a:t>
            </a:r>
            <a:r>
              <a:rPr lang="en-US" altLang="zh-CN" baseline="30000" dirty="0">
                <a:solidFill>
                  <a:srgbClr val="000000"/>
                </a:solidFill>
                <a:ea typeface="宋体" panose="02010600030101010101" pitchFamily="2" charset="-122"/>
                <a:cs typeface="Times New Roman" panose="02020603050405020304" pitchFamily="18" charset="0"/>
              </a:rPr>
              <a:t>2</a:t>
            </a:r>
            <a:r>
              <a:rPr lang="en-US" altLang="zh-CN" i="1" dirty="0">
                <a:solidFill>
                  <a:srgbClr val="000000"/>
                </a:solidFill>
                <a:ea typeface="宋体" panose="02010600030101010101" pitchFamily="2" charset="-122"/>
                <a:cs typeface="Times New Roman" panose="02020603050405020304" pitchFamily="18" charset="0"/>
              </a:rPr>
              <a:t>-ax+</a:t>
            </a:r>
            <a:r>
              <a:rPr lang="en-US" altLang="zh-CN" dirty="0">
                <a:solidFill>
                  <a:srgbClr val="000000"/>
                </a:solidFill>
                <a:ea typeface="宋体" panose="02010600030101010101" pitchFamily="2" charset="-122"/>
                <a:cs typeface="Times New Roman" panose="02020603050405020304" pitchFamily="18" charset="0"/>
              </a:rPr>
              <a:t>1)</a:t>
            </a:r>
            <a:r>
              <a:rPr lang="zh-CN" altLang="zh-CN" dirty="0">
                <a:solidFill>
                  <a:srgbClr val="000000"/>
                </a:solidFill>
                <a:ea typeface="宋体" panose="02010600030101010101" pitchFamily="2" charset="-122"/>
                <a:cs typeface="Times New Roman" panose="02020603050405020304" pitchFamily="18" charset="0"/>
              </a:rPr>
              <a:t>有最小值</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则</a:t>
            </a:r>
            <a:r>
              <a:rPr lang="en-US" altLang="zh-CN" i="1" dirty="0">
                <a:solidFill>
                  <a:srgbClr val="000000"/>
                </a:solidFill>
                <a:ea typeface="宋体" panose="02010600030101010101" pitchFamily="2" charset="-122"/>
                <a:cs typeface="Times New Roman" panose="02020603050405020304" pitchFamily="18" charset="0"/>
              </a:rPr>
              <a:t>a</a:t>
            </a:r>
            <a:r>
              <a:rPr lang="zh-CN" altLang="zh-CN" dirty="0">
                <a:solidFill>
                  <a:srgbClr val="000000"/>
                </a:solidFill>
                <a:ea typeface="宋体" panose="02010600030101010101" pitchFamily="2" charset="-122"/>
                <a:cs typeface="Times New Roman" panose="02020603050405020304" pitchFamily="18" charset="0"/>
              </a:rPr>
              <a:t>的取值范围是</a:t>
            </a:r>
            <a:r>
              <a:rPr lang="en-US" altLang="zh-CN" dirty="0">
                <a:solidFill>
                  <a:srgbClr val="000000"/>
                </a:solidFill>
                <a:ea typeface="宋体" panose="02010600030101010101" pitchFamily="2" charset="-122"/>
                <a:cs typeface="Times New Roman" panose="02020603050405020304" pitchFamily="18" charset="0"/>
              </a:rPr>
              <a:t>(</a:t>
            </a:r>
            <a:r>
              <a:rPr lang="zh-CN" altLang="zh-CN" i="1" dirty="0">
                <a:solidFill>
                  <a:srgbClr val="000000"/>
                </a:solidFill>
                <a:ea typeface="宋体" panose="02010600030101010101" pitchFamily="2" charset="-122"/>
                <a:cs typeface="Times New Roman" panose="02020603050405020304" pitchFamily="18" charset="0"/>
              </a:rPr>
              <a:t>　　</a:t>
            </a:r>
            <a:r>
              <a:rPr lang="en-US" altLang="zh-CN"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en-US" altLang="zh-CN" dirty="0">
                <a:solidFill>
                  <a:srgbClr val="000000"/>
                </a:solidFill>
                <a:ea typeface="宋体" panose="02010600030101010101" pitchFamily="2" charset="-122"/>
                <a:cs typeface="Times New Roman" panose="02020603050405020304" pitchFamily="18" charset="0"/>
              </a:rPr>
              <a:t>A.(0,1)	B.(0,1)</a:t>
            </a:r>
            <a:r>
              <a:rPr lang="zh-CN" altLang="zh-CN" dirty="0">
                <a:solidFill>
                  <a:srgbClr val="000000"/>
                </a:solidFill>
                <a:latin typeface="NEU-BZ-S92"/>
                <a:ea typeface="宋体" panose="02010600030101010101" pitchFamily="2" charset="-122"/>
                <a:cs typeface="宋体" panose="02010600030101010101" pitchFamily="2" charset="-122"/>
              </a:rPr>
              <a:t>∪</a:t>
            </a:r>
            <a:r>
              <a:rPr lang="en-US" altLang="zh-CN" dirty="0">
                <a:solidFill>
                  <a:srgbClr val="000000"/>
                </a:solidFill>
                <a:ea typeface="宋体" panose="02010600030101010101" pitchFamily="2" charset="-122"/>
                <a:cs typeface="Times New Roman" panose="02020603050405020304" pitchFamily="18" charset="0"/>
              </a:rPr>
              <a:t>(1,2)</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en-US" altLang="zh-CN" dirty="0">
                <a:solidFill>
                  <a:srgbClr val="000000"/>
                </a:solidFill>
                <a:ea typeface="宋体" panose="02010600030101010101" pitchFamily="2" charset="-122"/>
                <a:cs typeface="Times New Roman" panose="02020603050405020304" pitchFamily="18" charset="0"/>
              </a:rPr>
              <a:t>C.(1,2)	D.[2,</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zh-CN" altLang="zh-CN" dirty="0">
                <a:latin typeface="Arial" panose="020B0604020202020204" pitchFamily="34" charset="0"/>
                <a:cs typeface="Times New Roman" panose="02020603050405020304" pitchFamily="18" charset="0"/>
              </a:rPr>
              <a:t>解析</a:t>
            </a:r>
            <a:r>
              <a:rPr lang="en-US" altLang="zh-CN" dirty="0">
                <a:latin typeface="Arial" panose="020B0604020202020204" pitchFamily="34" charset="0"/>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令</a:t>
            </a:r>
            <a:r>
              <a:rPr lang="en-US" altLang="zh-CN" i="1" dirty="0">
                <a:solidFill>
                  <a:srgbClr val="000000"/>
                </a:solidFill>
                <a:ea typeface="宋体" panose="02010600030101010101" pitchFamily="2" charset="-122"/>
                <a:cs typeface="Times New Roman" panose="02020603050405020304" pitchFamily="18" charset="0"/>
              </a:rPr>
              <a:t>t=x</a:t>
            </a:r>
            <a:r>
              <a:rPr lang="en-US" altLang="zh-CN" baseline="30000" dirty="0">
                <a:solidFill>
                  <a:srgbClr val="000000"/>
                </a:solidFill>
                <a:ea typeface="宋体" panose="02010600030101010101" pitchFamily="2" charset="-122"/>
                <a:cs typeface="Times New Roman" panose="02020603050405020304" pitchFamily="18" charset="0"/>
              </a:rPr>
              <a:t>2</a:t>
            </a:r>
            <a:r>
              <a:rPr lang="en-US" altLang="zh-CN" i="1" dirty="0">
                <a:solidFill>
                  <a:srgbClr val="000000"/>
                </a:solidFill>
                <a:ea typeface="宋体" panose="02010600030101010101" pitchFamily="2" charset="-122"/>
                <a:cs typeface="Times New Roman" panose="02020603050405020304" pitchFamily="18" charset="0"/>
              </a:rPr>
              <a:t>-ax+</a:t>
            </a:r>
            <a:r>
              <a:rPr lang="en-US" altLang="zh-CN" dirty="0">
                <a:solidFill>
                  <a:srgbClr val="000000"/>
                </a:solidFill>
                <a:ea typeface="宋体" panose="02010600030101010101" pitchFamily="2" charset="-122"/>
                <a:cs typeface="Times New Roman" panose="02020603050405020304" pitchFamily="18" charset="0"/>
              </a:rPr>
              <a:t>1,</a:t>
            </a:r>
            <a:r>
              <a:rPr lang="zh-CN" altLang="zh-CN" dirty="0">
                <a:solidFill>
                  <a:srgbClr val="000000"/>
                </a:solidFill>
                <a:ea typeface="楷体" panose="02010609060101010101" pitchFamily="49" charset="-122"/>
                <a:cs typeface="Times New Roman" panose="02020603050405020304" pitchFamily="18" charset="0"/>
              </a:rPr>
              <a:t>则</a:t>
            </a:r>
            <a:r>
              <a:rPr lang="en-US" altLang="zh-CN" i="1" dirty="0">
                <a:solidFill>
                  <a:srgbClr val="000000"/>
                </a:solidFill>
                <a:ea typeface="宋体" panose="02010600030101010101" pitchFamily="2" charset="-122"/>
                <a:cs typeface="Times New Roman" panose="02020603050405020304" pitchFamily="18" charset="0"/>
              </a:rPr>
              <a:t>y=</a:t>
            </a:r>
            <a:r>
              <a:rPr lang="en-US" altLang="zh-CN" dirty="0" err="1">
                <a:solidFill>
                  <a:srgbClr val="000000"/>
                </a:solidFill>
                <a:ea typeface="宋体" panose="02010600030101010101" pitchFamily="2" charset="-122"/>
                <a:cs typeface="Times New Roman" panose="02020603050405020304" pitchFamily="18" charset="0"/>
              </a:rPr>
              <a:t>log</a:t>
            </a:r>
            <a:r>
              <a:rPr lang="en-US" altLang="zh-CN" i="1" baseline="-25000" dirty="0" err="1">
                <a:solidFill>
                  <a:srgbClr val="000000"/>
                </a:solidFill>
                <a:ea typeface="宋体" panose="02010600030101010101" pitchFamily="2" charset="-122"/>
                <a:cs typeface="Times New Roman" panose="02020603050405020304" pitchFamily="18" charset="0"/>
              </a:rPr>
              <a:t>a</a:t>
            </a:r>
            <a:r>
              <a:rPr lang="en-US" altLang="zh-CN" i="1" dirty="0" err="1">
                <a:solidFill>
                  <a:srgbClr val="000000"/>
                </a:solidFill>
                <a:ea typeface="宋体" panose="02010600030101010101" pitchFamily="2" charset="-122"/>
                <a:cs typeface="Times New Roman" panose="02020603050405020304" pitchFamily="18" charset="0"/>
              </a:rPr>
              <a:t>t</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要使</a:t>
            </a:r>
            <a:r>
              <a:rPr lang="en-US" altLang="zh-CN" i="1" dirty="0">
                <a:solidFill>
                  <a:srgbClr val="000000"/>
                </a:solidFill>
                <a:ea typeface="宋体" panose="02010600030101010101" pitchFamily="2" charset="-122"/>
                <a:cs typeface="Times New Roman" panose="02020603050405020304" pitchFamily="18" charset="0"/>
              </a:rPr>
              <a:t>y</a:t>
            </a:r>
            <a:r>
              <a:rPr lang="zh-CN" altLang="zh-CN" dirty="0">
                <a:solidFill>
                  <a:srgbClr val="000000"/>
                </a:solidFill>
                <a:ea typeface="楷体" panose="02010609060101010101" pitchFamily="49" charset="-122"/>
                <a:cs typeface="Times New Roman" panose="02020603050405020304" pitchFamily="18" charset="0"/>
              </a:rPr>
              <a:t>有最小值</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则</a:t>
            </a:r>
            <a:r>
              <a:rPr lang="en-US" altLang="zh-CN" i="1" dirty="0">
                <a:solidFill>
                  <a:srgbClr val="000000"/>
                </a:solidFill>
                <a:ea typeface="宋体" panose="02010600030101010101" pitchFamily="2" charset="-122"/>
                <a:cs typeface="Times New Roman" panose="02020603050405020304" pitchFamily="18" charset="0"/>
              </a:rPr>
              <a:t>a&gt;</a:t>
            </a:r>
            <a:r>
              <a:rPr lang="en-US" altLang="zh-CN" dirty="0">
                <a:solidFill>
                  <a:srgbClr val="000000"/>
                </a:solidFill>
                <a:ea typeface="宋体" panose="02010600030101010101" pitchFamily="2" charset="-122"/>
                <a:cs typeface="Times New Roman" panose="02020603050405020304" pitchFamily="18" charset="0"/>
              </a:rPr>
              <a:t>1</a:t>
            </a:r>
            <a:r>
              <a:rPr lang="zh-CN" altLang="zh-CN" dirty="0">
                <a:solidFill>
                  <a:srgbClr val="000000"/>
                </a:solidFill>
                <a:ea typeface="楷体" panose="02010609060101010101" pitchFamily="49" charset="-122"/>
                <a:cs typeface="Times New Roman" panose="02020603050405020304" pitchFamily="18" charset="0"/>
              </a:rPr>
              <a:t>且</a:t>
            </a:r>
            <a:r>
              <a:rPr lang="en-US" altLang="zh-CN" i="1" dirty="0">
                <a:solidFill>
                  <a:srgbClr val="000000"/>
                </a:solidFill>
                <a:ea typeface="宋体" panose="02010600030101010101" pitchFamily="2" charset="-122"/>
                <a:cs typeface="Times New Roman" panose="02020603050405020304" pitchFamily="18" charset="0"/>
              </a:rPr>
              <a:t>Δ=a</a:t>
            </a:r>
            <a:r>
              <a:rPr lang="en-US" altLang="zh-CN" baseline="30000" dirty="0">
                <a:solidFill>
                  <a:srgbClr val="000000"/>
                </a:solidFill>
                <a:ea typeface="宋体" panose="02010600030101010101" pitchFamily="2" charset="-122"/>
                <a:cs typeface="Times New Roman" panose="02020603050405020304" pitchFamily="18" charset="0"/>
              </a:rPr>
              <a:t>2</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4</a:t>
            </a:r>
            <a:r>
              <a:rPr lang="en-US" altLang="zh-CN" i="1" dirty="0">
                <a:solidFill>
                  <a:srgbClr val="000000"/>
                </a:solidFill>
                <a:ea typeface="宋体" panose="02010600030101010101" pitchFamily="2" charset="-122"/>
                <a:cs typeface="Times New Roman" panose="02020603050405020304" pitchFamily="18" charset="0"/>
              </a:rPr>
              <a:t>&lt;</a:t>
            </a:r>
            <a:r>
              <a:rPr lang="en-US" altLang="zh-CN" dirty="0">
                <a:solidFill>
                  <a:srgbClr val="000000"/>
                </a:solidFill>
                <a:ea typeface="宋体" panose="02010600030101010101" pitchFamily="2" charset="-122"/>
                <a:cs typeface="Times New Roman" panose="02020603050405020304" pitchFamily="18" charset="0"/>
              </a:rPr>
              <a:t>0,</a:t>
            </a:r>
            <a:r>
              <a:rPr lang="zh-CN" altLang="zh-CN" dirty="0">
                <a:solidFill>
                  <a:srgbClr val="000000"/>
                </a:solidFill>
                <a:ea typeface="楷体" panose="02010609060101010101" pitchFamily="49" charset="-122"/>
                <a:cs typeface="Times New Roman" panose="02020603050405020304" pitchFamily="18" charset="0"/>
              </a:rPr>
              <a:t>即</a:t>
            </a:r>
            <a:r>
              <a:rPr lang="en-US" altLang="zh-CN" dirty="0">
                <a:solidFill>
                  <a:srgbClr val="000000"/>
                </a:solidFill>
                <a:ea typeface="宋体" panose="02010600030101010101" pitchFamily="2" charset="-122"/>
                <a:cs typeface="Times New Roman" panose="02020603050405020304" pitchFamily="18" charset="0"/>
              </a:rPr>
              <a:t>1</a:t>
            </a:r>
            <a:r>
              <a:rPr lang="en-US" altLang="zh-CN" i="1" dirty="0">
                <a:solidFill>
                  <a:srgbClr val="000000"/>
                </a:solidFill>
                <a:ea typeface="宋体" panose="02010600030101010101" pitchFamily="2" charset="-122"/>
                <a:cs typeface="Times New Roman" panose="02020603050405020304" pitchFamily="18" charset="0"/>
              </a:rPr>
              <a:t>&lt;a&lt;</a:t>
            </a:r>
            <a:r>
              <a:rPr lang="en-US" altLang="zh-CN" dirty="0">
                <a:solidFill>
                  <a:srgbClr val="000000"/>
                </a:solidFill>
                <a:ea typeface="宋体" panose="02010600030101010101" pitchFamily="2" charset="-122"/>
                <a:cs typeface="Times New Roman" panose="02020603050405020304" pitchFamily="18" charset="0"/>
              </a:rPr>
              <a:t>2,</a:t>
            </a:r>
            <a:r>
              <a:rPr lang="zh-CN" altLang="zh-CN" dirty="0">
                <a:solidFill>
                  <a:srgbClr val="000000"/>
                </a:solidFill>
                <a:ea typeface="楷体" panose="02010609060101010101" pitchFamily="49" charset="-122"/>
                <a:cs typeface="Times New Roman" panose="02020603050405020304" pitchFamily="18" charset="0"/>
              </a:rPr>
              <a:t>故选</a:t>
            </a:r>
            <a:r>
              <a:rPr lang="en-US" altLang="zh-CN" dirty="0">
                <a:solidFill>
                  <a:srgbClr val="000000"/>
                </a:solidFill>
                <a:ea typeface="宋体" panose="02010600030101010101" pitchFamily="2" charset="-122"/>
                <a:cs typeface="Times New Roman" panose="02020603050405020304" pitchFamily="18" charset="0"/>
              </a:rPr>
              <a:t>C</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zh-CN" altLang="zh-CN" dirty="0">
                <a:latin typeface="Arial" panose="020B0604020202020204" pitchFamily="34" charset="0"/>
                <a:cs typeface="Times New Roman" panose="02020603050405020304" pitchFamily="18" charset="0"/>
              </a:rPr>
              <a:t>答案</a:t>
            </a:r>
            <a:r>
              <a:rPr lang="en-US" altLang="zh-CN" dirty="0">
                <a:latin typeface="Arial" panose="020B0604020202020204" pitchFamily="34" charset="0"/>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C</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p:txBody>
      </p:sp>
    </p:spTree>
    <p:extLst>
      <p:ext uri="{BB962C8B-B14F-4D97-AF65-F5344CB8AC3E}">
        <p14:creationId xmlns:p14="http://schemas.microsoft.com/office/powerpoint/2010/main" val="567906399"/>
      </p:ext>
    </p:extLst>
  </p:cSld>
  <p:clrMapOvr>
    <a:masterClrMapping/>
  </p:clrMapOvr>
  <p:transition spd="slow">
    <p:comb/>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animEffect transition="in" filter="randombar(horizontal)">
                                      <p:cBhvr>
                                        <p:cTn id="7" dur="500"/>
                                        <p:tgtEl>
                                          <p:spTgt spid="3">
                                            <p:txEl>
                                              <p:pRg st="3" end="3"/>
                                            </p:txEl>
                                          </p:spTgt>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nodeType="clickEffect">
                                  <p:stCondLst>
                                    <p:cond delay="0"/>
                                  </p:stCondLst>
                                  <p:childTnLst>
                                    <p:set>
                                      <p:cBhvr>
                                        <p:cTn id="11" dur="1" fill="hold">
                                          <p:stCondLst>
                                            <p:cond delay="0"/>
                                          </p:stCondLst>
                                        </p:cTn>
                                        <p:tgtEl>
                                          <p:spTgt spid="3">
                                            <p:txEl>
                                              <p:pRg st="4" end="4"/>
                                            </p:txEl>
                                          </p:spTgt>
                                        </p:tgtEl>
                                        <p:attrNameLst>
                                          <p:attrName>style.visibility</p:attrName>
                                        </p:attrNameLst>
                                      </p:cBhvr>
                                      <p:to>
                                        <p:strVal val="visible"/>
                                      </p:to>
                                    </p:set>
                                    <p:animEffect transition="in" filter="randombar(horizontal)">
                                      <p:cBhvr>
                                        <p:cTn id="12"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ChangeAspect="1"/>
          </p:cNvSpPr>
          <p:nvPr/>
        </p:nvSpPr>
        <p:spPr>
          <a:xfrm>
            <a:off x="361950" y="807644"/>
            <a:ext cx="10807700" cy="1274195"/>
          </a:xfrm>
          <a:prstGeom prst="rect">
            <a:avLst/>
          </a:prstGeom>
        </p:spPr>
        <p:txBody>
          <a:bodyPr>
            <a:spAutoFit/>
          </a:bodyPr>
          <a:lstStyle/>
          <a:p>
            <a:pPr>
              <a:lnSpc>
                <a:spcPct val="120000"/>
              </a:lnSpc>
              <a:spcAft>
                <a:spcPts val="0"/>
              </a:spcAft>
              <a:tabLst>
                <a:tab pos="1188085" algn="l"/>
                <a:tab pos="2163445" algn="l"/>
                <a:tab pos="3142615" algn="l"/>
                <a:tab pos="4190365" algn="l"/>
              </a:tabLst>
            </a:pPr>
            <a:r>
              <a:rPr lang="en-US" altLang="zh-CN" dirty="0">
                <a:solidFill>
                  <a:srgbClr val="000000"/>
                </a:solidFill>
                <a:ea typeface="宋体" panose="02010600030101010101" pitchFamily="2" charset="-122"/>
                <a:cs typeface="Times New Roman" panose="02020603050405020304" pitchFamily="18" charset="0"/>
              </a:rPr>
              <a:t>4</a:t>
            </a:r>
            <a:r>
              <a:rPr lang="en-US" altLang="zh-CN" i="1"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如果函数</a:t>
            </a:r>
            <a:r>
              <a:rPr lang="en-US" altLang="zh-CN" i="1" dirty="0">
                <a:solidFill>
                  <a:srgbClr val="000000"/>
                </a:solidFill>
                <a:ea typeface="宋体" panose="02010600030101010101" pitchFamily="2" charset="-122"/>
                <a:cs typeface="Times New Roman" panose="02020603050405020304" pitchFamily="18" charset="0"/>
              </a:rPr>
              <a:t>f</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x</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(3</a:t>
            </a:r>
            <a:r>
              <a:rPr lang="en-US" altLang="zh-CN" i="1" dirty="0">
                <a:solidFill>
                  <a:srgbClr val="000000"/>
                </a:solidFill>
                <a:ea typeface="宋体" panose="02010600030101010101" pitchFamily="2" charset="-122"/>
                <a:cs typeface="Times New Roman" panose="02020603050405020304" pitchFamily="18" charset="0"/>
              </a:rPr>
              <a:t>-a</a:t>
            </a:r>
            <a:r>
              <a:rPr lang="en-US" altLang="zh-CN" dirty="0">
                <a:solidFill>
                  <a:srgbClr val="000000"/>
                </a:solidFill>
                <a:ea typeface="宋体" panose="02010600030101010101" pitchFamily="2" charset="-122"/>
                <a:cs typeface="Times New Roman" panose="02020603050405020304" pitchFamily="18" charset="0"/>
              </a:rPr>
              <a:t>)</a:t>
            </a:r>
            <a:r>
              <a:rPr lang="en-US" altLang="zh-CN" i="1" baseline="30000" dirty="0" err="1">
                <a:solidFill>
                  <a:srgbClr val="000000"/>
                </a:solidFill>
                <a:ea typeface="宋体" panose="02010600030101010101" pitchFamily="2" charset="-122"/>
                <a:cs typeface="Times New Roman" panose="02020603050405020304" pitchFamily="18" charset="0"/>
              </a:rPr>
              <a:t>x</a:t>
            </a:r>
            <a:r>
              <a:rPr lang="en-US" altLang="zh-CN" dirty="0" err="1">
                <a:solidFill>
                  <a:srgbClr val="000000"/>
                </a:solidFill>
                <a:ea typeface="宋体" panose="02010600030101010101" pitchFamily="2" charset="-122"/>
                <a:cs typeface="Times New Roman" panose="02020603050405020304" pitchFamily="18" charset="0"/>
              </a:rPr>
              <a:t>,</a:t>
            </a:r>
            <a:r>
              <a:rPr lang="en-US" altLang="zh-CN" i="1" dirty="0" err="1">
                <a:solidFill>
                  <a:srgbClr val="000000"/>
                </a:solidFill>
                <a:ea typeface="宋体" panose="02010600030101010101" pitchFamily="2" charset="-122"/>
                <a:cs typeface="Times New Roman" panose="02020603050405020304" pitchFamily="18" charset="0"/>
              </a:rPr>
              <a:t>g</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x</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err="1">
                <a:solidFill>
                  <a:srgbClr val="000000"/>
                </a:solidFill>
                <a:ea typeface="宋体" panose="02010600030101010101" pitchFamily="2" charset="-122"/>
                <a:cs typeface="Times New Roman" panose="02020603050405020304" pitchFamily="18" charset="0"/>
              </a:rPr>
              <a:t>log</a:t>
            </a:r>
            <a:r>
              <a:rPr lang="en-US" altLang="zh-CN" i="1" baseline="-25000" dirty="0" err="1">
                <a:solidFill>
                  <a:srgbClr val="000000"/>
                </a:solidFill>
                <a:ea typeface="宋体" panose="02010600030101010101" pitchFamily="2" charset="-122"/>
                <a:cs typeface="Times New Roman" panose="02020603050405020304" pitchFamily="18" charset="0"/>
              </a:rPr>
              <a:t>a</a:t>
            </a:r>
            <a:r>
              <a:rPr lang="en-US" altLang="zh-CN" i="1" dirty="0" err="1">
                <a:solidFill>
                  <a:srgbClr val="000000"/>
                </a:solidFill>
                <a:ea typeface="宋体" panose="02010600030101010101" pitchFamily="2" charset="-122"/>
                <a:cs typeface="Times New Roman" panose="02020603050405020304" pitchFamily="18" charset="0"/>
              </a:rPr>
              <a:t>x</a:t>
            </a:r>
            <a:r>
              <a:rPr lang="zh-CN" altLang="zh-CN" dirty="0">
                <a:solidFill>
                  <a:srgbClr val="000000"/>
                </a:solidFill>
                <a:ea typeface="宋体" panose="02010600030101010101" pitchFamily="2" charset="-122"/>
                <a:cs typeface="Times New Roman" panose="02020603050405020304" pitchFamily="18" charset="0"/>
              </a:rPr>
              <a:t>的单调性相同</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smtClean="0">
                <a:solidFill>
                  <a:srgbClr val="000000"/>
                </a:solidFill>
                <a:ea typeface="宋体" panose="02010600030101010101" pitchFamily="2" charset="-122"/>
                <a:cs typeface="Times New Roman" panose="02020603050405020304" pitchFamily="18" charset="0"/>
              </a:rPr>
              <a:t>那么</a:t>
            </a:r>
            <a:r>
              <a:rPr lang="zh-CN" altLang="en-US" dirty="0" smtClean="0">
                <a:solidFill>
                  <a:srgbClr val="000000"/>
                </a:solidFill>
                <a:ea typeface="宋体" panose="02010600030101010101" pitchFamily="2" charset="-122"/>
                <a:cs typeface="Times New Roman" panose="02020603050405020304" pitchFamily="18" charset="0"/>
              </a:rPr>
              <a:t>实数</a:t>
            </a:r>
            <a:r>
              <a:rPr lang="en-US" altLang="zh-CN" i="1" dirty="0" smtClean="0">
                <a:solidFill>
                  <a:srgbClr val="000000"/>
                </a:solidFill>
                <a:ea typeface="宋体" panose="02010600030101010101" pitchFamily="2" charset="-122"/>
                <a:cs typeface="Times New Roman" panose="02020603050405020304" pitchFamily="18" charset="0"/>
              </a:rPr>
              <a:t>a</a:t>
            </a:r>
            <a:r>
              <a:rPr lang="zh-CN" altLang="zh-CN" dirty="0">
                <a:solidFill>
                  <a:srgbClr val="000000"/>
                </a:solidFill>
                <a:ea typeface="宋体" panose="02010600030101010101" pitchFamily="2" charset="-122"/>
                <a:cs typeface="Times New Roman" panose="02020603050405020304" pitchFamily="18" charset="0"/>
              </a:rPr>
              <a:t>的取值范围是</a:t>
            </a:r>
            <a:r>
              <a:rPr lang="zh-CN" altLang="zh-CN" i="1" u="sng" dirty="0">
                <a:uFill>
                  <a:solidFill>
                    <a:srgbClr val="000000"/>
                  </a:solidFill>
                </a:uFill>
                <a:ea typeface="宋体" panose="02010600030101010101" pitchFamily="2" charset="-122"/>
                <a:cs typeface="Times New Roman" panose="02020603050405020304" pitchFamily="18" charset="0"/>
              </a:rPr>
              <a:t>　　　　　</a:t>
            </a:r>
            <a:r>
              <a:rPr lang="en-US" altLang="zh-CN" i="1"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latin typeface="宋体" panose="02010600030101010101" pitchFamily="2" charset="-122"/>
                <a:ea typeface="方正书宋_GBK" panose="03000509000000000000" pitchFamily="65" charset="-122"/>
                <a:cs typeface="Times New Roman" panose="02020603050405020304" pitchFamily="18" charset="0"/>
              </a:rPr>
              <a:t> </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p:txBody>
      </p:sp>
      <p:graphicFrame>
        <p:nvGraphicFramePr>
          <p:cNvPr id="4" name="对象 3"/>
          <p:cNvGraphicFramePr>
            <a:graphicFrameLocks noChangeAspect="1"/>
          </p:cNvGraphicFramePr>
          <p:nvPr>
            <p:extLst>
              <p:ext uri="{D42A27DB-BD31-4B8C-83A1-F6EECF244321}">
                <p14:modId xmlns:p14="http://schemas.microsoft.com/office/powerpoint/2010/main" val="3029220265"/>
              </p:ext>
            </p:extLst>
          </p:nvPr>
        </p:nvGraphicFramePr>
        <p:xfrm>
          <a:off x="504453" y="2056104"/>
          <a:ext cx="11671959" cy="2990180"/>
        </p:xfrm>
        <a:graphic>
          <a:graphicData uri="http://schemas.openxmlformats.org/presentationml/2006/ole">
            <mc:AlternateContent xmlns:mc="http://schemas.openxmlformats.org/markup-compatibility/2006">
              <mc:Choice xmlns:v="urn:schemas-microsoft-com:vml" Requires="v">
                <p:oleObj spid="_x0000_s16399" name="文档" r:id="rId4" imgW="3826872" imgH="980387" progId="Word.Document.12">
                  <p:embed/>
                </p:oleObj>
              </mc:Choice>
              <mc:Fallback>
                <p:oleObj name="文档" r:id="rId4" imgW="3826872" imgH="980387" progId="Word.Document.12">
                  <p:embed/>
                  <p:pic>
                    <p:nvPicPr>
                      <p:cNvPr id="0" name=""/>
                      <p:cNvPicPr/>
                      <p:nvPr/>
                    </p:nvPicPr>
                    <p:blipFill>
                      <a:blip r:embed="rId5"/>
                      <a:stretch>
                        <a:fillRect/>
                      </a:stretch>
                    </p:blipFill>
                    <p:spPr>
                      <a:xfrm>
                        <a:off x="504453" y="2056104"/>
                        <a:ext cx="11671959" cy="2990180"/>
                      </a:xfrm>
                      <a:prstGeom prst="rect">
                        <a:avLst/>
                      </a:prstGeom>
                    </p:spPr>
                  </p:pic>
                </p:oleObj>
              </mc:Fallback>
            </mc:AlternateContent>
          </a:graphicData>
        </a:graphic>
      </p:graphicFrame>
      <p:sp>
        <p:nvSpPr>
          <p:cNvPr id="5" name="矩形 4"/>
          <p:cNvSpPr>
            <a:spLocks noChangeAspect="1"/>
          </p:cNvSpPr>
          <p:nvPr/>
        </p:nvSpPr>
        <p:spPr>
          <a:xfrm>
            <a:off x="468084" y="5096767"/>
            <a:ext cx="2032929" cy="683264"/>
          </a:xfrm>
          <a:prstGeom prst="rect">
            <a:avLst/>
          </a:prstGeom>
        </p:spPr>
        <p:txBody>
          <a:bodyPr wrap="none">
            <a:spAutoFit/>
          </a:bodyPr>
          <a:lstStyle/>
          <a:p>
            <a:pPr>
              <a:lnSpc>
                <a:spcPct val="120000"/>
              </a:lnSpc>
              <a:spcAft>
                <a:spcPts val="0"/>
              </a:spcAft>
              <a:tabLst>
                <a:tab pos="1029335" algn="l"/>
                <a:tab pos="1850390" algn="l"/>
                <a:tab pos="2538095" algn="l"/>
                <a:tab pos="3221990" algn="l"/>
              </a:tabLst>
            </a:pPr>
            <a:r>
              <a:rPr lang="zh-CN" altLang="zh-CN" dirty="0">
                <a:latin typeface="Arial" panose="020B0604020202020204" pitchFamily="34" charset="0"/>
                <a:cs typeface="Times New Roman" panose="02020603050405020304" pitchFamily="18" charset="0"/>
              </a:rPr>
              <a:t>答案</a:t>
            </a:r>
            <a:r>
              <a:rPr lang="en-US" altLang="zh-CN" dirty="0">
                <a:latin typeface="Arial" panose="020B0604020202020204" pitchFamily="34" charset="0"/>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(1,2</a:t>
            </a:r>
            <a:r>
              <a:rPr lang="en-US" altLang="zh-CN" dirty="0" smtClean="0">
                <a:solidFill>
                  <a:srgbClr val="000000"/>
                </a:solidFill>
                <a:ea typeface="宋体" panose="02010600030101010101" pitchFamily="2" charset="-122"/>
                <a:cs typeface="Times New Roman" panose="02020603050405020304" pitchFamily="18" charset="0"/>
              </a:rPr>
              <a:t>) </a:t>
            </a:r>
            <a:endParaRPr lang="zh-CN" altLang="zh-CN" dirty="0">
              <a:solidFill>
                <a:srgbClr val="000000"/>
              </a:solidFill>
              <a:effectLst/>
              <a:latin typeface="NEU-BZ-S92"/>
              <a:ea typeface="方正书宋_GBK" panose="03000509000000000000" pitchFamily="65" charset="-122"/>
              <a:cs typeface="Times New Roman" panose="02020603050405020304" pitchFamily="18" charset="0"/>
            </a:endParaRPr>
          </a:p>
        </p:txBody>
      </p:sp>
    </p:spTree>
    <p:extLst>
      <p:ext uri="{BB962C8B-B14F-4D97-AF65-F5344CB8AC3E}">
        <p14:creationId xmlns:p14="http://schemas.microsoft.com/office/powerpoint/2010/main" val="2326912229"/>
      </p:ext>
    </p:extLst>
  </p:cSld>
  <p:clrMapOvr>
    <a:masterClrMapping/>
  </p:clrMapOvr>
  <p:transition spd="slow">
    <p:comb/>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randombar(horizontal)">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randombar(horizontal)">
                                      <p:cBhvr>
                                        <p:cTn id="12"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组合 6"/>
          <p:cNvGrpSpPr/>
          <p:nvPr/>
        </p:nvGrpSpPr>
        <p:grpSpPr>
          <a:xfrm>
            <a:off x="361950" y="1583903"/>
            <a:ext cx="11814462" cy="2592288"/>
            <a:chOff x="361950" y="1871935"/>
            <a:chExt cx="11814462" cy="2592288"/>
          </a:xfrm>
        </p:grpSpPr>
        <p:graphicFrame>
          <p:nvGraphicFramePr>
            <p:cNvPr id="3" name="对象 2"/>
            <p:cNvGraphicFramePr>
              <a:graphicFrameLocks noChangeAspect="1"/>
            </p:cNvGraphicFramePr>
            <p:nvPr>
              <p:extLst>
                <p:ext uri="{D42A27DB-BD31-4B8C-83A1-F6EECF244321}">
                  <p14:modId xmlns:p14="http://schemas.microsoft.com/office/powerpoint/2010/main" val="3799378734"/>
                </p:ext>
              </p:extLst>
            </p:nvPr>
          </p:nvGraphicFramePr>
          <p:xfrm>
            <a:off x="504453" y="1871935"/>
            <a:ext cx="11671959" cy="759602"/>
          </p:xfrm>
          <a:graphic>
            <a:graphicData uri="http://schemas.openxmlformats.org/presentationml/2006/ole">
              <mc:AlternateContent xmlns:mc="http://schemas.openxmlformats.org/markup-compatibility/2006">
                <mc:Choice xmlns:v="urn:schemas-microsoft-com:vml" Requires="v">
                  <p:oleObj spid="_x0000_s17422" name="文档" r:id="rId4" imgW="3826872" imgH="249050" progId="Word.Document.12">
                    <p:embed/>
                  </p:oleObj>
                </mc:Choice>
                <mc:Fallback>
                  <p:oleObj name="文档" r:id="rId4" imgW="3826872" imgH="249050" progId="Word.Document.12">
                    <p:embed/>
                    <p:pic>
                      <p:nvPicPr>
                        <p:cNvPr id="0" name=""/>
                        <p:cNvPicPr/>
                        <p:nvPr/>
                      </p:nvPicPr>
                      <p:blipFill>
                        <a:blip r:embed="rId5"/>
                        <a:stretch>
                          <a:fillRect/>
                        </a:stretch>
                      </p:blipFill>
                      <p:spPr>
                        <a:xfrm>
                          <a:off x="504453" y="1871935"/>
                          <a:ext cx="11671959" cy="759602"/>
                        </a:xfrm>
                        <a:prstGeom prst="rect">
                          <a:avLst/>
                        </a:prstGeom>
                      </p:spPr>
                    </p:pic>
                  </p:oleObj>
                </mc:Fallback>
              </mc:AlternateContent>
            </a:graphicData>
          </a:graphic>
        </p:graphicFrame>
        <p:sp>
          <p:nvSpPr>
            <p:cNvPr id="6" name="矩形 5"/>
            <p:cNvSpPr>
              <a:spLocks noChangeAspect="1"/>
            </p:cNvSpPr>
            <p:nvPr/>
          </p:nvSpPr>
          <p:spPr>
            <a:xfrm>
              <a:off x="361950" y="2655651"/>
              <a:ext cx="10807700" cy="1808572"/>
            </a:xfrm>
            <a:prstGeom prst="rect">
              <a:avLst/>
            </a:prstGeom>
          </p:spPr>
          <p:txBody>
            <a:bodyPr>
              <a:spAutoFit/>
            </a:bodyPr>
            <a:lstStyle/>
            <a:p>
              <a:pPr>
                <a:lnSpc>
                  <a:spcPct val="120000"/>
                </a:lnSpc>
                <a:spcAft>
                  <a:spcPts val="0"/>
                </a:spcAft>
                <a:tabLst>
                  <a:tab pos="1029335" algn="l"/>
                  <a:tab pos="1850390" algn="l"/>
                  <a:tab pos="2538095" algn="l"/>
                  <a:tab pos="3221990" algn="l"/>
                </a:tabLst>
              </a:pPr>
              <a:r>
                <a:rPr lang="en-US" altLang="zh-CN" dirty="0">
                  <a:solidFill>
                    <a:srgbClr val="000000"/>
                  </a:solidFill>
                  <a:ea typeface="宋体" panose="02010600030101010101" pitchFamily="2" charset="-122"/>
                  <a:cs typeface="Times New Roman" panose="02020603050405020304" pitchFamily="18" charset="0"/>
                </a:rPr>
                <a:t>(1)</a:t>
              </a:r>
              <a:r>
                <a:rPr lang="zh-CN" altLang="zh-CN" dirty="0">
                  <a:solidFill>
                    <a:srgbClr val="000000"/>
                  </a:solidFill>
                  <a:ea typeface="宋体" panose="02010600030101010101" pitchFamily="2" charset="-122"/>
                  <a:cs typeface="Times New Roman" panose="02020603050405020304" pitchFamily="18" charset="0"/>
                </a:rPr>
                <a:t>求</a:t>
              </a:r>
              <a:r>
                <a:rPr lang="en-US" altLang="zh-CN" i="1" dirty="0">
                  <a:solidFill>
                    <a:srgbClr val="000000"/>
                  </a:solidFill>
                  <a:ea typeface="宋体" panose="02010600030101010101" pitchFamily="2" charset="-122"/>
                  <a:cs typeface="Times New Roman" panose="02020603050405020304" pitchFamily="18" charset="0"/>
                </a:rPr>
                <a:t>a</a:t>
              </a:r>
              <a:r>
                <a:rPr lang="zh-CN" altLang="zh-CN" dirty="0">
                  <a:solidFill>
                    <a:srgbClr val="000000"/>
                  </a:solidFill>
                  <a:ea typeface="宋体" panose="02010600030101010101" pitchFamily="2" charset="-122"/>
                  <a:cs typeface="Times New Roman" panose="02020603050405020304" pitchFamily="18" charset="0"/>
                </a:rPr>
                <a:t>的值与函数</a:t>
              </a:r>
              <a:r>
                <a:rPr lang="en-US" altLang="zh-CN" i="1" dirty="0">
                  <a:solidFill>
                    <a:srgbClr val="000000"/>
                  </a:solidFill>
                  <a:ea typeface="宋体" panose="02010600030101010101" pitchFamily="2" charset="-122"/>
                  <a:cs typeface="Times New Roman" panose="02020603050405020304" pitchFamily="18" charset="0"/>
                </a:rPr>
                <a:t>f</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x</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的定义域</a:t>
              </a:r>
              <a:r>
                <a:rPr lang="en-US" altLang="zh-CN"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en-US" altLang="zh-CN" dirty="0">
                  <a:solidFill>
                    <a:srgbClr val="000000"/>
                  </a:solidFill>
                  <a:ea typeface="宋体" panose="02010600030101010101" pitchFamily="2" charset="-122"/>
                  <a:cs typeface="Times New Roman" panose="02020603050405020304" pitchFamily="18" charset="0"/>
                </a:rPr>
                <a:t>(2)</a:t>
              </a:r>
              <a:r>
                <a:rPr lang="zh-CN" altLang="zh-CN" dirty="0">
                  <a:solidFill>
                    <a:srgbClr val="000000"/>
                  </a:solidFill>
                  <a:ea typeface="宋体" panose="02010600030101010101" pitchFamily="2" charset="-122"/>
                  <a:cs typeface="Times New Roman" panose="02020603050405020304" pitchFamily="18" charset="0"/>
                </a:rPr>
                <a:t>若当</a:t>
              </a:r>
              <a:r>
                <a:rPr lang="en-US" altLang="zh-CN" i="1" dirty="0">
                  <a:solidFill>
                    <a:srgbClr val="000000"/>
                  </a:solidFill>
                  <a:ea typeface="宋体" panose="02010600030101010101" pitchFamily="2" charset="-122"/>
                  <a:cs typeface="Times New Roman" panose="02020603050405020304" pitchFamily="18" charset="0"/>
                </a:rPr>
                <a:t>x</a:t>
              </a:r>
              <a:r>
                <a:rPr lang="zh-CN" altLang="zh-CN" dirty="0">
                  <a:solidFill>
                    <a:srgbClr val="000000"/>
                  </a:solidFill>
                  <a:latin typeface="NEU-BZ-S92"/>
                  <a:ea typeface="宋体" panose="02010600030101010101" pitchFamily="2" charset="-122"/>
                  <a:cs typeface="宋体" panose="02010600030101010101" pitchFamily="2" charset="-122"/>
                </a:rPr>
                <a:t>∈</a:t>
              </a:r>
              <a:r>
                <a:rPr lang="en-US" altLang="zh-CN" dirty="0">
                  <a:solidFill>
                    <a:srgbClr val="000000"/>
                  </a:solidFill>
                  <a:ea typeface="宋体" panose="02010600030101010101" pitchFamily="2" charset="-122"/>
                  <a:cs typeface="Times New Roman" panose="02020603050405020304" pitchFamily="18" charset="0"/>
                </a:rPr>
                <a:t>(1,</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时</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f</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x</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log</a:t>
              </a:r>
              <a:r>
                <a:rPr lang="en-US" altLang="zh-CN" baseline="-25000" dirty="0">
                  <a:solidFill>
                    <a:srgbClr val="000000"/>
                  </a:solidFill>
                  <a:ea typeface="宋体" panose="02010600030101010101" pitchFamily="2" charset="-122"/>
                  <a:cs typeface="Times New Roman" panose="02020603050405020304" pitchFamily="18" charset="0"/>
                </a:rPr>
                <a:t>2</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x-</a:t>
              </a:r>
              <a:r>
                <a:rPr lang="en-US" altLang="zh-CN" dirty="0">
                  <a:solidFill>
                    <a:srgbClr val="000000"/>
                  </a:solidFill>
                  <a:ea typeface="宋体" panose="02010600030101010101" pitchFamily="2" charset="-122"/>
                  <a:cs typeface="Times New Roman" panose="02020603050405020304" pitchFamily="18" charset="0"/>
                </a:rPr>
                <a:t>1)</a:t>
              </a:r>
              <a:r>
                <a:rPr lang="en-US" altLang="zh-CN" i="1" dirty="0">
                  <a:solidFill>
                    <a:srgbClr val="000000"/>
                  </a:solidFill>
                  <a:ea typeface="宋体" panose="02010600030101010101" pitchFamily="2" charset="-122"/>
                  <a:cs typeface="Times New Roman" panose="02020603050405020304" pitchFamily="18" charset="0"/>
                </a:rPr>
                <a:t>&gt;m</a:t>
              </a:r>
              <a:r>
                <a:rPr lang="zh-CN" altLang="zh-CN" dirty="0">
                  <a:solidFill>
                    <a:srgbClr val="000000"/>
                  </a:solidFill>
                  <a:ea typeface="宋体" panose="02010600030101010101" pitchFamily="2" charset="-122"/>
                  <a:cs typeface="Times New Roman" panose="02020603050405020304" pitchFamily="18" charset="0"/>
                </a:rPr>
                <a:t>恒成立</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求实数</a:t>
              </a:r>
              <a:r>
                <a:rPr lang="en-US" altLang="zh-CN" i="1" dirty="0">
                  <a:solidFill>
                    <a:srgbClr val="000000"/>
                  </a:solidFill>
                  <a:ea typeface="宋体" panose="02010600030101010101" pitchFamily="2" charset="-122"/>
                  <a:cs typeface="Times New Roman" panose="02020603050405020304" pitchFamily="18" charset="0"/>
                </a:rPr>
                <a:t>m</a:t>
              </a:r>
              <a:r>
                <a:rPr lang="zh-CN" altLang="zh-CN" dirty="0">
                  <a:solidFill>
                    <a:srgbClr val="000000"/>
                  </a:solidFill>
                  <a:ea typeface="宋体" panose="02010600030101010101" pitchFamily="2" charset="-122"/>
                  <a:cs typeface="Times New Roman" panose="02020603050405020304" pitchFamily="18" charset="0"/>
                </a:rPr>
                <a:t>的取值范围</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effectLst/>
                <a:latin typeface="NEU-BZ-S92"/>
                <a:ea typeface="方正书宋_GBK" panose="03000509000000000000" pitchFamily="65" charset="-122"/>
                <a:cs typeface="Times New Roman" panose="02020603050405020304" pitchFamily="18" charset="0"/>
              </a:endParaRPr>
            </a:p>
          </p:txBody>
        </p:sp>
      </p:grpSp>
    </p:spTree>
    <p:extLst>
      <p:ext uri="{BB962C8B-B14F-4D97-AF65-F5344CB8AC3E}">
        <p14:creationId xmlns:p14="http://schemas.microsoft.com/office/powerpoint/2010/main" val="1320613171"/>
      </p:ext>
    </p:extLst>
  </p:cSld>
  <p:clrMapOvr>
    <a:masterClrMapping/>
  </p:clrMapOvr>
  <p:transition spd="slow">
    <p:comb/>
  </p:transition>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对象 2"/>
          <p:cNvGraphicFramePr>
            <a:graphicFrameLocks noChangeAspect="1"/>
          </p:cNvGraphicFramePr>
          <p:nvPr>
            <p:extLst>
              <p:ext uri="{D42A27DB-BD31-4B8C-83A1-F6EECF244321}">
                <p14:modId xmlns:p14="http://schemas.microsoft.com/office/powerpoint/2010/main" val="1010121170"/>
              </p:ext>
            </p:extLst>
          </p:nvPr>
        </p:nvGraphicFramePr>
        <p:xfrm>
          <a:off x="504453" y="709975"/>
          <a:ext cx="10607329" cy="3083702"/>
        </p:xfrm>
        <a:graphic>
          <a:graphicData uri="http://schemas.openxmlformats.org/presentationml/2006/ole">
            <mc:AlternateContent xmlns:mc="http://schemas.openxmlformats.org/markup-compatibility/2006">
              <mc:Choice xmlns:v="urn:schemas-microsoft-com:vml" Requires="v">
                <p:oleObj spid="_x0000_s18446" name="文档" r:id="rId4" imgW="3477813" imgH="1011050" progId="Word.Document.12">
                  <p:embed/>
                </p:oleObj>
              </mc:Choice>
              <mc:Fallback>
                <p:oleObj name="文档" r:id="rId4" imgW="3477813" imgH="1011050" progId="Word.Document.12">
                  <p:embed/>
                  <p:pic>
                    <p:nvPicPr>
                      <p:cNvPr id="0" name=""/>
                      <p:cNvPicPr/>
                      <p:nvPr/>
                    </p:nvPicPr>
                    <p:blipFill>
                      <a:blip r:embed="rId5"/>
                      <a:stretch>
                        <a:fillRect/>
                      </a:stretch>
                    </p:blipFill>
                    <p:spPr>
                      <a:xfrm>
                        <a:off x="504453" y="709975"/>
                        <a:ext cx="10607329" cy="3083702"/>
                      </a:xfrm>
                      <a:prstGeom prst="rect">
                        <a:avLst/>
                      </a:prstGeom>
                    </p:spPr>
                  </p:pic>
                </p:oleObj>
              </mc:Fallback>
            </mc:AlternateContent>
          </a:graphicData>
        </a:graphic>
      </p:graphicFrame>
      <p:sp>
        <p:nvSpPr>
          <p:cNvPr id="4" name="矩形 3"/>
          <p:cNvSpPr>
            <a:spLocks noChangeAspect="1"/>
          </p:cNvSpPr>
          <p:nvPr/>
        </p:nvSpPr>
        <p:spPr>
          <a:xfrm>
            <a:off x="361950" y="3783080"/>
            <a:ext cx="10807700" cy="2399503"/>
          </a:xfrm>
          <a:prstGeom prst="rect">
            <a:avLst/>
          </a:prstGeom>
        </p:spPr>
        <p:txBody>
          <a:bodyPr>
            <a:spAutoFit/>
          </a:bodyPr>
          <a:lstStyle/>
          <a:p>
            <a:pPr>
              <a:lnSpc>
                <a:spcPct val="120000"/>
              </a:lnSpc>
              <a:spcAft>
                <a:spcPts val="0"/>
              </a:spcAft>
              <a:tabLst>
                <a:tab pos="1188085" algn="l"/>
                <a:tab pos="2163445" algn="l"/>
                <a:tab pos="3142615" algn="l"/>
                <a:tab pos="4190365" algn="l"/>
              </a:tabLst>
            </a:pPr>
            <a:r>
              <a:rPr lang="en-US" altLang="zh-CN" dirty="0">
                <a:solidFill>
                  <a:srgbClr val="000000"/>
                </a:solidFill>
                <a:ea typeface="宋体" panose="02010600030101010101" pitchFamily="2" charset="-122"/>
                <a:cs typeface="Times New Roman" panose="02020603050405020304" pitchFamily="18" charset="0"/>
              </a:rPr>
              <a:t>(2)</a:t>
            </a:r>
            <a:r>
              <a:rPr lang="zh-CN" altLang="zh-CN" dirty="0">
                <a:solidFill>
                  <a:srgbClr val="000000"/>
                </a:solidFill>
                <a:ea typeface="楷体" panose="02010609060101010101" pitchFamily="49" charset="-122"/>
                <a:cs typeface="Times New Roman" panose="02020603050405020304" pitchFamily="18" charset="0"/>
              </a:rPr>
              <a:t>由</a:t>
            </a:r>
            <a:r>
              <a:rPr lang="en-US" altLang="zh-CN" dirty="0">
                <a:solidFill>
                  <a:srgbClr val="000000"/>
                </a:solidFill>
                <a:ea typeface="宋体" panose="02010600030101010101" pitchFamily="2" charset="-122"/>
                <a:cs typeface="Times New Roman" panose="02020603050405020304" pitchFamily="18" charset="0"/>
              </a:rPr>
              <a:t>(1)</a:t>
            </a:r>
            <a:r>
              <a:rPr lang="zh-CN" altLang="zh-CN" dirty="0">
                <a:solidFill>
                  <a:srgbClr val="000000"/>
                </a:solidFill>
                <a:ea typeface="楷体" panose="02010609060101010101" pitchFamily="49" charset="-122"/>
                <a:cs typeface="Times New Roman" panose="02020603050405020304" pitchFamily="18" charset="0"/>
              </a:rPr>
              <a:t>知</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f</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x</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log</a:t>
            </a:r>
            <a:r>
              <a:rPr lang="en-US" altLang="zh-CN" baseline="-25000" dirty="0">
                <a:solidFill>
                  <a:srgbClr val="000000"/>
                </a:solidFill>
                <a:ea typeface="宋体" panose="02010600030101010101" pitchFamily="2" charset="-122"/>
                <a:cs typeface="Times New Roman" panose="02020603050405020304" pitchFamily="18" charset="0"/>
              </a:rPr>
              <a:t>2</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x-</a:t>
            </a:r>
            <a:r>
              <a:rPr lang="en-US" altLang="zh-CN" dirty="0">
                <a:solidFill>
                  <a:srgbClr val="000000"/>
                </a:solidFill>
                <a:ea typeface="宋体" panose="02010600030101010101" pitchFamily="2" charset="-122"/>
                <a:cs typeface="Times New Roman" panose="02020603050405020304" pitchFamily="18" charset="0"/>
              </a:rPr>
              <a:t>1)</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log</a:t>
            </a:r>
            <a:r>
              <a:rPr lang="en-US" altLang="zh-CN" baseline="-25000" dirty="0">
                <a:solidFill>
                  <a:srgbClr val="000000"/>
                </a:solidFill>
                <a:ea typeface="宋体" panose="02010600030101010101" pitchFamily="2" charset="-122"/>
                <a:cs typeface="Times New Roman" panose="02020603050405020304" pitchFamily="18" charset="0"/>
              </a:rPr>
              <a:t>2</a:t>
            </a:r>
            <a:r>
              <a:rPr lang="en-US" altLang="zh-CN" dirty="0">
                <a:solidFill>
                  <a:srgbClr val="000000"/>
                </a:solidFill>
                <a:ea typeface="宋体" panose="02010600030101010101" pitchFamily="2" charset="-122"/>
                <a:cs typeface="Times New Roman" panose="02020603050405020304" pitchFamily="18" charset="0"/>
              </a:rPr>
              <a:t>(1</a:t>
            </a:r>
            <a:r>
              <a:rPr lang="en-US" altLang="zh-CN" i="1" dirty="0">
                <a:solidFill>
                  <a:srgbClr val="000000"/>
                </a:solidFill>
                <a:ea typeface="宋体" panose="02010600030101010101" pitchFamily="2" charset="-122"/>
                <a:cs typeface="Times New Roman" panose="02020603050405020304" pitchFamily="18" charset="0"/>
              </a:rPr>
              <a:t>+x</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188085" algn="l"/>
                <a:tab pos="2163445" algn="l"/>
                <a:tab pos="3142615" algn="l"/>
                <a:tab pos="4190365" algn="l"/>
              </a:tabLst>
            </a:pPr>
            <a:r>
              <a:rPr lang="zh-CN" altLang="zh-CN" dirty="0">
                <a:solidFill>
                  <a:srgbClr val="000000"/>
                </a:solidFill>
                <a:ea typeface="楷体" panose="02010609060101010101" pitchFamily="49" charset="-122"/>
                <a:cs typeface="Times New Roman" panose="02020603050405020304" pitchFamily="18" charset="0"/>
              </a:rPr>
              <a:t>当</a:t>
            </a:r>
            <a:r>
              <a:rPr lang="en-US" altLang="zh-CN" i="1" dirty="0">
                <a:solidFill>
                  <a:srgbClr val="000000"/>
                </a:solidFill>
                <a:ea typeface="宋体" panose="02010600030101010101" pitchFamily="2" charset="-122"/>
                <a:cs typeface="Times New Roman" panose="02020603050405020304" pitchFamily="18" charset="0"/>
              </a:rPr>
              <a:t>x&gt;</a:t>
            </a:r>
            <a:r>
              <a:rPr lang="en-US" altLang="zh-CN" dirty="0">
                <a:solidFill>
                  <a:srgbClr val="000000"/>
                </a:solidFill>
                <a:ea typeface="宋体" panose="02010600030101010101" pitchFamily="2" charset="-122"/>
                <a:cs typeface="Times New Roman" panose="02020603050405020304" pitchFamily="18" charset="0"/>
              </a:rPr>
              <a:t>1</a:t>
            </a:r>
            <a:r>
              <a:rPr lang="zh-CN" altLang="zh-CN" dirty="0">
                <a:solidFill>
                  <a:srgbClr val="000000"/>
                </a:solidFill>
                <a:ea typeface="楷体" panose="02010609060101010101" pitchFamily="49" charset="-122"/>
                <a:cs typeface="Times New Roman" panose="02020603050405020304" pitchFamily="18" charset="0"/>
              </a:rPr>
              <a:t>时</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x+</a:t>
            </a:r>
            <a:r>
              <a:rPr lang="en-US" altLang="zh-CN" dirty="0">
                <a:solidFill>
                  <a:srgbClr val="000000"/>
                </a:solidFill>
                <a:ea typeface="宋体" panose="02010600030101010101" pitchFamily="2" charset="-122"/>
                <a:cs typeface="Times New Roman" panose="02020603050405020304" pitchFamily="18" charset="0"/>
              </a:rPr>
              <a:t>1</a:t>
            </a:r>
            <a:r>
              <a:rPr lang="en-US" altLang="zh-CN" i="1" dirty="0">
                <a:solidFill>
                  <a:srgbClr val="000000"/>
                </a:solidFill>
                <a:ea typeface="宋体" panose="02010600030101010101" pitchFamily="2" charset="-122"/>
                <a:cs typeface="Times New Roman" panose="02020603050405020304" pitchFamily="18" charset="0"/>
              </a:rPr>
              <a:t>&gt;</a:t>
            </a:r>
            <a:r>
              <a:rPr lang="en-US" altLang="zh-CN" dirty="0">
                <a:solidFill>
                  <a:srgbClr val="000000"/>
                </a:solidFill>
                <a:ea typeface="宋体" panose="02010600030101010101" pitchFamily="2" charset="-122"/>
                <a:cs typeface="Times New Roman" panose="02020603050405020304" pitchFamily="18" charset="0"/>
              </a:rPr>
              <a:t>2,</a:t>
            </a:r>
            <a:r>
              <a:rPr lang="zh-CN" altLang="zh-CN" dirty="0">
                <a:solidFill>
                  <a:srgbClr val="000000"/>
                </a:solidFill>
                <a:ea typeface="楷体" panose="02010609060101010101" pitchFamily="49" charset="-122"/>
                <a:cs typeface="Times New Roman" panose="02020603050405020304" pitchFamily="18" charset="0"/>
              </a:rPr>
              <a:t>故</a:t>
            </a:r>
            <a:r>
              <a:rPr lang="en-US" altLang="zh-CN" dirty="0">
                <a:solidFill>
                  <a:srgbClr val="000000"/>
                </a:solidFill>
                <a:ea typeface="宋体" panose="02010600030101010101" pitchFamily="2" charset="-122"/>
                <a:cs typeface="Times New Roman" panose="02020603050405020304" pitchFamily="18" charset="0"/>
              </a:rPr>
              <a:t>log</a:t>
            </a:r>
            <a:r>
              <a:rPr lang="en-US" altLang="zh-CN" baseline="-25000" dirty="0">
                <a:solidFill>
                  <a:srgbClr val="000000"/>
                </a:solidFill>
                <a:ea typeface="宋体" panose="02010600030101010101" pitchFamily="2" charset="-122"/>
                <a:cs typeface="Times New Roman" panose="02020603050405020304" pitchFamily="18" charset="0"/>
              </a:rPr>
              <a:t>2</a:t>
            </a:r>
            <a:r>
              <a:rPr lang="en-US" altLang="zh-CN" dirty="0">
                <a:solidFill>
                  <a:srgbClr val="000000"/>
                </a:solidFill>
                <a:ea typeface="宋体" panose="02010600030101010101" pitchFamily="2" charset="-122"/>
                <a:cs typeface="Times New Roman" panose="02020603050405020304" pitchFamily="18" charset="0"/>
              </a:rPr>
              <a:t>(1</a:t>
            </a:r>
            <a:r>
              <a:rPr lang="en-US" altLang="zh-CN" i="1" dirty="0">
                <a:solidFill>
                  <a:srgbClr val="000000"/>
                </a:solidFill>
                <a:ea typeface="宋体" panose="02010600030101010101" pitchFamily="2" charset="-122"/>
                <a:cs typeface="Times New Roman" panose="02020603050405020304" pitchFamily="18" charset="0"/>
              </a:rPr>
              <a:t>+x</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&gt;</a:t>
            </a:r>
            <a:r>
              <a:rPr lang="en-US" altLang="zh-CN" dirty="0">
                <a:solidFill>
                  <a:srgbClr val="000000"/>
                </a:solidFill>
                <a:ea typeface="宋体" panose="02010600030101010101" pitchFamily="2" charset="-122"/>
                <a:cs typeface="Times New Roman" panose="02020603050405020304" pitchFamily="18" charset="0"/>
              </a:rPr>
              <a:t>log</a:t>
            </a:r>
            <a:r>
              <a:rPr lang="en-US" altLang="zh-CN" baseline="-25000" dirty="0">
                <a:solidFill>
                  <a:srgbClr val="000000"/>
                </a:solidFill>
                <a:ea typeface="宋体" panose="02010600030101010101" pitchFamily="2" charset="-122"/>
                <a:cs typeface="Times New Roman" panose="02020603050405020304" pitchFamily="18" charset="0"/>
              </a:rPr>
              <a:t>2</a:t>
            </a:r>
            <a:r>
              <a:rPr lang="en-US" altLang="zh-CN" dirty="0">
                <a:solidFill>
                  <a:srgbClr val="000000"/>
                </a:solidFill>
                <a:ea typeface="宋体" panose="02010600030101010101" pitchFamily="2" charset="-122"/>
                <a:cs typeface="Times New Roman" panose="02020603050405020304" pitchFamily="18" charset="0"/>
              </a:rPr>
              <a:t>2</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1</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188085" algn="l"/>
                <a:tab pos="2163445" algn="l"/>
                <a:tab pos="3142615" algn="l"/>
                <a:tab pos="4190365" algn="l"/>
              </a:tabLst>
            </a:pPr>
            <a:r>
              <a:rPr lang="zh-CN" altLang="zh-CN" dirty="0">
                <a:solidFill>
                  <a:srgbClr val="000000"/>
                </a:solidFill>
                <a:ea typeface="楷体" panose="02010609060101010101" pitchFamily="49" charset="-122"/>
                <a:cs typeface="Times New Roman" panose="02020603050405020304" pitchFamily="18" charset="0"/>
              </a:rPr>
              <a:t>由当</a:t>
            </a:r>
            <a:r>
              <a:rPr lang="en-US" altLang="zh-CN" i="1" dirty="0">
                <a:solidFill>
                  <a:srgbClr val="000000"/>
                </a:solidFill>
                <a:ea typeface="宋体" panose="02010600030101010101" pitchFamily="2" charset="-122"/>
                <a:cs typeface="Times New Roman" panose="02020603050405020304" pitchFamily="18" charset="0"/>
              </a:rPr>
              <a:t>x</a:t>
            </a:r>
            <a:r>
              <a:rPr lang="zh-CN" altLang="zh-CN" dirty="0">
                <a:solidFill>
                  <a:srgbClr val="000000"/>
                </a:solidFill>
                <a:latin typeface="NEU-BZ-S92"/>
                <a:ea typeface="宋体" panose="02010600030101010101" pitchFamily="2" charset="-122"/>
                <a:cs typeface="宋体" panose="02010600030101010101" pitchFamily="2" charset="-122"/>
              </a:rPr>
              <a:t>∈</a:t>
            </a:r>
            <a:r>
              <a:rPr lang="en-US" altLang="zh-CN" dirty="0">
                <a:solidFill>
                  <a:srgbClr val="000000"/>
                </a:solidFill>
                <a:ea typeface="宋体" panose="02010600030101010101" pitchFamily="2" charset="-122"/>
                <a:cs typeface="Times New Roman" panose="02020603050405020304" pitchFamily="18" charset="0"/>
              </a:rPr>
              <a:t>(1,</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时</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f</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x</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log</a:t>
            </a:r>
            <a:r>
              <a:rPr lang="en-US" altLang="zh-CN" baseline="-25000" dirty="0">
                <a:solidFill>
                  <a:srgbClr val="000000"/>
                </a:solidFill>
                <a:ea typeface="宋体" panose="02010600030101010101" pitchFamily="2" charset="-122"/>
                <a:cs typeface="Times New Roman" panose="02020603050405020304" pitchFamily="18" charset="0"/>
              </a:rPr>
              <a:t>2</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x-</a:t>
            </a:r>
            <a:r>
              <a:rPr lang="en-US" altLang="zh-CN" dirty="0">
                <a:solidFill>
                  <a:srgbClr val="000000"/>
                </a:solidFill>
                <a:ea typeface="宋体" panose="02010600030101010101" pitchFamily="2" charset="-122"/>
                <a:cs typeface="Times New Roman" panose="02020603050405020304" pitchFamily="18" charset="0"/>
              </a:rPr>
              <a:t>1)</a:t>
            </a:r>
            <a:r>
              <a:rPr lang="en-US" altLang="zh-CN" i="1" dirty="0">
                <a:solidFill>
                  <a:srgbClr val="000000"/>
                </a:solidFill>
                <a:ea typeface="宋体" panose="02010600030101010101" pitchFamily="2" charset="-122"/>
                <a:cs typeface="Times New Roman" panose="02020603050405020304" pitchFamily="18" charset="0"/>
              </a:rPr>
              <a:t>&gt;m</a:t>
            </a:r>
            <a:r>
              <a:rPr lang="zh-CN" altLang="zh-CN" dirty="0">
                <a:solidFill>
                  <a:srgbClr val="000000"/>
                </a:solidFill>
                <a:ea typeface="楷体" panose="02010609060101010101" pitchFamily="49" charset="-122"/>
                <a:cs typeface="Times New Roman" panose="02020603050405020304" pitchFamily="18" charset="0"/>
              </a:rPr>
              <a:t>恒成立</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可知</a:t>
            </a:r>
            <a:r>
              <a:rPr lang="en-US" altLang="zh-CN" i="1" dirty="0">
                <a:solidFill>
                  <a:srgbClr val="000000"/>
                </a:solidFill>
                <a:ea typeface="宋体" panose="02010600030101010101" pitchFamily="2" charset="-122"/>
                <a:cs typeface="Times New Roman" panose="02020603050405020304" pitchFamily="18" charset="0"/>
              </a:rPr>
              <a:t>m</a:t>
            </a:r>
            <a:r>
              <a:rPr lang="en-US" altLang="zh-CN" dirty="0">
                <a:solidFill>
                  <a:srgbClr val="000000"/>
                </a:solidFill>
                <a:latin typeface="宋体" panose="02010600030101010101" pitchFamily="2" charset="-122"/>
                <a:ea typeface="方正书宋_GBK" panose="03000509000000000000" pitchFamily="65"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1</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188085" algn="l"/>
                <a:tab pos="2163445" algn="l"/>
                <a:tab pos="3142615" algn="l"/>
                <a:tab pos="4190365" algn="l"/>
              </a:tabLst>
            </a:pPr>
            <a:r>
              <a:rPr lang="zh-CN" altLang="zh-CN" dirty="0">
                <a:solidFill>
                  <a:srgbClr val="000000"/>
                </a:solidFill>
                <a:ea typeface="楷体" panose="02010609060101010101" pitchFamily="49" charset="-122"/>
                <a:cs typeface="Times New Roman" panose="02020603050405020304" pitchFamily="18" charset="0"/>
              </a:rPr>
              <a:t>故</a:t>
            </a:r>
            <a:r>
              <a:rPr lang="en-US" altLang="zh-CN" i="1" dirty="0">
                <a:solidFill>
                  <a:srgbClr val="000000"/>
                </a:solidFill>
                <a:ea typeface="宋体" panose="02010600030101010101" pitchFamily="2" charset="-122"/>
                <a:cs typeface="Times New Roman" panose="02020603050405020304" pitchFamily="18" charset="0"/>
              </a:rPr>
              <a:t>m</a:t>
            </a:r>
            <a:r>
              <a:rPr lang="zh-CN" altLang="zh-CN" dirty="0">
                <a:solidFill>
                  <a:srgbClr val="000000"/>
                </a:solidFill>
                <a:ea typeface="楷体" panose="02010609060101010101" pitchFamily="49" charset="-122"/>
                <a:cs typeface="Times New Roman" panose="02020603050405020304" pitchFamily="18" charset="0"/>
              </a:rPr>
              <a:t>的取值范围是</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,1]</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effectLst/>
              <a:latin typeface="NEU-BZ-S92"/>
              <a:ea typeface="方正书宋_GBK" panose="03000509000000000000" pitchFamily="65" charset="-122"/>
              <a:cs typeface="Times New Roman" panose="02020603050405020304" pitchFamily="18" charset="0"/>
            </a:endParaRPr>
          </a:p>
        </p:txBody>
      </p:sp>
    </p:spTree>
    <p:extLst>
      <p:ext uri="{BB962C8B-B14F-4D97-AF65-F5344CB8AC3E}">
        <p14:creationId xmlns:p14="http://schemas.microsoft.com/office/powerpoint/2010/main" val="1597226250"/>
      </p:ext>
    </p:extLst>
  </p:cSld>
  <p:clrMapOvr>
    <a:masterClrMapping/>
  </p:clrMapOvr>
  <p:transition spd="slow">
    <p:comb/>
  </p:transition>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979081906"/>
      </p:ext>
    </p:extLst>
  </p:cSld>
  <p:clrMapOvr>
    <a:masterClrMapping/>
  </p:clrMapOvr>
  <mc:AlternateContent xmlns:mc="http://schemas.openxmlformats.org/markup-compatibility/2006" xmlns:p14="http://schemas.microsoft.com/office/powerpoint/2010/main">
    <mc:Choice Requires="p14">
      <p:transition spd="slow" p14:dur="900">
        <p14:warp dir="in"/>
      </p:transition>
    </mc:Choice>
    <mc:Fallback xmlns="">
      <p:transition spd="slow">
        <p:fade/>
      </p:transition>
    </mc:Fallback>
  </mc:AlternateContent>
  <p:timing>
    <p:tnLst>
      <p:par>
        <p:cTn id="1" dur="indefinite" restart="never" nodeType="tmRoot"/>
      </p:par>
    </p:tnLst>
  </p:timing>
</p:sld>
</file>

<file path=ppt/theme/theme1.xml><?xml version="1.0" encoding="utf-8"?>
<a:theme xmlns:a="http://schemas.openxmlformats.org/drawingml/2006/main" name="专业教辅课件Q:251490010">
  <a:themeElements>
    <a:clrScheme name="穿越">
      <a:dk1>
        <a:sysClr val="windowText" lastClr="000000"/>
      </a:dk1>
      <a:lt1>
        <a:sysClr val="window" lastClr="FFFFFF"/>
      </a:lt1>
      <a:dk2>
        <a:srgbClr val="4E5B6F"/>
      </a:dk2>
      <a:lt2>
        <a:srgbClr val="D6ECFF"/>
      </a:lt2>
      <a:accent1>
        <a:srgbClr val="7FD13B"/>
      </a:accent1>
      <a:accent2>
        <a:srgbClr val="EA157A"/>
      </a:accent2>
      <a:accent3>
        <a:srgbClr val="FEB80A"/>
      </a:accent3>
      <a:accent4>
        <a:srgbClr val="00ADDC"/>
      </a:accent4>
      <a:accent5>
        <a:srgbClr val="738AC8"/>
      </a:accent5>
      <a:accent6>
        <a:srgbClr val="1AB39F"/>
      </a:accent6>
      <a:hlink>
        <a:srgbClr val="EB8803"/>
      </a:hlink>
      <a:folHlink>
        <a:srgbClr val="5F7791"/>
      </a:folHlink>
    </a:clrScheme>
    <a:fontScheme name="Office 经典">
      <a:majorFont>
        <a:latin typeface="Arial"/>
        <a:ea typeface=""/>
        <a:cs typeface=""/>
        <a:font script="Jpan" typeface="ＭＳ Ｐゴシック"/>
        <a:font script="Hang" typeface="돋움"/>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Times New Roman"/>
        <a:ea typeface=""/>
        <a:cs typeface=""/>
        <a:font script="Jpan" typeface="ＭＳ Ｐ明朝"/>
        <a:font script="Hang" typeface="바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演示文稿3" id="{7F1B58FA-3D69-4926-A2BA-EEBABBAD5E6B}" vid="{76CC91B4-AC1E-4E21-9BDB-923C2B156DCE}"/>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新教材 高中同步</Template>
  <TotalTime>107</TotalTime>
  <Words>1200</Words>
  <Application>Microsoft Office PowerPoint</Application>
  <PresentationFormat>自定义</PresentationFormat>
  <Paragraphs>98</Paragraphs>
  <Slides>42</Slides>
  <Notes>1</Notes>
  <HiddenSlides>0</HiddenSlides>
  <MMClips>0</MMClips>
  <ScaleCrop>false</ScaleCrop>
  <HeadingPairs>
    <vt:vector size="8" baseType="variant">
      <vt:variant>
        <vt:lpstr>已用的字体</vt:lpstr>
      </vt:variant>
      <vt:variant>
        <vt:i4>13</vt:i4>
      </vt:variant>
      <vt:variant>
        <vt:lpstr>主题</vt:lpstr>
      </vt:variant>
      <vt:variant>
        <vt:i4>1</vt:i4>
      </vt:variant>
      <vt:variant>
        <vt:lpstr>嵌入 OLE 服务器</vt:lpstr>
      </vt:variant>
      <vt:variant>
        <vt:i4>1</vt:i4>
      </vt:variant>
      <vt:variant>
        <vt:lpstr>幻灯片标题</vt:lpstr>
      </vt:variant>
      <vt:variant>
        <vt:i4>42</vt:i4>
      </vt:variant>
    </vt:vector>
  </HeadingPairs>
  <TitlesOfParts>
    <vt:vector size="57" baseType="lpstr">
      <vt:lpstr>NEU-BZ-S92</vt:lpstr>
      <vt:lpstr>方正书宋_GBK</vt:lpstr>
      <vt:lpstr>方正正中黑简体</vt:lpstr>
      <vt:lpstr>仿宋</vt:lpstr>
      <vt:lpstr>黑体</vt:lpstr>
      <vt:lpstr>华文新魏</vt:lpstr>
      <vt:lpstr>楷体</vt:lpstr>
      <vt:lpstr>隶书</vt:lpstr>
      <vt:lpstr>宋体</vt:lpstr>
      <vt:lpstr>Arial</vt:lpstr>
      <vt:lpstr>Calibri</vt:lpstr>
      <vt:lpstr>Cambria Math</vt:lpstr>
      <vt:lpstr>Times New Roman</vt:lpstr>
      <vt:lpstr>专业教辅课件Q:251490010</vt:lpstr>
      <vt:lpstr>文档</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微软中国</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Administrator</dc:creator>
  <cp:lastModifiedBy>Microsoft</cp:lastModifiedBy>
  <cp:revision>26</cp:revision>
  <dcterms:created xsi:type="dcterms:W3CDTF">2020-09-12T05:36:12Z</dcterms:created>
  <dcterms:modified xsi:type="dcterms:W3CDTF">2025-08-18T05:22:32Z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XTAG2">
    <vt:lpwstr>0008007650000000000001024140</vt:lpwstr>
  </property>
  <property fmtid="{D5CDD505-2E9C-101B-9397-08002B2CF9AE}" pid="3" name="KSOProductBuildVer">
    <vt:lpwstr>2052-10.1.0.7698</vt:lpwstr>
  </property>
</Properties>
</file>