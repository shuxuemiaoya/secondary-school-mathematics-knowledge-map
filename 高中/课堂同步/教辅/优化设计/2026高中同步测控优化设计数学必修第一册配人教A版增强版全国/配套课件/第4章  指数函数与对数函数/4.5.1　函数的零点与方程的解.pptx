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60" r:id="rId11"/>
    <p:sldId id="759" r:id="rId12"/>
    <p:sldId id="761" r:id="rId13"/>
    <p:sldId id="762" r:id="rId14"/>
    <p:sldId id="763" r:id="rId15"/>
    <p:sldId id="737" r:id="rId16"/>
    <p:sldId id="750" r:id="rId17"/>
    <p:sldId id="764" r:id="rId18"/>
    <p:sldId id="765" r:id="rId19"/>
    <p:sldId id="766" r:id="rId20"/>
    <p:sldId id="754" r:id="rId21"/>
    <p:sldId id="767" r:id="rId22"/>
    <p:sldId id="768" r:id="rId23"/>
    <p:sldId id="769" r:id="rId24"/>
    <p:sldId id="755" r:id="rId25"/>
    <p:sldId id="770" r:id="rId26"/>
    <p:sldId id="771" r:id="rId27"/>
    <p:sldId id="772" r:id="rId28"/>
    <p:sldId id="774" r:id="rId29"/>
    <p:sldId id="747" r:id="rId30"/>
    <p:sldId id="751" r:id="rId31"/>
    <p:sldId id="775" r:id="rId32"/>
    <p:sldId id="776" r:id="rId33"/>
    <p:sldId id="777" r:id="rId34"/>
    <p:sldId id="748" r:id="rId35"/>
    <p:sldId id="752" r:id="rId36"/>
    <p:sldId id="780" r:id="rId37"/>
    <p:sldId id="779" r:id="rId38"/>
    <p:sldId id="781" r:id="rId39"/>
    <p:sldId id="782" r:id="rId40"/>
    <p:sldId id="735" r:id="rId41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40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4.xml"/><Relationship Id="rId5" Type="http://schemas.openxmlformats.org/officeDocument/2006/relationships/slide" Target="slide29.xml"/><Relationship Id="rId4" Type="http://schemas.openxmlformats.org/officeDocument/2006/relationships/slide" Target="slide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5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6.docx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7.docx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9.bin"/><Relationship Id="rId7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9.docx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2.docx"/><Relationship Id="rId3" Type="http://schemas.openxmlformats.org/officeDocument/2006/relationships/image" Target="../media/image19.jpeg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Word___11.docx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8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13.bin"/><Relationship Id="rId7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3.docx"/><Relationship Id="rId9" Type="http://schemas.openxmlformats.org/officeDocument/2006/relationships/image" Target="../media/image2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5.docx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16.docx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17.bin"/><Relationship Id="rId7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17.docx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19.docx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0.bin"/><Relationship Id="rId7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0.docx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22.bin"/><Relationship Id="rId7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2.docx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24.bin"/><Relationship Id="rId7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4.docx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26.docx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011883"/>
            <a:ext cx="10807700" cy="22044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4.5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函数的应用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二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函数的零点与方程的解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002078"/>
            <a:ext cx="10729192" cy="4182225"/>
            <a:chOff x="360437" y="1002078"/>
            <a:chExt cx="10729192" cy="4182225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002078"/>
              <a:ext cx="10729192" cy="4182225"/>
              <a:chOff x="360437" y="1655507"/>
              <a:chExt cx="10729192" cy="2856516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655507"/>
                <a:ext cx="10729192" cy="2856516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704131"/>
                <a:ext cx="0" cy="2737494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332407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162741"/>
              <a:ext cx="8496944" cy="3637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结合学过的函数图象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了解函数的零点与方程的解的关系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结合具体的函数及其图象的特点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了解函数零点存在定理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感受直观想象的作用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直观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想象和逻辑推理素养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91815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一、函数零点的概念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我们已经学习过二次函数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+bx+c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的零点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它是指使得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+bx+c=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二次函数的零点是几何中的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吗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227647"/>
              </p:ext>
            </p:extLst>
          </p:nvPr>
        </p:nvGraphicFramePr>
        <p:xfrm>
          <a:off x="412781" y="3292431"/>
          <a:ext cx="11671959" cy="1286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文档" r:id="rId4" imgW="3826872" imgH="421911" progId="Word.Document.12">
                  <p:embed/>
                </p:oleObj>
              </mc:Choice>
              <mc:Fallback>
                <p:oleObj name="文档" r:id="rId4" imgW="3826872" imgH="4219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2781" y="3292431"/>
                        <a:ext cx="11671959" cy="1286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4579260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二次函数的零点是一个实数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都存在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不存在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999906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我们把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的零点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5,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ln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的零点分别是什么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它们的图象与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轴的交点坐标分别是什么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0,2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0,ln(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的解分别是什么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537104"/>
              </p:ext>
            </p:extLst>
          </p:nvPr>
        </p:nvGraphicFramePr>
        <p:xfrm>
          <a:off x="484188" y="4002088"/>
          <a:ext cx="11661775" cy="193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文档" r:id="rId4" imgW="3837724" imgH="639659" progId="Word.Document.12">
                  <p:embed/>
                </p:oleObj>
              </mc:Choice>
              <mc:Fallback>
                <p:oleObj name="文档" r:id="rId4" imgW="3837724" imgH="639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4188" y="4002088"/>
                        <a:ext cx="11661775" cy="193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5164903" y="1101363"/>
            <a:ext cx="111985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5160558" y="1565461"/>
            <a:ext cx="111858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172057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35831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有实数解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有零点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轴有公共点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708580"/>
              </p:ext>
            </p:extLst>
          </p:nvPr>
        </p:nvGraphicFramePr>
        <p:xfrm>
          <a:off x="422613" y="2173136"/>
          <a:ext cx="11671959" cy="1457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文档" r:id="rId4" imgW="3826872" imgH="477974" progId="Word.Document.12">
                  <p:embed/>
                </p:oleObj>
              </mc:Choice>
              <mc:Fallback>
                <p:oleObj name="文档" r:id="rId4" imgW="3826872" imgH="4779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2613" y="2173136"/>
                        <a:ext cx="11671959" cy="14578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53840"/>
              </p:ext>
            </p:extLst>
          </p:nvPr>
        </p:nvGraphicFramePr>
        <p:xfrm>
          <a:off x="361950" y="3698103"/>
          <a:ext cx="11671959" cy="991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文档" r:id="rId7" imgW="3837724" imgH="325959" progId="Word.Document.12">
                  <p:embed/>
                </p:oleObj>
              </mc:Choice>
              <mc:Fallback>
                <p:oleObj name="文档" r:id="rId7" imgW="3837724" imgH="3259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1950" y="3698103"/>
                        <a:ext cx="11671959" cy="991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08093" y="4771919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29537" y="998734"/>
            <a:ext cx="1627421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625365" y="1462832"/>
            <a:ext cx="16255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6517969" y="1006918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6513624" y="1471016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868838" y="1584127"/>
            <a:ext cx="262126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864493" y="2048225"/>
            <a:ext cx="26183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83368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 animBg="1"/>
      <p:bldP spid="11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361950" y="1007839"/>
            <a:ext cx="10871695" cy="4495299"/>
            <a:chOff x="361950" y="1317412"/>
            <a:chExt cx="10871695" cy="4495299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317412"/>
              <a:ext cx="10807700" cy="123527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二、函数零点存在定理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给出下列函数图象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根据图象分析判断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8" name="zMG1TRA143.eps" descr="id:2147497252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6887" y="2664024"/>
              <a:ext cx="2664296" cy="2402088"/>
            </a:xfrm>
            <a:prstGeom prst="rect">
              <a:avLst/>
            </a:prstGeom>
          </p:spPr>
        </p:pic>
        <p:pic>
          <p:nvPicPr>
            <p:cNvPr id="9" name="zMG1TRA144.eps" descr="id:2147497259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185625" y="2664023"/>
              <a:ext cx="2619854" cy="2402088"/>
            </a:xfrm>
            <a:prstGeom prst="rect">
              <a:avLst/>
            </a:prstGeom>
          </p:spPr>
        </p:pic>
        <p:pic>
          <p:nvPicPr>
            <p:cNvPr id="10" name="zMG1TRA145.eps" descr="id:2147497266;FounderCES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5877487" y="2664023"/>
              <a:ext cx="2619854" cy="2402088"/>
            </a:xfrm>
            <a:prstGeom prst="rect">
              <a:avLst/>
            </a:prstGeom>
          </p:spPr>
        </p:pic>
        <p:pic>
          <p:nvPicPr>
            <p:cNvPr id="11" name="zMG1TRA146.eps" descr="id:2147497273;FounderCES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8613791" y="2664023"/>
              <a:ext cx="2619854" cy="2402088"/>
            </a:xfrm>
            <a:prstGeom prst="rect">
              <a:avLst/>
            </a:prstGeom>
          </p:spPr>
        </p:pic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1380699" y="5129447"/>
              <a:ext cx="596637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/>
            <p:cNvSpPr>
              <a:spLocks noChangeAspect="1"/>
            </p:cNvSpPr>
            <p:nvPr/>
          </p:nvSpPr>
          <p:spPr>
            <a:xfrm>
              <a:off x="4044995" y="5066111"/>
              <a:ext cx="596637" cy="60478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/>
            <p:cNvSpPr>
              <a:spLocks noChangeAspect="1"/>
            </p:cNvSpPr>
            <p:nvPr/>
          </p:nvSpPr>
          <p:spPr>
            <a:xfrm>
              <a:off x="6740998" y="5066111"/>
              <a:ext cx="596637" cy="60478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③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9472730" y="5066111"/>
              <a:ext cx="596637" cy="60478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④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777943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33569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上的图象连续不断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内是否一定有零点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上的图象不连续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内是否一定有零点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上的图象连续不断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内是否一定有零点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一定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不一定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不一定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89087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49" y="1704680"/>
            <a:ext cx="10943703" cy="2456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零点存在定理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上的图象是一条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连续不断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的曲线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至少有一个零点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即存在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使得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也就是方程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953551" y="2354475"/>
            <a:ext cx="164125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7949379" y="2818573"/>
            <a:ext cx="1639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296542" y="2984329"/>
            <a:ext cx="169591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1292431" y="3448427"/>
            <a:ext cx="16939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8274551" y="2950944"/>
            <a:ext cx="280431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8270559" y="3415042"/>
            <a:ext cx="280114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992707" y="3571151"/>
            <a:ext cx="106770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3988301" y="4035249"/>
            <a:ext cx="10664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704206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07797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做一做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上的图象连续不断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必有唯一零点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一定没有零点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必有无数个零点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可能有两个零点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7103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25526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所有的函数都有零点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有两个不相等的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实根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x=x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x=x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的零点为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,0),(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内有零点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则一定有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上的图象连续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内没有零点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则一定有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40957" y="2447999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414396" y="3600127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297541" y="475225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545013" y="583237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88014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2231975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上的图象连续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且是单调函数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内至多有一个零点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718652" y="2921116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57435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求</a:t>
            </a:r>
            <a:r>
              <a:rPr lang="zh-CN" altLang="zh-CN" dirty="0"/>
              <a:t>函数的零点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355744"/>
              </p:ext>
            </p:extLst>
          </p:nvPr>
        </p:nvGraphicFramePr>
        <p:xfrm>
          <a:off x="432445" y="1871935"/>
          <a:ext cx="11671959" cy="2823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文档" r:id="rId4" imgW="3826872" imgH="925761" progId="Word.Document.12">
                  <p:embed/>
                </p:oleObj>
              </mc:Choice>
              <mc:Fallback>
                <p:oleObj name="文档" r:id="rId4" imgW="3826872" imgH="9257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871935"/>
                        <a:ext cx="11671959" cy="28235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50219"/>
              </p:ext>
            </p:extLst>
          </p:nvPr>
        </p:nvGraphicFramePr>
        <p:xfrm>
          <a:off x="581025" y="655638"/>
          <a:ext cx="11661775" cy="572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" name="文档" r:id="rId4" imgW="3837724" imgH="1890130" progId="Word.Document.12">
                  <p:embed/>
                </p:oleObj>
              </mc:Choice>
              <mc:Fallback>
                <p:oleObj name="文档" r:id="rId4" imgW="3837724" imgH="1890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1025" y="655638"/>
                        <a:ext cx="11661775" cy="5722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5182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61687"/>
            <a:ext cx="10807700" cy="36379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函数零点的基本方法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求函数的定义域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的值是否符合函数的定义域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若符合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则为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函数的零点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160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7620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+ax+b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的两个零点是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1,4,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的零点是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687587"/>
              </p:ext>
            </p:extLst>
          </p:nvPr>
        </p:nvGraphicFramePr>
        <p:xfrm>
          <a:off x="504825" y="2538413"/>
          <a:ext cx="11661775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0" name="文档" r:id="rId4" imgW="3837724" imgH="402401" progId="Word.Document.12">
                  <p:embed/>
                </p:oleObj>
              </mc:Choice>
              <mc:Fallback>
                <p:oleObj name="文档" r:id="rId4" imgW="3837724" imgH="4024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2538413"/>
                        <a:ext cx="11661775" cy="1216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279870"/>
              </p:ext>
            </p:extLst>
          </p:nvPr>
        </p:nvGraphicFramePr>
        <p:xfrm>
          <a:off x="497954" y="3848940"/>
          <a:ext cx="11671959" cy="697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1" name="文档" r:id="rId7" imgW="3826872" imgH="228565" progId="Word.Document.12">
                  <p:embed/>
                </p:oleObj>
              </mc:Choice>
              <mc:Fallback>
                <p:oleObj name="文档" r:id="rId7" imgW="3826872" imgH="2285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7954" y="3848940"/>
                        <a:ext cx="11671959" cy="697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6913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求</a:t>
            </a:r>
            <a:r>
              <a:rPr lang="zh-CN" altLang="zh-CN" dirty="0"/>
              <a:t>函数零点所在的区间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-35201" y="1406648"/>
            <a:ext cx="11995589" cy="4805431"/>
            <a:chOff x="-35201" y="1367879"/>
            <a:chExt cx="11995589" cy="4805431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4099972"/>
                </p:ext>
              </p:extLst>
            </p:nvPr>
          </p:nvGraphicFramePr>
          <p:xfrm>
            <a:off x="288429" y="1367879"/>
            <a:ext cx="11671959" cy="699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2" name="文档" r:id="rId4" imgW="3826872" imgH="229284" progId="Word.Document.12">
                    <p:embed/>
                  </p:oleObj>
                </mc:Choice>
                <mc:Fallback>
                  <p:oleObj name="文档" r:id="rId4" imgW="3826872" imgH="22928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88429" y="1367879"/>
                          <a:ext cx="11671959" cy="69931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007579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A.(3,4)	B.(2,e)	C.(1,2)	D.(0,1)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根据表格内的数据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可以断定方程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-x-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的一个解所在的区间是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  <a:endParaRPr lang="zh-CN" altLang="en-US" dirty="0"/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1714240"/>
                </p:ext>
              </p:extLst>
            </p:nvPr>
          </p:nvGraphicFramePr>
          <p:xfrm>
            <a:off x="-35201" y="3814489"/>
            <a:ext cx="11844910" cy="23588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3" name="文档" r:id="rId7" imgW="3894589" imgH="775956" progId="Word.Document.12">
                    <p:embed/>
                  </p:oleObj>
                </mc:Choice>
                <mc:Fallback>
                  <p:oleObj name="文档" r:id="rId7" imgW="3894589" imgH="77595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-35201" y="3814489"/>
                          <a:ext cx="11844910" cy="235882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5493697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1,0)	B.(0,1)	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.(1,2)	D.(2,3)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361950" y="873655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内的图象连续不断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所以函数的零点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所在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的大致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区间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构造函数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由题表可得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所以方程的一个解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所在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区间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(1)C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1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1007839"/>
            <a:ext cx="2740119" cy="499725"/>
          </a:xfrm>
          <a:prstGeom prst="rect">
            <a:avLst/>
          </a:prstGeom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2933317"/>
              </p:ext>
            </p:extLst>
          </p:nvPr>
        </p:nvGraphicFramePr>
        <p:xfrm>
          <a:off x="432445" y="1574071"/>
          <a:ext cx="11671959" cy="1172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0" name="文档" r:id="rId5" imgW="3826872" imgH="384536" progId="Word.Document.12">
                  <p:embed/>
                </p:oleObj>
              </mc:Choice>
              <mc:Fallback>
                <p:oleObj name="文档" r:id="rId5" imgW="3826872" imgH="3845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2445" y="1574071"/>
                        <a:ext cx="11671959" cy="1172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916306"/>
              </p:ext>
            </p:extLst>
          </p:nvPr>
        </p:nvGraphicFramePr>
        <p:xfrm>
          <a:off x="432445" y="2860383"/>
          <a:ext cx="11671959" cy="2104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1" name="文档" r:id="rId8" imgW="3826872" imgH="690008" progId="Word.Document.12">
                  <p:embed/>
                </p:oleObj>
              </mc:Choice>
              <mc:Fallback>
                <p:oleObj name="文档" r:id="rId8" imgW="3826872" imgH="6900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2445" y="2860383"/>
                        <a:ext cx="11671959" cy="2104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2119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181351"/>
            <a:ext cx="10807700" cy="36379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判断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函数的零点所在区间的三个步骤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代入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将区间端点值代入函数求出函数的值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把所得的函数值相乘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并进行符号判断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结论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若符号为负且函数的图象是连续的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则函数在该区间内至少有一个零点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028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判断</a:t>
            </a:r>
            <a:r>
              <a:rPr lang="zh-CN" altLang="zh-CN" dirty="0"/>
              <a:t>函数零点的个数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718087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lg(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的零点个数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方法一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lg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的图象连续不断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(0,1)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内一定存在零点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lg(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内单调递增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有且只有一个零点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521316"/>
            <a:ext cx="108077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二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lg(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lg(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内单调递增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有且只有一个零点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由图象知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的图象有且只有一个交点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lg(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有且只有一个零点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zMG1TRA147.eps" descr="id:214749733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312765" y="1871935"/>
            <a:ext cx="4392488" cy="329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2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27461"/>
            <a:ext cx="10807700" cy="42288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判断函数零点的个数的两种方法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方程法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的解可求或能判断解的个数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则可通过方程的解来判断函数是否存在零点或判断零点的个数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图象法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在同一平面直角坐标系内作出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根据两个图象交点的个数来判定函数零点的个数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975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264553"/>
              </p:ext>
            </p:extLst>
          </p:nvPr>
        </p:nvGraphicFramePr>
        <p:xfrm>
          <a:off x="432445" y="883487"/>
          <a:ext cx="11671959" cy="699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2" name="文档" r:id="rId4" imgW="3826872" imgH="229284" progId="Word.Document.12">
                  <p:embed/>
                </p:oleObj>
              </mc:Choice>
              <mc:Fallback>
                <p:oleObj name="文档" r:id="rId4" imgW="3826872" imgH="2292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83487"/>
                        <a:ext cx="11671959" cy="699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554022"/>
              </p:ext>
            </p:extLst>
          </p:nvPr>
        </p:nvGraphicFramePr>
        <p:xfrm>
          <a:off x="430213" y="1627856"/>
          <a:ext cx="11618912" cy="370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3" name="文档" r:id="rId7" imgW="3826872" imgH="1225124" progId="Word.Document.12">
                  <p:embed/>
                </p:oleObj>
              </mc:Choice>
              <mc:Fallback>
                <p:oleObj name="文档" r:id="rId7" imgW="3826872" imgH="122512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213" y="1627856"/>
                        <a:ext cx="11618912" cy="3700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zMG1TRA148.eps" descr="id:2147497351;FounderCES"/>
          <p:cNvPicPr/>
          <p:nvPr/>
        </p:nvPicPr>
        <p:blipFill>
          <a:blip r:embed="rId9"/>
          <a:stretch>
            <a:fillRect/>
          </a:stretch>
        </p:blipFill>
        <p:spPr>
          <a:xfrm>
            <a:off x="6985173" y="1583903"/>
            <a:ext cx="4032448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68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955495"/>
            <a:ext cx="11879807" cy="4392488"/>
            <a:chOff x="361950" y="935831"/>
            <a:chExt cx="11879807" cy="4392488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7012125"/>
                </p:ext>
              </p:extLst>
            </p:nvPr>
          </p:nvGraphicFramePr>
          <p:xfrm>
            <a:off x="569798" y="935831"/>
            <a:ext cx="11671959" cy="7749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4" name="文档" r:id="rId4" imgW="3826872" imgH="254081" progId="Word.Document.12">
                    <p:embed/>
                  </p:oleObj>
                </mc:Choice>
                <mc:Fallback>
                  <p:oleObj name="文档" r:id="rId4" imgW="3826872" imgH="25408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69798" y="935831"/>
                          <a:ext cx="11671959" cy="77494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746954"/>
              <a:ext cx="10807700" cy="35813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≠0,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+x+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+x+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方程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+x+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的根的判别式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Δ=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方程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+x+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无实数根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只有一个零点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7421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91815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求参数的取值范围时忽视限制条件致错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[0,4]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上至少有一个零点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7512744"/>
              </p:ext>
            </p:extLst>
          </p:nvPr>
        </p:nvGraphicFramePr>
        <p:xfrm>
          <a:off x="473075" y="2654191"/>
          <a:ext cx="11661775" cy="197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文档" r:id="rId4" imgW="3837724" imgH="653721" progId="Word.Document.12">
                  <p:embed/>
                </p:oleObj>
              </mc:Choice>
              <mc:Fallback>
                <p:oleObj name="文档" r:id="rId4" imgW="3837724" imgH="6537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3075" y="2654191"/>
                        <a:ext cx="11661775" cy="1979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4686742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085529"/>
              </p:ext>
            </p:extLst>
          </p:nvPr>
        </p:nvGraphicFramePr>
        <p:xfrm>
          <a:off x="430213" y="2294151"/>
          <a:ext cx="11661775" cy="239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6" name="文档" r:id="rId4" imgW="3837724" imgH="792181" progId="Word.Document.12">
                  <p:embed/>
                </p:oleObj>
              </mc:Choice>
              <mc:Fallback>
                <p:oleObj name="文档" r:id="rId4" imgW="3837724" imgH="7921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2294151"/>
                        <a:ext cx="11661775" cy="2398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683358"/>
              </p:ext>
            </p:extLst>
          </p:nvPr>
        </p:nvGraphicFramePr>
        <p:xfrm>
          <a:off x="432445" y="4818359"/>
          <a:ext cx="11671959" cy="562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7" name="文档" r:id="rId7" imgW="3826872" imgH="184362" progId="Word.Document.12">
                  <p:embed/>
                </p:oleObj>
              </mc:Choice>
              <mc:Fallback>
                <p:oleObj name="文档" r:id="rId7" imgW="3826872" imgH="1843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4818359"/>
                        <a:ext cx="11671959" cy="5623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>
            <a:spLocks noChangeAspect="1"/>
          </p:cNvSpPr>
          <p:nvPr/>
        </p:nvSpPr>
        <p:spPr>
          <a:xfrm>
            <a:off x="361950" y="1020336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错解中盲目运用函数零点存在定理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没有注意限制条件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至少有一个零点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从而导致错误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24787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367879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解决一元二次方程解的分布问题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首先要画出相应的函数的图象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然后将方程问题转化为函数问题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结合图象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考虑四个方面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开口方向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判别式与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对称轴与所给区间的关系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;(4)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区间端点的函数值与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02761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7579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问当实数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取何值时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的方程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的一个解在区间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(0,1)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另一个解在区间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(1,2)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4330681"/>
              </p:ext>
            </p:extLst>
          </p:nvPr>
        </p:nvGraphicFramePr>
        <p:xfrm>
          <a:off x="536575" y="1787525"/>
          <a:ext cx="10625138" cy="458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文档" r:id="rId4" imgW="3826872" imgH="1652785" progId="Word.Document.12">
                  <p:embed/>
                </p:oleObj>
              </mc:Choice>
              <mc:Fallback>
                <p:oleObj name="文档" r:id="rId4" imgW="3826872" imgH="16527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6575" y="1787525"/>
                        <a:ext cx="10625138" cy="458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280115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0877868"/>
              </p:ext>
            </p:extLst>
          </p:nvPr>
        </p:nvGraphicFramePr>
        <p:xfrm>
          <a:off x="568728" y="1223863"/>
          <a:ext cx="11671959" cy="1798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" name="文档" r:id="rId4" imgW="3826872" imgH="589741" progId="Word.Document.12">
                  <p:embed/>
                </p:oleObj>
              </mc:Choice>
              <mc:Fallback>
                <p:oleObj name="文档" r:id="rId4" imgW="3826872" imgH="58974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8728" y="1223863"/>
                        <a:ext cx="11671959" cy="1798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585332"/>
              </p:ext>
            </p:extLst>
          </p:nvPr>
        </p:nvGraphicFramePr>
        <p:xfrm>
          <a:off x="568728" y="3033895"/>
          <a:ext cx="11671959" cy="805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1" name="文档" r:id="rId7" imgW="3826872" imgH="264144" progId="Word.Document.12">
                  <p:embed/>
                </p:oleObj>
              </mc:Choice>
              <mc:Fallback>
                <p:oleObj name="文档" r:id="rId7" imgW="3826872" imgH="2641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8728" y="3033895"/>
                        <a:ext cx="11671959" cy="8056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452109" y="3839534"/>
            <a:ext cx="1544012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422827"/>
              </p:ext>
            </p:extLst>
          </p:nvPr>
        </p:nvGraphicFramePr>
        <p:xfrm>
          <a:off x="504453" y="1295871"/>
          <a:ext cx="11671959" cy="1307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4" name="文档" r:id="rId4" imgW="3826872" imgH="428739" progId="Word.Document.12">
                  <p:embed/>
                </p:oleObj>
              </mc:Choice>
              <mc:Fallback>
                <p:oleObj name="文档" r:id="rId4" imgW="3826872" imgH="4287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295871"/>
                        <a:ext cx="11671959" cy="13076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966398"/>
              </p:ext>
            </p:extLst>
          </p:nvPr>
        </p:nvGraphicFramePr>
        <p:xfrm>
          <a:off x="484188" y="2657475"/>
          <a:ext cx="11661775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5" name="文档" r:id="rId7" imgW="3837724" imgH="433050" progId="Word.Document.12">
                  <p:embed/>
                </p:oleObj>
              </mc:Choice>
              <mc:Fallback>
                <p:oleObj name="文档" r:id="rId7" imgW="3837724" imgH="4330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4188" y="2657475"/>
                        <a:ext cx="11661775" cy="1312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432445" y="4068991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92645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35271"/>
              </p:ext>
            </p:extLst>
          </p:nvPr>
        </p:nvGraphicFramePr>
        <p:xfrm>
          <a:off x="504453" y="720717"/>
          <a:ext cx="11671959" cy="2159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6" name="文档" r:id="rId4" imgW="3826872" imgH="707977" progId="Word.Document.12">
                  <p:embed/>
                </p:oleObj>
              </mc:Choice>
              <mc:Fallback>
                <p:oleObj name="文档" r:id="rId4" imgW="3826872" imgH="7079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720717"/>
                        <a:ext cx="11671959" cy="2159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0733645"/>
              </p:ext>
            </p:extLst>
          </p:nvPr>
        </p:nvGraphicFramePr>
        <p:xfrm>
          <a:off x="504453" y="2971719"/>
          <a:ext cx="11671959" cy="2447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7" name="文档" r:id="rId7" imgW="3837724" imgH="805162" progId="Word.Document.12">
                  <p:embed/>
                </p:oleObj>
              </mc:Choice>
              <mc:Fallback>
                <p:oleObj name="文档" r:id="rId7" imgW="3837724" imgH="8051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2971719"/>
                        <a:ext cx="11671959" cy="24476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spect="1"/>
          </p:cNvSpPr>
          <p:nvPr/>
        </p:nvSpPr>
        <p:spPr>
          <a:xfrm>
            <a:off x="400601" y="5452671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98581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367879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=mx-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内有零点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所以要使函数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=mx-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内有零点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=m-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+∞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473050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50069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的零点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有零点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的零点为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1994159"/>
              </p:ext>
            </p:extLst>
          </p:nvPr>
        </p:nvGraphicFramePr>
        <p:xfrm>
          <a:off x="493713" y="3910013"/>
          <a:ext cx="11645900" cy="145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文档" r:id="rId4" imgW="3826872" imgH="480131" progId="Word.Document.12">
                  <p:embed/>
                </p:oleObj>
              </mc:Choice>
              <mc:Fallback>
                <p:oleObj name="文档" r:id="rId4" imgW="3826872" imgH="4801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3713" y="3910013"/>
                        <a:ext cx="11645900" cy="1450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350389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62</TotalTime>
  <Words>1565</Words>
  <Application>Microsoft Office PowerPoint</Application>
  <PresentationFormat>自定义</PresentationFormat>
  <Paragraphs>117</Paragraphs>
  <Slides>40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6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21</cp:revision>
  <dcterms:created xsi:type="dcterms:W3CDTF">2020-09-12T05:36:12Z</dcterms:created>
  <dcterms:modified xsi:type="dcterms:W3CDTF">2025-08-18T05:24:54Z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