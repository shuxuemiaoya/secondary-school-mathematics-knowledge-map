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37" r:id="rId13"/>
    <p:sldId id="750" r:id="rId14"/>
    <p:sldId id="761" r:id="rId15"/>
    <p:sldId id="762" r:id="rId16"/>
    <p:sldId id="763" r:id="rId17"/>
    <p:sldId id="764" r:id="rId18"/>
    <p:sldId id="754" r:id="rId19"/>
    <p:sldId id="765" r:id="rId20"/>
    <p:sldId id="766" r:id="rId21"/>
    <p:sldId id="767" r:id="rId22"/>
    <p:sldId id="768" r:id="rId23"/>
    <p:sldId id="755" r:id="rId24"/>
    <p:sldId id="770" r:id="rId25"/>
    <p:sldId id="771" r:id="rId26"/>
    <p:sldId id="772" r:id="rId27"/>
    <p:sldId id="747" r:id="rId28"/>
    <p:sldId id="751" r:id="rId29"/>
    <p:sldId id="773" r:id="rId30"/>
    <p:sldId id="774" r:id="rId31"/>
    <p:sldId id="775" r:id="rId32"/>
    <p:sldId id="748" r:id="rId33"/>
    <p:sldId id="752" r:id="rId34"/>
    <p:sldId id="777" r:id="rId35"/>
    <p:sldId id="778" r:id="rId36"/>
    <p:sldId id="735" r:id="rId37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36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2.xml"/><Relationship Id="rId5" Type="http://schemas.openxmlformats.org/officeDocument/2006/relationships/slide" Target="slide27.xml"/><Relationship Id="rId4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3.docx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4.docx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oleObject" Target="../embeddings/oleObject5.bin"/><Relationship Id="rId7" Type="http://schemas.openxmlformats.org/officeDocument/2006/relationships/package" Target="../embeddings/Microsoft_Word___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5.docx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7.docx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1583903"/>
            <a:ext cx="10807700" cy="268708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6000" dirty="0" smtClean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1.1</a:t>
            </a:r>
            <a:r>
              <a:rPr lang="zh-CN" altLang="zh-CN" sz="6000" dirty="0" smtClean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 smtClean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集合的概念</a:t>
            </a:r>
            <a:endParaRPr lang="zh-CN" altLang="zh-CN" sz="6000" dirty="0" smtClean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zh-CN" sz="6000" dirty="0">
                <a:solidFill>
                  <a:srgbClr val="002060"/>
                </a:solidFill>
              </a:rPr>
              <a:t>第</a:t>
            </a:r>
            <a:r>
              <a:rPr lang="en-US" altLang="zh-CN" sz="6000" dirty="0">
                <a:solidFill>
                  <a:srgbClr val="002060"/>
                </a:solidFill>
              </a:rPr>
              <a:t>2</a:t>
            </a:r>
            <a:r>
              <a:rPr lang="zh-CN" altLang="zh-CN" sz="6000" dirty="0">
                <a:solidFill>
                  <a:srgbClr val="002060"/>
                </a:solidFill>
              </a:rPr>
              <a:t>课时</a:t>
            </a:r>
            <a:r>
              <a:rPr lang="zh-CN" altLang="zh-CN" sz="6000" i="1" dirty="0">
                <a:solidFill>
                  <a:srgbClr val="002060"/>
                </a:solidFill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</a:rPr>
              <a:t>集合的表示</a:t>
            </a: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315535"/>
            <a:ext cx="10729192" cy="3456384"/>
            <a:chOff x="360437" y="791817"/>
            <a:chExt cx="10729192" cy="3456384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791817"/>
              <a:ext cx="10729192" cy="3456384"/>
              <a:chOff x="360437" y="1511896"/>
              <a:chExt cx="10729192" cy="2360757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511896"/>
                <a:ext cx="10729192" cy="2360757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605050"/>
                <a:ext cx="0" cy="2056721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1799927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950071"/>
              <a:ext cx="8496944" cy="2990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针对具体问题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能在自然语言和图形语言的基础上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用符号语言刻画集合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掌握集合的表示方法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——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列举法和描述法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积累数学抽象的经验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提升逻辑推理与数学运算素养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  想  方  法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37293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一、列举法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是小于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正整数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组成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中的元素能一一列举出来吗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能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1,2,3,4,5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上述集合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除了用自然语言描述外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还可以用什么方式表示呢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列举法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{1,2,3,4,5}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72788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把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集合的所有元素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一一列举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并用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花括号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“{}”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括起来表示集合的方法叫做列举法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的所有实数根组成的集合为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A.{1,3}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	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.{1}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0}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3}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因为方程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实数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1,3,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所以用列举法表示为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{1,3},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027185" y="944597"/>
            <a:ext cx="164125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4023013" y="1408695"/>
            <a:ext cx="16393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400803" y="977657"/>
            <a:ext cx="190030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7396924" y="1441755"/>
            <a:ext cx="189815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192959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07906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二、描述法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大于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且小于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的整数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组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成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的集合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能用列举法表示吗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能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1,0,1}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大于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且小于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的实数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组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成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的集合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能用列举法表示吗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不能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因为大于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且小于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的实数有无数多个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用列举法是列举不完的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所以不能用列举法表示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992368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53991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大于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且小于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的实数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组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成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的集合的元素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有何特征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一般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是一个集合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我们把集合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中所有具有共同特征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的元素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所组成的集合表示为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A|P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)}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这种表示集合的方法称为描述法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有时也用冒号或分号代替竖线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写成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)}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)}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279097" y="3312095"/>
            <a:ext cx="194421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6274925" y="3776193"/>
            <a:ext cx="194201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6697141" y="4470861"/>
            <a:ext cx="201622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6692969" y="4934959"/>
            <a:ext cx="201394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61421" y="5051045"/>
            <a:ext cx="201622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457249" y="5515143"/>
            <a:ext cx="201394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74360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779233"/>
            <a:ext cx="11771950" cy="3786928"/>
            <a:chOff x="361950" y="647799"/>
            <a:chExt cx="11771950" cy="3786928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647799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下列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用描述法表示的集合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错误的是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奇数集可以表示为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Z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|x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k+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Z}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B.“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小于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的整数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en-US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组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成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的集合可以表示为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x|x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10}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C.“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被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除余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的正整数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组成的集合可以表示为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{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x|x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k+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2,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k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N}</a:t>
              </a:r>
              <a:endParaRPr lang="zh-CN" altLang="en-US" dirty="0"/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0142820"/>
                </p:ext>
              </p:extLst>
            </p:nvPr>
          </p:nvGraphicFramePr>
          <p:xfrm>
            <a:off x="461941" y="3653204"/>
            <a:ext cx="11671959" cy="7815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6" name="文档" r:id="rId4" imgW="3826872" imgH="256237" progId="Word.Document.12">
                    <p:embed/>
                  </p:oleObj>
                </mc:Choice>
                <mc:Fallback>
                  <p:oleObj name="文档" r:id="rId4" imgW="3826872" imgH="25623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61941" y="3653204"/>
                          <a:ext cx="11671959" cy="78152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/>
          <p:cNvSpPr>
            <a:spLocks noChangeAspect="1"/>
          </p:cNvSpPr>
          <p:nvPr/>
        </p:nvSpPr>
        <p:spPr>
          <a:xfrm>
            <a:off x="361950" y="4523649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B,{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x|x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10}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小于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的实数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组成的集合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小于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的整数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组成的集合应该表示为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Z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|x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10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}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14093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46114"/>
            <a:ext cx="10807700" cy="43200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正确的在后面的括号内打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错误的打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用列举法表示集合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0}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{1,1}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{(0,1)}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中的元素是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(3){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3}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y|y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3}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是同一个集合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|x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5}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与集合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{0,1,2,3,4}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表示同一个集合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179443" y="283160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049069" y="3414414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625133" y="4001236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865493" y="4597481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07802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用</a:t>
            </a:r>
            <a:r>
              <a:rPr lang="zh-CN" altLang="zh-CN" dirty="0"/>
              <a:t>列举法表示集合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689813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048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用列举法表示下列集合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的所有实数根组成的集合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由单词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“look”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的字母组成的集合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由不大于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的所有非负偶数组成的集合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轴的交点组成的集合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329773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方程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的实数根为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所求集合为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{2}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单词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“look”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有三个互不相同的字母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分别为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l”“o”“k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所求集合为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l,o,k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不大于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的非负偶数有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0,2,4,6,8,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所求集合为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{0,2,4,6,8}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轴的交点坐标为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所求集合为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077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63823"/>
            <a:ext cx="10807700" cy="481978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用列举法表示集合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要分清是数集还是点集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如本例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是数集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本例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是点集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使用列举法表示集合时应注意以下几点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在元素个数较少或较多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无限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但有规律时用列举法表示集合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如集合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:{1,2,3},{1,2,3,</a:t>
            </a:r>
            <a:r>
              <a:rPr lang="en-US" altLang="zh-CN" dirty="0">
                <a:solidFill>
                  <a:srgbClr val="000000"/>
                </a:solidFill>
                <a:latin typeface="仿宋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,100},{1,2,3,</a:t>
            </a:r>
            <a:r>
              <a:rPr lang="en-US" altLang="zh-CN" dirty="0">
                <a:solidFill>
                  <a:srgbClr val="000000"/>
                </a:solidFill>
                <a:latin typeface="仿宋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(2)“{}”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所有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的含义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不能省略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元素之间用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“,”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隔开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不能用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隔开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元素无顺序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满足无序性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6642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376259"/>
            <a:ext cx="11788135" cy="3159972"/>
            <a:chOff x="361950" y="1007839"/>
            <a:chExt cx="11788135" cy="3159972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007839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用列举法表示下列集合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由所有小于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的既是奇数又是素数的自然数组成的集合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绝对值小于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</a:t>
              </a:r>
              <a:r>
                <a:rPr lang="zh-CN" altLang="en-US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所有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整数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组成的集合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1801256"/>
                </p:ext>
              </p:extLst>
            </p:nvPr>
          </p:nvGraphicFramePr>
          <p:xfrm>
            <a:off x="478126" y="2845907"/>
            <a:ext cx="11671959" cy="13219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9" name="文档" r:id="rId4" imgW="3826872" imgH="433411" progId="Word.Document.12">
                    <p:embed/>
                  </p:oleObj>
                </mc:Choice>
                <mc:Fallback>
                  <p:oleObj name="文档" r:id="rId4" imgW="3826872" imgH="43341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78126" y="2845907"/>
                          <a:ext cx="11671959" cy="13219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498507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1142023"/>
            <a:ext cx="11814462" cy="3589198"/>
            <a:chOff x="361950" y="1151855"/>
            <a:chExt cx="11814462" cy="3589198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151855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满足条件的数有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3,5,7,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所求集合为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{3,5,7}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绝对值小于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的整数有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1,0,1,2,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所求集合为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1,0,1,2}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4033057"/>
                </p:ext>
              </p:extLst>
            </p:nvPr>
          </p:nvGraphicFramePr>
          <p:xfrm>
            <a:off x="504453" y="2447999"/>
            <a:ext cx="11671959" cy="22930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3" name="文档" r:id="rId4" imgW="3826872" imgH="751821" progId="Word.Document.12">
                    <p:embed/>
                  </p:oleObj>
                </mc:Choice>
                <mc:Fallback>
                  <p:oleObj name="文档" r:id="rId4" imgW="3826872" imgH="75182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453" y="2447999"/>
                          <a:ext cx="11671959" cy="229305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74231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用</a:t>
            </a:r>
            <a:r>
              <a:rPr lang="zh-CN" altLang="zh-CN" dirty="0"/>
              <a:t>描述法表示集合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799927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048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用描述法表示下列集合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不等式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的解集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所有偶数组成的集合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的图象上的点组成的集合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089679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不等式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的解是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所求集合用描述法表示为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2}({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2}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2})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是所有偶数的一个共同特征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所以所有偶数组成的集合可以表示为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的图象上的点的坐标为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所求集合为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254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延伸探究H.eps" descr="id:214749206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104853" y="765783"/>
            <a:ext cx="2740119" cy="499725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1286039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把本例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换成小于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所有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正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偶数组成的集合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用描述法怎样表示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小于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的正偶数有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2,4,6,8,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用式子表示为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Z,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所求集合用描述法表示为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Z}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把本例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换成在平面直角坐标系中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第一、第三象限的点组成的集合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如何求解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第一、第三象限中的点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满足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xy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所求集合可以表示为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{(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xy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407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196176"/>
            <a:ext cx="10807700" cy="36379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用描述法表示集合的具体步骤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如下</a:t>
            </a:r>
            <a:endParaRPr lang="en-US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写代表元素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明确集合中的元素是数还是点或是其他的元素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明确元素的共同特征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写在竖线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或冒号或分号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的后面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221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87231"/>
            <a:ext cx="10807700" cy="49109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用描述法表示下列集合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y=x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上去掉原点的所有点组成的集合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被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除余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的所有正整数组成的集合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所有的正方形组成的集合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+mn-lt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(1){(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|y=x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≠0}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被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除余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的正整数可以表示为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所求集合用描述法表示为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用描述法表示为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是正方形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95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集合</a:t>
            </a:r>
            <a:r>
              <a:rPr lang="zh-CN" altLang="zh-CN" dirty="0"/>
              <a:t>的表示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361950" y="1536817"/>
            <a:ext cx="11886470" cy="3830830"/>
            <a:chOff x="361950" y="1439887"/>
            <a:chExt cx="11886470" cy="3830830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1439887"/>
              <a:ext cx="10807700" cy="6267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用适当的方法表示下列集合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2291469"/>
                </p:ext>
              </p:extLst>
            </p:nvPr>
          </p:nvGraphicFramePr>
          <p:xfrm>
            <a:off x="576461" y="2159967"/>
            <a:ext cx="11671959" cy="3110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8" name="文档" r:id="rId4" imgW="3837724" imgH="1023309" progId="Word.Document.12">
                    <p:embed/>
                  </p:oleObj>
                </mc:Choice>
                <mc:Fallback>
                  <p:oleObj name="文档" r:id="rId4" imgW="3837724" imgH="102330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76461" y="2159967"/>
                          <a:ext cx="11671959" cy="31107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61950" y="791159"/>
            <a:ext cx="14294102" cy="5293474"/>
            <a:chOff x="361950" y="719807"/>
            <a:chExt cx="14294102" cy="5293474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9070000"/>
                </p:ext>
              </p:extLst>
            </p:nvPr>
          </p:nvGraphicFramePr>
          <p:xfrm>
            <a:off x="504453" y="719807"/>
            <a:ext cx="11671959" cy="10160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8" name="文档" r:id="rId4" imgW="3826872" imgH="333145" progId="Word.Document.12">
                    <p:embed/>
                  </p:oleObj>
                </mc:Choice>
                <mc:Fallback>
                  <p:oleObj name="文档" r:id="rId4" imgW="3826872" imgH="33314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453" y="719807"/>
                          <a:ext cx="11671959" cy="101609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1784431"/>
              <a:ext cx="10807700" cy="422885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故该集合用列举法表示为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{(4,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)}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集合的代表元素是数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共同特征是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R,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|x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故该集合用描述法表示为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||x|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3}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反比例函数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       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的自变量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R,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≠0,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故该集合用描述法表示为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|x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≠0}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(4)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抛物线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y=x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轴相交于点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(0,0)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(2,0),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故该集合用列举法表示为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{(0,0),(2,0)}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0071287"/>
                </p:ext>
              </p:extLst>
            </p:nvPr>
          </p:nvGraphicFramePr>
          <p:xfrm>
            <a:off x="2984093" y="3476431"/>
            <a:ext cx="11671959" cy="7256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9" name="文档" r:id="rId7" imgW="3826872" imgH="237909" progId="Word.Document.12">
                    <p:embed/>
                  </p:oleObj>
                </mc:Choice>
                <mc:Fallback>
                  <p:oleObj name="文档" r:id="rId7" imgW="3826872" imgH="23790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984093" y="3476431"/>
                          <a:ext cx="11671959" cy="72562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76788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489243"/>
            <a:ext cx="10807700" cy="304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集合的元素个数很少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很容易写出全部元素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常用列举法表示集合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当集合的元素个数较多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不易写出全部元素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常用描述法表示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对一些元素有规律的无限集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也可以用列举法表示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如正偶数集也可写成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{2,4,6,8,10,</a:t>
            </a:r>
            <a:r>
              <a:rPr lang="en-US" altLang="zh-CN" dirty="0">
                <a:solidFill>
                  <a:srgbClr val="000000"/>
                </a:solidFill>
                <a:latin typeface="仿宋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47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31641"/>
            <a:ext cx="10807700" cy="600164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用适当的方法表示下列集合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(1)24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的所有正因数组成的集合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在平面直角坐标系中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两坐标轴上的点组成的集合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三角形的全体组成的集合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(1)24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的正因数有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1,2,3,4,6,8,12,24,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故该集合用列举法表示为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{1,2,3,4,6,8,12,24}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集合的代表元素是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共同特征是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xy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故该集合用描述法表示为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xy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集合的代表元素是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共同特征是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是三角形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故该集合用描述法表示为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是三角形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398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  想  方  法</a:t>
            </a:r>
            <a:endParaRPr lang="zh-CN" altLang="zh-CN" sz="66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27503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分类讨论思想在集合表示中的应用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【典例】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x|kx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0}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中只有一个元素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试求实数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并用列举法表示集合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2871675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审题</a:t>
            </a: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视角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中只有一个元素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说明关于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的方程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只有一个或两个相等的实数根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此方程不确定为一元二次方程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需要对系数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</a:t>
            </a:r>
            <a:r>
              <a:rPr lang="en-US" altLang="zh-CN" i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k=</a:t>
            </a:r>
            <a:r>
              <a:rPr lang="en-US" altLang="zh-CN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讨论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43533"/>
            <a:ext cx="10807700" cy="41899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原方程变为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解得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此时集合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{2}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要使一元二次方程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有两个相等的实数根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只需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Δ=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此时方程的解为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{4},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满足题意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综上所述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{2};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{4}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97239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延伸探究H.eps" descr="id:214749206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104853" y="690311"/>
            <a:ext cx="2740119" cy="499725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361950" y="1126289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将本例改为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中至少有一个元素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实数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范围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如何求解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由集合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至少有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一个元素可知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的方程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至少有一个根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分两种情况讨论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方程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只有一个根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由例题的解答过程可知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方程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有两个不相等的根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需满足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Δ=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64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64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k&gt;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综上所述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的取值范围是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86460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39191"/>
            <a:ext cx="10807700" cy="541071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方法点睛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解答与描述法有关的问题时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明确集合中的代表元素及其共同特征是解题的切入点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本题因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kx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不一定是一元二次方程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所以需分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k=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≠0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讨论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集合与方程的综合问题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一般要求对方程中最高次项的系数的取值进行分类讨论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确定方程的根的情况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进而求得结果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需特别关注判别式在一元二次方程的实数根个数的讨论中的作用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61950" y="2147859"/>
            <a:ext cx="10807700" cy="63171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051317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62956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使不等式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成立的实数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的集合可表示为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2}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R}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C.{3,4,5,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	D.{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2}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{(0,1),(2,3)}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中元素的个数是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A.1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	C.3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D.4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中的元素是点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而不是数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元素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21311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{1,2,3,4},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y|y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=x-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  <a:r>
              <a:rPr lang="zh-CN" altLang="en-US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用列举法表示为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0;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1;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2;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{0,1,2,3}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{0,1,2,3}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{(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x+y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N}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用列举法表示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endParaRPr lang="en-US" altLang="zh-CN" dirty="0" smtClean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u="sng" dirty="0">
                <a:uFill>
                  <a:solidFill>
                    <a:srgbClr val="000000"/>
                  </a:solidFill>
                </a:u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　　　　　　　　　　　　　　　　　　　　　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{(0,6),(1,5),(2,4),(3,3),(4,2),(5,1),(6,0)}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71443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51855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选择适当的方法表示下列集合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整除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所有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正整数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组成的集合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所有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实数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根组成的集合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61950" y="3018667"/>
            <a:ext cx="11768471" cy="1383380"/>
            <a:chOff x="361950" y="2819569"/>
            <a:chExt cx="11768471" cy="1383380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2819569"/>
              <a:ext cx="4036682" cy="6267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+mn-lt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+mn-lt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(1){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x|x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i="1" baseline="30000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*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}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 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0457275"/>
                </p:ext>
              </p:extLst>
            </p:nvPr>
          </p:nvGraphicFramePr>
          <p:xfrm>
            <a:off x="458462" y="3467463"/>
            <a:ext cx="11671959" cy="7354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6" name="文档" r:id="rId4" imgW="3837724" imgH="241945" progId="Word.Document.12">
                    <p:embed/>
                  </p:oleObj>
                </mc:Choice>
                <mc:Fallback>
                  <p:oleObj name="文档" r:id="rId4" imgW="3837724" imgH="24194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58462" y="3467463"/>
                          <a:ext cx="11671959" cy="73548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56256441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22</TotalTime>
  <Words>2150</Words>
  <Application>Microsoft Office PowerPoint</Application>
  <PresentationFormat>自定义</PresentationFormat>
  <Paragraphs>143</Paragraphs>
  <Slides>36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0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Arial</vt:lpstr>
      <vt:lpstr>Calibri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22</cp:revision>
  <dcterms:created xsi:type="dcterms:W3CDTF">2020-09-12T05:36:12Z</dcterms:created>
  <dcterms:modified xsi:type="dcterms:W3CDTF">2025-08-18T02:46:43Z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