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37" r:id="rId16"/>
    <p:sldId id="750" r:id="rId17"/>
    <p:sldId id="764" r:id="rId18"/>
    <p:sldId id="765" r:id="rId19"/>
    <p:sldId id="766" r:id="rId20"/>
    <p:sldId id="767" r:id="rId21"/>
    <p:sldId id="754" r:id="rId22"/>
    <p:sldId id="768" r:id="rId23"/>
    <p:sldId id="769" r:id="rId24"/>
    <p:sldId id="770" r:id="rId25"/>
    <p:sldId id="771" r:id="rId26"/>
    <p:sldId id="755" r:id="rId27"/>
    <p:sldId id="772" r:id="rId28"/>
    <p:sldId id="773" r:id="rId29"/>
    <p:sldId id="747" r:id="rId30"/>
    <p:sldId id="751" r:id="rId31"/>
    <p:sldId id="774" r:id="rId32"/>
    <p:sldId id="775" r:id="rId33"/>
    <p:sldId id="748" r:id="rId34"/>
    <p:sldId id="752" r:id="rId35"/>
    <p:sldId id="777" r:id="rId36"/>
    <p:sldId id="778" r:id="rId37"/>
    <p:sldId id="735" r:id="rId3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9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47999"/>
            <a:ext cx="108077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002060"/>
                </a:solidFill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</a:rPr>
              <a:t>.</a:t>
            </a:r>
            <a:r>
              <a:rPr lang="en-US" altLang="zh-CN" sz="6000" dirty="0">
                <a:solidFill>
                  <a:srgbClr val="002060"/>
                </a:solidFill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</a:rPr>
              <a:t>.</a:t>
            </a:r>
            <a:r>
              <a:rPr lang="en-US" altLang="zh-CN" sz="6000" dirty="0">
                <a:solidFill>
                  <a:srgbClr val="002060"/>
                </a:solidFill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</a:rPr>
              <a:t>全称量词与存在量词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通过已知的数学实例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理解全称量词与存在量词的意义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理解全称量词命题与存在量词命题的含义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并能判断其真假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体会全称量词与存在量词在数学命题中的应用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提升数学抽象和逻辑推理能力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18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一、全称量词与全称量词命题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给出下列语句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有算术平方根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对一切无理数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还是无理数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都有算术平方根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是命题吗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它们之间有什么关系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是命题吗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若是命题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你能判断它们的真假吗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33066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中含有变量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无法判断它们的真假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的基础上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用短语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进行限定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的基础上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用短语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进行限定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是能判断真假的语句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074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41288" y="972878"/>
            <a:ext cx="11995151" cy="4840547"/>
            <a:chOff x="-141288" y="828631"/>
            <a:chExt cx="11995151" cy="484054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28631"/>
              <a:ext cx="5024132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全称量词与全称量词命题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1458543"/>
                </p:ext>
              </p:extLst>
            </p:nvPr>
          </p:nvGraphicFramePr>
          <p:xfrm>
            <a:off x="-141288" y="1489291"/>
            <a:ext cx="11995151" cy="4179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文档" r:id="rId4" imgW="3935975" imgH="1375704" progId="Word.Document.12">
                    <p:embed/>
                  </p:oleObj>
                </mc:Choice>
                <mc:Fallback>
                  <p:oleObj name="文档" r:id="rId4" imgW="3935975" imgH="13757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41288" y="1489291"/>
                          <a:ext cx="11995151" cy="41798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4425521" y="1788091"/>
            <a:ext cx="11915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67287" y="1788091"/>
            <a:ext cx="1602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84773" y="2829555"/>
            <a:ext cx="70649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37572" y="3427599"/>
            <a:ext cx="7771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97201" y="3998823"/>
            <a:ext cx="160115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03188" y="4535153"/>
            <a:ext cx="125160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109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15300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命题中全称量词命题的个数是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任意一个自然数都是正整数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所有的偶数都是合数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三角形的内角和是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A.0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C.2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含有全称量词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可以叙述为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任意一个三角形的内角和都是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故三个都是全称量词命题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0354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237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二、存在量词与存在量词命题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给出下列语句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是有理数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至少有一个实数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是有理数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是命题吗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它们之间有什么关系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是命题吗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若是命题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你能判断它们的真假吗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9658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6395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的基础上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用短语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的取值进行限定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的基础上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用短语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的取值进行限定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都是真命题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3611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173115" y="1039898"/>
            <a:ext cx="12004724" cy="4864485"/>
            <a:chOff x="-173115" y="900639"/>
            <a:chExt cx="12004724" cy="486448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00639"/>
              <a:ext cx="5024132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存在量词与存在量词命题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874745"/>
                </p:ext>
              </p:extLst>
            </p:nvPr>
          </p:nvGraphicFramePr>
          <p:xfrm>
            <a:off x="-173115" y="1569227"/>
            <a:ext cx="12004724" cy="4195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" name="文档" r:id="rId4" imgW="3935975" imgH="1375704" progId="Word.Document.12">
                    <p:embed/>
                  </p:oleObj>
                </mc:Choice>
                <mc:Fallback>
                  <p:oleObj name="文档" r:id="rId4" imgW="3935975" imgH="13757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73115" y="1569227"/>
                          <a:ext cx="12004724" cy="41958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4619667" y="1850419"/>
            <a:ext cx="1584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654109" y="1851395"/>
            <a:ext cx="1998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79281" y="2941297"/>
            <a:ext cx="48254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08052" y="3517361"/>
            <a:ext cx="7771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10464" y="4081589"/>
            <a:ext cx="77714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14199" y="4631868"/>
            <a:ext cx="125160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4290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命题是存在量词命题的是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一元二次函数的图象关于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轴对称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正方形都是平行四边形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不相交的两条直线是平行直线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存在实数大于等于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154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63473"/>
            <a:ext cx="10807700" cy="35986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有理数全是实数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同一个全称量词命题的表述是唯一的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全等三角形的面积相等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71006" y="306513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878245" y="364119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662868" y="421726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93112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全称量词</a:t>
            </a:r>
            <a:r>
              <a:rPr lang="zh-CN" altLang="zh-CN" dirty="0"/>
              <a:t>命题与存在量词命题的判定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" y="1439887"/>
            <a:ext cx="16505142" cy="4320029"/>
            <a:chOff x="361950" y="1439887"/>
            <a:chExt cx="16505142" cy="432002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439887"/>
              <a:ext cx="10807700" cy="43200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判断下列命题是全称量词命题还是存在量词命题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凸多边形的外角和等于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有些实数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能使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|a-b|=|a|+|b|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对任意实数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有些三角形不是直角三角形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负数的平方是正数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(6)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563537"/>
                </p:ext>
              </p:extLst>
            </p:nvPr>
          </p:nvGraphicFramePr>
          <p:xfrm>
            <a:off x="5195133" y="3147759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文档" r:id="rId4" imgW="3826872" imgH="237909" progId="Word.Document.12">
                    <p:embed/>
                  </p:oleObj>
                </mc:Choice>
                <mc:Fallback>
                  <p:oleObj name="文档" r:id="rId4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95133" y="3147759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15159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判断一个命题是全称量词命题还是存在量词命题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关键有两点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一是是否具有两类命题所要求的量词或形式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二是根据命题的含义判断指的是全体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还是全体中的个别元素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3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3124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所有的凸多边形的外角和等于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含有存在量词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故是存在量词命题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含有全称量词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含有存在量词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故是存在量词命题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对所有实数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0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48126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判断一个命题是否为全称量词命题或存在量词命题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关键看命题中是否含有全称量词或存在量词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同一个全称量词命题或存在量词命题的表述方法可能不同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15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46295"/>
            <a:ext cx="10807700" cy="60907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给出下列四个命题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有理数是实数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矩形都不是梯形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凡是三角形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都有内切圆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其中是全称量词命题的是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填序号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中含有全称量词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凡是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为全称量词命题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为存在量词命题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所有的有理数都是实数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所有的矩形都不是梯形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①②④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为全称量词命题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①②④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03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全称量词</a:t>
            </a:r>
            <a:r>
              <a:rPr lang="zh-CN" altLang="zh-CN" dirty="0"/>
              <a:t>命题与存在量词命题的真假判断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" y="1727919"/>
            <a:ext cx="15054822" cy="2990434"/>
            <a:chOff x="361950" y="1727919"/>
            <a:chExt cx="15054822" cy="299043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727919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用量词符号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表示下列命题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并判断其真假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实数都能写成小数形式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有一个实数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使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平行四边形的对角线互相平分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至少有一个集合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满足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9706207"/>
                </p:ext>
              </p:extLst>
            </p:nvPr>
          </p:nvGraphicFramePr>
          <p:xfrm>
            <a:off x="3744813" y="2802484"/>
            <a:ext cx="11671959" cy="820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文档" r:id="rId4" imgW="3826872" imgH="269175" progId="Word.Document.12">
                    <p:embed/>
                  </p:oleObj>
                </mc:Choice>
                <mc:Fallback>
                  <p:oleObj name="文档" r:id="rId4" imgW="3826872" imgH="26917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44813" y="2802484"/>
                          <a:ext cx="11671959" cy="8209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845381"/>
            <a:ext cx="11742454" cy="5115556"/>
            <a:chOff x="361950" y="791815"/>
            <a:chExt cx="11742454" cy="511555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能写成小数形式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因为无理数不能写成小数形式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所以该命题是假命题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4049982"/>
                </p:ext>
              </p:extLst>
            </p:nvPr>
          </p:nvGraphicFramePr>
          <p:xfrm>
            <a:off x="432445" y="1996887"/>
            <a:ext cx="11671959" cy="8209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name="文档" r:id="rId4" imgW="3826872" imgH="269175" progId="Word.Document.12">
                    <p:embed/>
                  </p:oleObj>
                </mc:Choice>
                <mc:Fallback>
                  <p:oleObj name="文档" r:id="rId4" imgW="3826872" imgH="26917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1996887"/>
                          <a:ext cx="11671959" cy="8209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2860383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所以该命题是假命题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是平行四边形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的对角线互相平分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由平行四边形的性质可知此命题是真命题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∃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是集合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{1,2,3}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存在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{3},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{1,2,3}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所以该命题是真命题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484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11090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chemeClr val="tx1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全称量词</a:t>
            </a:r>
            <a:r>
              <a:rPr lang="zh-CN" altLang="zh-CN" dirty="0">
                <a:solidFill>
                  <a:schemeClr val="tx1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命题与存在量词命题真假的判断</a:t>
            </a:r>
            <a:r>
              <a:rPr lang="zh-CN" altLang="zh-CN" dirty="0" smtClean="0">
                <a:solidFill>
                  <a:schemeClr val="tx1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chemeClr val="tx1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对于全称量词命题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要判断它为真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需要对集合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中的每个元素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要判断它为假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只需在集合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中找到一个元素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不成立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对于存在量词命题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要判断它为真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只需在集合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中找到一个元素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要判断它为假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需要判断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不成立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03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判断下列命题是全称量词命题还是存在量词命题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并判断其真假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对任意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是奇数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为正实数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在平面直角坐标系中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任意有序实数对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都对应一点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存在一组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m-n=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37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278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都是奇数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故该命题是真命题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是存在量词命题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x=y=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所以不存在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为正实数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故该命题是假命题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由有序实数对与平面直角坐标系中的点的对应关系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知该命题是真命题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是存在量词命题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m-n=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故该命题是真命题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16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1008112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全称量词命题</a:t>
            </a:r>
            <a:r>
              <a:rPr lang="zh-CN" altLang="zh-CN" dirty="0" smtClean="0"/>
              <a:t>、</a:t>
            </a:r>
            <a:endParaRPr lang="en-US" altLang="zh-CN" dirty="0" smtClean="0"/>
          </a:p>
          <a:p>
            <a:pPr algn="ctr"/>
            <a:r>
              <a:rPr lang="zh-CN" altLang="zh-CN" dirty="0" smtClean="0"/>
              <a:t>存在量词</a:t>
            </a:r>
            <a:r>
              <a:rPr lang="zh-CN" altLang="zh-CN" dirty="0"/>
              <a:t>命题的真假求参数的取值范围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204002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即方程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有实根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4(2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a|a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929463"/>
            <a:ext cx="2740119" cy="499725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145892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将本例中的条件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得函数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的图象在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轴上方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a|a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37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96176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含量词的命题的真假求参数取值范围的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技巧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含参数的全称量词命题为真命题时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常转化为不等式的恒成立问题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最终通过构造函数转化为函数的相关问题来处理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含参数的存在量词命题为真时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常转化为方程或不等式有解问题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最终借助根的判别式或函数等相关知识来处理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7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43292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对量词理解不到位致错</a:t>
            </a:r>
            <a:endParaRPr lang="zh-CN" altLang="zh-CN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判断下列命题是全称量词命题还是存在量词命题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矩形有一个外接圆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非负实数有两个平方根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80722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误认为含有存在量词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误认为含有存在量词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有两个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即判断为存在量词命题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所有的矩形都有一个外接圆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所有的非负实数都有两个平方根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3248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全称量词命题就是陈述某集合所有元素都具有某种性质的命题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存在量词命题就是陈述在某集合中有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一些元素具有某种性质的命题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是对某集合一些元素的限定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而不是对结论的限定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注意对全称量词命题和存在量词命题概念的理解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抽象素养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9645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15300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下列命题是全称量词命题的是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任何一个实数乘零都等于零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自然数都是正整数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存在一个负数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所有二次函数的图象都开口向上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指的是所有的自然数都是正整数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故是全称量词命题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显然是全称量词命题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321232"/>
              </p:ext>
            </p:extLst>
          </p:nvPr>
        </p:nvGraphicFramePr>
        <p:xfrm>
          <a:off x="432445" y="1205331"/>
          <a:ext cx="11671959" cy="1600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文档" r:id="rId4" imgW="3837724" imgH="526438" progId="Word.Document.12">
                  <p:embed/>
                </p:oleObj>
              </mc:Choice>
              <mc:Fallback>
                <p:oleObj name="文档" r:id="rId4" imgW="3837724" imgH="5264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05331"/>
                        <a:ext cx="11671959" cy="1600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61950" y="2861515"/>
            <a:ext cx="17412497" cy="1217641"/>
            <a:chOff x="361950" y="2871675"/>
            <a:chExt cx="17412497" cy="121764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87167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显然选项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A,C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是真命题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选项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,0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N,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但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是假命题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选项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,2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Q,   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是真命题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4033932"/>
                </p:ext>
              </p:extLst>
            </p:nvPr>
          </p:nvGraphicFramePr>
          <p:xfrm>
            <a:off x="6069389" y="3552638"/>
            <a:ext cx="11705058" cy="536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name="文档" r:id="rId7" imgW="3837724" imgH="175960" progId="Word.Document.12">
                    <p:embed/>
                  </p:oleObj>
                </mc:Choice>
                <mc:Fallback>
                  <p:oleObj name="文档" r:id="rId7" imgW="3837724" imgH="1759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069389" y="3552638"/>
                          <a:ext cx="11705058" cy="5366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4114343"/>
            <a:ext cx="225093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60047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至少有一个整数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它既能被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整除又能被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若对任意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的数恒大于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a|a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3}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9168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59</TotalTime>
  <Words>1889</Words>
  <Application>Microsoft Office PowerPoint</Application>
  <PresentationFormat>自定义</PresentationFormat>
  <Paragraphs>152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2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14</cp:revision>
  <dcterms:created xsi:type="dcterms:W3CDTF">2020-09-12T05:36:12Z</dcterms:created>
  <dcterms:modified xsi:type="dcterms:W3CDTF">2025-08-18T02:54:47Z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