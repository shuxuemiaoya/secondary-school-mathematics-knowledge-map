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76" r:id="rId8"/>
    <p:sldId id="756" r:id="rId9"/>
    <p:sldId id="757" r:id="rId10"/>
    <p:sldId id="758" r:id="rId11"/>
    <p:sldId id="759" r:id="rId12"/>
    <p:sldId id="760" r:id="rId13"/>
    <p:sldId id="761" r:id="rId14"/>
    <p:sldId id="762" r:id="rId15"/>
    <p:sldId id="763" r:id="rId16"/>
    <p:sldId id="764" r:id="rId17"/>
    <p:sldId id="765" r:id="rId18"/>
    <p:sldId id="737" r:id="rId19"/>
    <p:sldId id="750" r:id="rId20"/>
    <p:sldId id="766" r:id="rId21"/>
    <p:sldId id="767" r:id="rId22"/>
    <p:sldId id="768" r:id="rId23"/>
    <p:sldId id="754" r:id="rId24"/>
    <p:sldId id="769" r:id="rId25"/>
    <p:sldId id="770" r:id="rId26"/>
    <p:sldId id="747" r:id="rId27"/>
    <p:sldId id="751" r:id="rId28"/>
    <p:sldId id="771" r:id="rId29"/>
    <p:sldId id="777" r:id="rId30"/>
    <p:sldId id="772" r:id="rId31"/>
    <p:sldId id="778" r:id="rId32"/>
    <p:sldId id="779" r:id="rId33"/>
    <p:sldId id="748" r:id="rId34"/>
    <p:sldId id="752" r:id="rId35"/>
    <p:sldId id="773" r:id="rId36"/>
    <p:sldId id="774" r:id="rId37"/>
    <p:sldId id="775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6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002060"/>
                </a:solidFill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</a:rPr>
              <a:t>.</a:t>
            </a:r>
            <a:r>
              <a:rPr lang="en-US" altLang="zh-CN" sz="6000" dirty="0">
                <a:solidFill>
                  <a:srgbClr val="002060"/>
                </a:solidFill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</a:rPr>
              <a:t>.</a:t>
            </a:r>
            <a:r>
              <a:rPr lang="en-US" altLang="zh-CN" sz="6000" dirty="0">
                <a:solidFill>
                  <a:srgbClr val="002060"/>
                </a:solidFill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</a:rPr>
              <a:t>全称量词</a:t>
            </a:r>
            <a:r>
              <a:rPr lang="zh-CN" altLang="zh-CN" sz="6000" dirty="0" smtClean="0">
                <a:solidFill>
                  <a:srgbClr val="002060"/>
                </a:solidFill>
              </a:rPr>
              <a:t>命题</a:t>
            </a:r>
            <a:endParaRPr lang="en-US" altLang="zh-CN" sz="6000" dirty="0" smtClean="0">
              <a:solidFill>
                <a:srgbClr val="002060"/>
              </a:solidFill>
            </a:endParaRPr>
          </a:p>
          <a:p>
            <a:pPr algn="ctr"/>
            <a:r>
              <a:rPr lang="zh-CN" altLang="zh-CN" sz="6000" dirty="0" smtClean="0">
                <a:solidFill>
                  <a:srgbClr val="002060"/>
                </a:solidFill>
              </a:rPr>
              <a:t>和</a:t>
            </a:r>
            <a:r>
              <a:rPr lang="zh-CN" altLang="zh-CN" sz="6000" dirty="0">
                <a:solidFill>
                  <a:srgbClr val="002060"/>
                </a:solidFill>
              </a:rPr>
              <a:t>存在量词命题的否定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43077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能正确使用存在量词对全称量词命题进行否定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能正确使用全称量词对存在量词命题进行否定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会判断全称量词命题和存在量词命题的否定的真假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提升数学抽象和逻辑推理能力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6382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一、命题的否定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给出下列命题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670478"/>
              </p:ext>
            </p:extLst>
          </p:nvPr>
        </p:nvGraphicFramePr>
        <p:xfrm>
          <a:off x="-86729" y="2163423"/>
          <a:ext cx="11705058" cy="218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3837724" imgH="716100" progId="Word.Document.12">
                  <p:embed/>
                </p:oleObj>
              </mc:Choice>
              <mc:Fallback>
                <p:oleObj name="文档" r:id="rId4" imgW="3837724" imgH="716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86729" y="2163423"/>
                        <a:ext cx="11705058" cy="2184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434752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它们之间有什么关系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试判断以上四个命题的真假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45449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是对命题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是对命题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3964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648126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对一个命题进行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就可以得到一个新的命题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这一新命题称为原命题的否定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一个命题和它的否定不能同时为真命题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也不能同时为假命题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只能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一真一假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25251" y="170825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420661" y="217235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182154" y="3468497"/>
            <a:ext cx="161315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177981" y="3932595"/>
            <a:ext cx="16113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093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二、全称量词命题的否定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所有的正比例函数都是一次函数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每一个有理数都能写成分数形式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并非所有的正比例函数都是一次函数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并非每一个有理数都能写成分数形式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15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怎样用存在量词改写上述两个命题的否定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存在一个正比例函数不是一次函数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存在一个有理数不能写成分数形式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以上两个命题的否定与原命题在形式上有什么变化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这两个全称量词命题的否定都变成了存在量词命题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878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00560"/>
            <a:ext cx="4200189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全称量词命题的否定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642746"/>
              </p:ext>
            </p:extLst>
          </p:nvPr>
        </p:nvGraphicFramePr>
        <p:xfrm>
          <a:off x="-195015" y="1983824"/>
          <a:ext cx="12004724" cy="2696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文档" r:id="rId4" imgW="3935975" imgH="884073" progId="Word.Document.12">
                  <p:embed/>
                </p:oleObj>
              </mc:Choice>
              <mc:Fallback>
                <p:oleObj name="文档" r:id="rId4" imgW="3935975" imgH="8840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95015" y="1983824"/>
                        <a:ext cx="12004724" cy="2696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312765" y="2951786"/>
            <a:ext cx="237626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187793" y="3308882"/>
            <a:ext cx="160569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1807856"/>
            <a:ext cx="455253" cy="655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8597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8967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以上均不正确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原命题为全称量词命题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其否定为存在量词命题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907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8634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三、存在量词命题的否定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写出下列命题的否定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有些矩形是正方形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没有一个矩形是正方形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5706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7771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怎样用全称量词改写上述两个命题的否定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mtClean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mtClean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每一个矩形都不是正方形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mtClean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1≠0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mtClean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以上两个命题的否定与原命题在形式上有什么变化</a:t>
            </a:r>
            <a:r>
              <a:rPr lang="en-US" altLang="zh-CN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mtClean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mtClean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这两个存在量词命题的否定都变成了全称量词命题</a:t>
            </a:r>
            <a:r>
              <a:rPr lang="en-US" altLang="zh-CN" i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71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17863" y="1476703"/>
            <a:ext cx="12004724" cy="3419568"/>
            <a:chOff x="-217863" y="1260679"/>
            <a:chExt cx="12004724" cy="34195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60679"/>
              <a:ext cx="4200189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存在量词命题的否定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3467631"/>
                </p:ext>
              </p:extLst>
            </p:nvPr>
          </p:nvGraphicFramePr>
          <p:xfrm>
            <a:off x="-217863" y="1983824"/>
            <a:ext cx="12004724" cy="2696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文档" r:id="rId4" imgW="3935975" imgH="884073" progId="Word.Document.12">
                    <p:embed/>
                  </p:oleObj>
                </mc:Choice>
                <mc:Fallback>
                  <p:oleObj name="文档" r:id="rId4" imgW="3935975" imgH="88407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17863" y="1983824"/>
                          <a:ext cx="12004724" cy="26964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3341741" y="3126908"/>
            <a:ext cx="263532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244410" y="3499560"/>
            <a:ext cx="1621083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8440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42898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≠3	B.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≠3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因为原命题为存在量词命题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所以其否定为全称量词命题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811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94334"/>
            <a:ext cx="10807700" cy="492820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用自然语言描述的全称量词命题的否定形式是唯一的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全称量词命题的否定一定是存在量词命题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存在量词命题的否定一定是全称量词命题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存在量词命题与其否定的真假可以相同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46044" y="335630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721298" y="450529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81317" y="511229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6957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全称量词</a:t>
            </a:r>
            <a:r>
              <a:rPr lang="zh-CN" altLang="zh-CN" dirty="0"/>
              <a:t>命题的否定与真假判断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3458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写出下列全称量词命题的否定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并判断其真假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所有矩形的对角线相等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取什么实数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+x-m=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必有实数根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等圆的面积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49" y="3528119"/>
            <a:ext cx="15912256" cy="2456057"/>
            <a:chOff x="361949" y="3562021"/>
            <a:chExt cx="15912256" cy="2456057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49" y="3562021"/>
              <a:ext cx="10871695" cy="2456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该命题的否定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有的矩形对角线不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相等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假命题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该命题的否定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存在实数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使得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关于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的方程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+x-m=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没有实数根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Δ=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方程没有实数根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故为真命题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该命题的否定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存在一对等圆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其面积不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假命题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6627381"/>
                </p:ext>
              </p:extLst>
            </p:nvPr>
          </p:nvGraphicFramePr>
          <p:xfrm>
            <a:off x="4602246" y="4652301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02246" y="4652301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04853" y="1107381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68981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取什么实数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mx+m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都无实数根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试写出其否定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并判断其真假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mx+m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有实数根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故方程无实数根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否定为假命题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28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75117"/>
            <a:ext cx="10807700" cy="4228850"/>
            <a:chOff x="361950" y="1084015"/>
            <a:chExt cx="10807700" cy="422885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084015"/>
              <a:ext cx="10807700" cy="42288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全称量词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命题的否定形式与判断真假的方法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全称量词命题的形式是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:“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∀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)”,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其否定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形式是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先把全称量词改为存在量词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再对命题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进行否定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∃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)”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所以全称量词命题的否定是存在量词命题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若全称量词命题为真命题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则其否定命题就是假命题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若全称量词命题为假命题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则其否定命题就是真命题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图片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17" y="3689361"/>
              <a:ext cx="139456" cy="904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30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223234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根据全称量词命题的否定形式知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的否定为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|+x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65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存在量词</a:t>
            </a:r>
            <a:r>
              <a:rPr lang="zh-CN" altLang="zh-CN" dirty="0"/>
              <a:t>命题的否定与其真假判断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33799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写出下列存在量词命题的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否定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判断真假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3≠0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对所有实数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利用配方法可得其否定为真命题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对所有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都不满足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存在量词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命题的否定形式与判断真假的方法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存在量词命题的形式是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其否定形式是先把存在量词改为全称量词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再对命题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进行否定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˺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所以存在量词命题的否定是全称量词命题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存在量词命题的否定的真假性与存在量词命题相反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要说明一个存在量词命题是真命题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只需要找到一个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0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2868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写出下列存在量词命题的否定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并判断其真假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有些被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整除的整数末位是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存在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存在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所有被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整除的整数末位都不是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是假命题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是真命题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99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10807700" cy="56978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忽略隐含量词致错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3048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整除的数能被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若四边形为正方形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则这个四边形的对角线相等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整除的数不能被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若四边形为正方形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则这个四边形的对角线不相等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44799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有些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全称量词命题隐含了全称量词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命题的否定未改变量词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直接否定结论出现错误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95465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963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原命题省略了全称量词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每一个能被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整除的数都能被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故原命题的否定为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有些能被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整除的数不能被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原命题省略了全称量词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对所有的实数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故原命题的否定为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原命题省略了全称量词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对所有的四边形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若它为正方形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则它的对角线相等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故原命题的否定为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它为正方形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但它的对角线不相等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671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68184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对于隐含了量词的命题的否定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应先补全量词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根据补全的量词对原命题进行改写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再进行否定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同时应把握每一个命题的含义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写出否定形式后最好结合它们的真假性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一真一假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进行验证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注意对全称量词命题和存在量词命题的否定形式的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理解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2711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83903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写出下列命题的否定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并判断其真假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集合不都有元素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若四边形为圆内接四边形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则这个四边形的对角互补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811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2151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原命题省略了存在量词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有些集合没有元素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所有的集合都有元素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原命题省略了全称量词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对所有的四边形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若它为圆内接四边形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则它的对角互补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存在一个四边形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它为圆内接四边形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但它的对角不互补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原命题省略了全称量词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对所有的实数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故原命题的否定为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存在一个实数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9896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066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存在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不存在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存在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对任意的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对任意的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整除的整数都是偶数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所有不能被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整除的整数都是偶数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整除的整数都不是偶数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存在一个不能被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整除的整数是偶数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存在一个能被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整除的整数不是偶数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026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0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有些偶数是素数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存在量词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有些偶数是素数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的否定是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任何一个偶数都不是素数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这是假命题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一个偶数都不是素数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正多边形的内角都相等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的否定是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原命题为全称量词命题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可以改写为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所有的正多边形的内角都相等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故否定为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有的正多边形的内角不都相等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有的正多边形的内角不都相等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9233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6624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写出下列命题的否定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所有的矩形都是平行四边形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有些实数的绝对值是正数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有的矩形不是平行四边形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任意实数的绝对值都不是正数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否定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05667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26</TotalTime>
  <Words>1995</Words>
  <Application>Microsoft Office PowerPoint</Application>
  <PresentationFormat>自定义</PresentationFormat>
  <Paragraphs>154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15</cp:revision>
  <dcterms:created xsi:type="dcterms:W3CDTF">2020-09-12T05:36:12Z</dcterms:created>
  <dcterms:modified xsi:type="dcterms:W3CDTF">2025-08-18T02:56:08Z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