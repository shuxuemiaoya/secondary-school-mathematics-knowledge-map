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83" r:id="rId14"/>
    <p:sldId id="763" r:id="rId15"/>
    <p:sldId id="737" r:id="rId16"/>
    <p:sldId id="750" r:id="rId17"/>
    <p:sldId id="764" r:id="rId18"/>
    <p:sldId id="765" r:id="rId19"/>
    <p:sldId id="766" r:id="rId20"/>
    <p:sldId id="767" r:id="rId21"/>
    <p:sldId id="768" r:id="rId22"/>
    <p:sldId id="769" r:id="rId23"/>
    <p:sldId id="754" r:id="rId24"/>
    <p:sldId id="770" r:id="rId25"/>
    <p:sldId id="771" r:id="rId26"/>
    <p:sldId id="772" r:id="rId27"/>
    <p:sldId id="773" r:id="rId28"/>
    <p:sldId id="755" r:id="rId29"/>
    <p:sldId id="774" r:id="rId30"/>
    <p:sldId id="775" r:id="rId31"/>
    <p:sldId id="747" r:id="rId32"/>
    <p:sldId id="751" r:id="rId33"/>
    <p:sldId id="776" r:id="rId34"/>
    <p:sldId id="777" r:id="rId35"/>
    <p:sldId id="748" r:id="rId36"/>
    <p:sldId id="752" r:id="rId37"/>
    <p:sldId id="778" r:id="rId38"/>
    <p:sldId id="779" r:id="rId39"/>
    <p:sldId id="780" r:id="rId40"/>
    <p:sldId id="781" r:id="rId41"/>
    <p:sldId id="782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5.xml"/><Relationship Id="rId5" Type="http://schemas.openxmlformats.org/officeDocument/2006/relationships/slide" Target="slide31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3.emf"/><Relationship Id="rId10" Type="http://schemas.openxmlformats.org/officeDocument/2006/relationships/package" Target="../embeddings/Microsoft_Word___3.docx"/><Relationship Id="rId4" Type="http://schemas.openxmlformats.org/officeDocument/2006/relationships/package" Target="../embeddings/Microsoft_Word___1.docx"/><Relationship Id="rId9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emf"/><Relationship Id="rId5" Type="http://schemas.openxmlformats.org/officeDocument/2006/relationships/image" Target="../media/image7.emf"/><Relationship Id="rId10" Type="http://schemas.openxmlformats.org/officeDocument/2006/relationships/package" Target="../embeddings/Microsoft_Word___7.docx"/><Relationship Id="rId4" Type="http://schemas.openxmlformats.org/officeDocument/2006/relationships/package" Target="../embeddings/Microsoft_Word___5.docx"/><Relationship Id="rId9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4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5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8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9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0.docx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8.emf"/><Relationship Id="rId5" Type="http://schemas.openxmlformats.org/officeDocument/2006/relationships/image" Target="../media/image26.emf"/><Relationship Id="rId10" Type="http://schemas.openxmlformats.org/officeDocument/2006/relationships/package" Target="../embeddings/Microsoft_Word___23.docx"/><Relationship Id="rId4" Type="http://schemas.openxmlformats.org/officeDocument/2006/relationships/package" Target="../embeddings/Microsoft_Word___21.docx"/><Relationship Id="rId9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4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6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7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8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0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2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4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6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38.docx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199131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正弦函数、余弦函数的性质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周期性与奇偶性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了解周期函数、周期、最小正周期的定义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及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的周期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借助图象理解正弦函数、余弦函数的奇偶性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并会判断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365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一、函数的周期性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由正弦函数的图象可知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横坐标每隔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个单位长度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就会出现纵坐标相同的点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周而复始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的变化规律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体现了正弦函数具有什么样的性质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周期性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根据诱导公式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你会得出怎样的关系式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16421" y="1349437"/>
            <a:ext cx="1101571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如果存在一个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非零常数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使得对每一个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x+T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x+T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就叫做周期函数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非零常数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这个函数的周期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如果在周期函数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的所有周期中存在一个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最小的正数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那么这个最小正数叫做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最小正周期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8491" y="1418595"/>
            <a:ext cx="193962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9143901" y="1882693"/>
            <a:ext cx="1937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491355" y="2036699"/>
            <a:ext cx="204849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486765" y="2500797"/>
            <a:ext cx="2046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78027" y="2602773"/>
            <a:ext cx="19152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273437" y="3066871"/>
            <a:ext cx="19130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308781" y="3183945"/>
            <a:ext cx="20377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304191" y="3648043"/>
            <a:ext cx="20354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967437" y="3754901"/>
            <a:ext cx="20377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4962847" y="4218999"/>
            <a:ext cx="20354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8959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0" grpId="0" animBg="1"/>
      <p:bldP spid="1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894386"/>
              </p:ext>
            </p:extLst>
          </p:nvPr>
        </p:nvGraphicFramePr>
        <p:xfrm>
          <a:off x="420688" y="1712913"/>
          <a:ext cx="116459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文档" r:id="rId4" imgW="3826872" imgH="358301" progId="Word.Document.12">
                  <p:embed/>
                </p:oleObj>
              </mc:Choice>
              <mc:Fallback>
                <p:oleObj name="文档" r:id="rId4" imgW="3826872" imgH="3583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1712913"/>
                        <a:ext cx="11645900" cy="108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06632"/>
              </p:ext>
            </p:extLst>
          </p:nvPr>
        </p:nvGraphicFramePr>
        <p:xfrm>
          <a:off x="360437" y="2899711"/>
          <a:ext cx="11671959" cy="562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文档" r:id="rId7" imgW="3826872" imgH="184362" progId="Word.Document.12">
                  <p:embed/>
                </p:oleObj>
              </mc:Choice>
              <mc:Fallback>
                <p:oleObj name="文档" r:id="rId7" imgW="3826872" imgH="1843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899711"/>
                        <a:ext cx="11671959" cy="562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182369"/>
              </p:ext>
            </p:extLst>
          </p:nvPr>
        </p:nvGraphicFramePr>
        <p:xfrm>
          <a:off x="360436" y="3580463"/>
          <a:ext cx="11671959" cy="562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文档" r:id="rId10" imgW="3826872" imgH="184362" progId="Word.Document.12">
                  <p:embed/>
                </p:oleObj>
              </mc:Choice>
              <mc:Fallback>
                <p:oleObj name="文档" r:id="rId10" imgW="3826872" imgH="1843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0436" y="3580463"/>
                        <a:ext cx="11671959" cy="562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54758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二、正弦函数、余弦函数的周期性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是周期函数吗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请给出证明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都是周期函数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它们的一个周期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892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10336" y="72963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≠0,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是周期函数吗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请给出证明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443911"/>
              </p:ext>
            </p:extLst>
          </p:nvPr>
        </p:nvGraphicFramePr>
        <p:xfrm>
          <a:off x="354433" y="2542605"/>
          <a:ext cx="11671300" cy="33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文档" r:id="rId4" imgW="3837724" imgH="1099391" progId="Word.Document.12">
                  <p:embed/>
                </p:oleObj>
              </mc:Choice>
              <mc:Fallback>
                <p:oleObj name="文档" r:id="rId4" imgW="3837724" imgH="10993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4433" y="2542605"/>
                        <a:ext cx="11671300" cy="333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76130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3796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周期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都是它的周期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最小正周期是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类似地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余弦函数也是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周期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都是它的周期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最小正周期是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23653" y="70251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819063" y="116661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38111" y="1881852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233521" y="2345950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073395"/>
              </p:ext>
            </p:extLst>
          </p:nvPr>
        </p:nvGraphicFramePr>
        <p:xfrm>
          <a:off x="446040" y="2994162"/>
          <a:ext cx="10607329" cy="125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文档" r:id="rId4" imgW="3477813" imgH="412136" progId="Word.Document.12">
                  <p:embed/>
                </p:oleObj>
              </mc:Choice>
              <mc:Fallback>
                <p:oleObj name="文档" r:id="rId4" imgW="3477813" imgH="4121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6040" y="2994162"/>
                        <a:ext cx="10607329" cy="125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901481"/>
              </p:ext>
            </p:extLst>
          </p:nvPr>
        </p:nvGraphicFramePr>
        <p:xfrm>
          <a:off x="446040" y="4310375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文档" r:id="rId7" imgW="3826872" imgH="239347" progId="Word.Document.12">
                  <p:embed/>
                </p:oleObj>
              </mc:Choice>
              <mc:Fallback>
                <p:oleObj name="文档" r:id="rId7" imgW="3826872" imgH="23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040" y="4310375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771294"/>
              </p:ext>
            </p:extLst>
          </p:nvPr>
        </p:nvGraphicFramePr>
        <p:xfrm>
          <a:off x="441325" y="5024438"/>
          <a:ext cx="105838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文档" r:id="rId10" imgW="3467489" imgH="237550" progId="Word.Document.12">
                  <p:embed/>
                </p:oleObj>
              </mc:Choice>
              <mc:Fallback>
                <p:oleObj name="文档" r:id="rId10" imgW="3467489" imgH="2375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1325" y="5024438"/>
                        <a:ext cx="10583863" cy="71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spect="1"/>
          </p:cNvSpPr>
          <p:nvPr/>
        </p:nvSpPr>
        <p:spPr>
          <a:xfrm>
            <a:off x="390895" y="5715343"/>
            <a:ext cx="147187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785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73947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三、函数的奇偶性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根据诱导公式三可知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这说明正弦函数、余弦函数具备怎样的性质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奇偶性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499342"/>
              </p:ext>
            </p:extLst>
          </p:nvPr>
        </p:nvGraphicFramePr>
        <p:xfrm>
          <a:off x="415950" y="3839432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950" y="3839432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363581"/>
              </p:ext>
            </p:extLst>
          </p:nvPr>
        </p:nvGraphicFramePr>
        <p:xfrm>
          <a:off x="355165" y="4652186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文档" r:id="rId7" imgW="3826872" imgH="238987" progId="Word.Document.12">
                  <p:embed/>
                </p:oleObj>
              </mc:Choice>
              <mc:Fallback>
                <p:oleObj name="文档" r:id="rId7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165" y="4652186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17416" y="5430256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余弦函数是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80374" y="5482601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776029" y="594669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136606" y="5492664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132261" y="5956762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4996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1495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的奇偶性为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偶函数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既是奇函数又是偶函数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非奇非偶函数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951160"/>
              </p:ext>
            </p:extLst>
          </p:nvPr>
        </p:nvGraphicFramePr>
        <p:xfrm>
          <a:off x="1944613" y="801975"/>
          <a:ext cx="11671959" cy="53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文档" r:id="rId4" imgW="3826872" imgH="175377" progId="Word.Document.12">
                  <p:embed/>
                </p:oleObj>
              </mc:Choice>
              <mc:Fallback>
                <p:oleObj name="文档" r:id="rId4" imgW="3826872" imgH="1753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44613" y="801975"/>
                        <a:ext cx="11671959" cy="53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814668"/>
              </p:ext>
            </p:extLst>
          </p:nvPr>
        </p:nvGraphicFramePr>
        <p:xfrm>
          <a:off x="-70180" y="3810043"/>
          <a:ext cx="11671959" cy="1650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文档" r:id="rId7" imgW="3826872" imgH="541225" progId="Word.Document.12">
                  <p:embed/>
                </p:oleObj>
              </mc:Choice>
              <mc:Fallback>
                <p:oleObj name="文档" r:id="rId7" imgW="3826872" imgH="5412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70180" y="3810043"/>
                        <a:ext cx="11671959" cy="1650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>
            <a:spLocks noChangeAspect="1"/>
          </p:cNvSpPr>
          <p:nvPr/>
        </p:nvSpPr>
        <p:spPr>
          <a:xfrm>
            <a:off x="361950" y="5491259"/>
            <a:ext cx="179068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5968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5312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为周期的周期函数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任何周期函数都有最小正周期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图象关于原点成中心对称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2725" y="331209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23413" y="391765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25133" y="453623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35581" y="503884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7888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472948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一  求</a:t>
            </a:r>
            <a:r>
              <a:rPr lang="zh-CN" altLang="en-US" dirty="0"/>
              <a:t>与正弦函数、余弦函数有关的函数的周期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703789"/>
              </p:ext>
            </p:extLst>
          </p:nvPr>
        </p:nvGraphicFramePr>
        <p:xfrm>
          <a:off x="504825" y="2015951"/>
          <a:ext cx="11672888" cy="258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文档" r:id="rId4" imgW="3837724" imgH="850955" progId="Word.Document.12">
                  <p:embed/>
                </p:oleObj>
              </mc:Choice>
              <mc:Fallback>
                <p:oleObj name="文档" r:id="rId4" imgW="3837724" imgH="8509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2015951"/>
                        <a:ext cx="11672888" cy="258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170014"/>
              </p:ext>
            </p:extLst>
          </p:nvPr>
        </p:nvGraphicFramePr>
        <p:xfrm>
          <a:off x="430213" y="1100360"/>
          <a:ext cx="11645900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文档" r:id="rId4" imgW="3826872" imgH="1440392" progId="Word.Document.12">
                  <p:embed/>
                </p:oleObj>
              </mc:Choice>
              <mc:Fallback>
                <p:oleObj name="文档" r:id="rId4" imgW="3826872" imgH="14403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100360"/>
                        <a:ext cx="11645900" cy="437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83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x|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endParaRPr lang="zh-CN" altLang="en-US" dirty="0"/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观察图象可知此函数的最小正周期是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pic>
        <p:nvPicPr>
          <p:cNvPr id="5" name="YMG1TRA29.eps" descr="id:214750805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08709" y="1797406"/>
            <a:ext cx="5400600" cy="230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1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719807"/>
            <a:ext cx="2740119" cy="49972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272632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则最小正周期为多少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观察图象可知该函数的最小正周期是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YMG1TRA30.eps" descr="id:2147508073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736701" y="3672134"/>
            <a:ext cx="5616624" cy="248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066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则最小正周期是多少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可知最小正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周期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7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76184"/>
            <a:ext cx="16289118" cy="3637919"/>
            <a:chOff x="361950" y="1079847"/>
            <a:chExt cx="16289118" cy="363791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79847"/>
              <a:ext cx="10807700" cy="36379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求与三角函数有关的函数的周期的方法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定义法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即利用周期函数的定义求解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公式法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形如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</a:rPr>
                <a:t>ω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</a:rPr>
                <a:t>φ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是常数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≠0,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≠0)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的函数的周期为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观察法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即通过观察函数的图象求其周期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4500065"/>
                </p:ext>
              </p:extLst>
            </p:nvPr>
          </p:nvGraphicFramePr>
          <p:xfrm>
            <a:off x="4979109" y="3369934"/>
            <a:ext cx="11671959" cy="759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0" name="文档" r:id="rId4" imgW="3826872" imgH="249050" progId="Word.Document.12">
                    <p:embed/>
                  </p:oleObj>
                </mc:Choice>
                <mc:Fallback>
                  <p:oleObj name="文档" r:id="rId4" imgW="3826872" imgH="2490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79109" y="3369934"/>
                          <a:ext cx="11671959" cy="7596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5089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16167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下列函数是以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为周期的函数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653739"/>
              </p:ext>
            </p:extLst>
          </p:nvPr>
        </p:nvGraphicFramePr>
        <p:xfrm>
          <a:off x="578669" y="2171475"/>
          <a:ext cx="10607329" cy="1199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文档" r:id="rId4" imgW="3477813" imgH="393386" progId="Word.Document.12">
                  <p:embed/>
                </p:oleObj>
              </mc:Choice>
              <mc:Fallback>
                <p:oleObj name="文档" r:id="rId4" imgW="3477813" imgH="393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8669" y="2171475"/>
                        <a:ext cx="10607329" cy="11998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500007"/>
              </p:ext>
            </p:extLst>
          </p:nvPr>
        </p:nvGraphicFramePr>
        <p:xfrm>
          <a:off x="562321" y="3443632"/>
          <a:ext cx="10607329" cy="143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文档" r:id="rId7" imgW="3477813" imgH="469828" progId="Word.Document.12">
                  <p:embed/>
                </p:oleObj>
              </mc:Choice>
              <mc:Fallback>
                <p:oleObj name="文档" r:id="rId7" imgW="3477813" imgH="4698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2321" y="3443632"/>
                        <a:ext cx="10607329" cy="143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78004" y="4865645"/>
            <a:ext cx="2114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60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84703" y="719807"/>
            <a:ext cx="11183126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二  判断</a:t>
            </a:r>
            <a:r>
              <a:rPr lang="zh-CN" altLang="en-US" dirty="0"/>
              <a:t>与正弦函数、余弦函数有关的函数的奇偶性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78528"/>
              </p:ext>
            </p:extLst>
          </p:nvPr>
        </p:nvGraphicFramePr>
        <p:xfrm>
          <a:off x="432445" y="1727919"/>
          <a:ext cx="11671959" cy="2247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文档" r:id="rId4" imgW="3826872" imgH="736727" progId="Word.Document.12">
                  <p:embed/>
                </p:oleObj>
              </mc:Choice>
              <mc:Fallback>
                <p:oleObj name="文档" r:id="rId4" imgW="3826872" imgH="7367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727919"/>
                        <a:ext cx="11671959" cy="2247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05353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先求定义域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928629"/>
              </p:ext>
            </p:extLst>
          </p:nvPr>
        </p:nvGraphicFramePr>
        <p:xfrm>
          <a:off x="432445" y="1027503"/>
          <a:ext cx="11671959" cy="407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文档" r:id="rId4" imgW="3837724" imgH="1340615" progId="Word.Document.12">
                  <p:embed/>
                </p:oleObj>
              </mc:Choice>
              <mc:Fallback>
                <p:oleObj name="文档" r:id="rId4" imgW="3837724" imgH="13406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27503"/>
                        <a:ext cx="11671959" cy="407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463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15951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判断函数的奇偶性的关键点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看函数的定义域是否关于原点对称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63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是非奇非偶函数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既是奇函数又是偶函数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x-|a|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162351"/>
              </p:ext>
            </p:extLst>
          </p:nvPr>
        </p:nvGraphicFramePr>
        <p:xfrm>
          <a:off x="4608909" y="1500687"/>
          <a:ext cx="11671959" cy="723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6" name="文档" r:id="rId4" imgW="3826872" imgH="237190" progId="Word.Document.12">
                  <p:embed/>
                </p:oleObj>
              </mc:Choice>
              <mc:Fallback>
                <p:oleObj name="文档" r:id="rId4" imgW="3826872" imgH="2371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08909" y="1500687"/>
                        <a:ext cx="11671959" cy="723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697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547831"/>
              </p:ext>
            </p:extLst>
          </p:nvPr>
        </p:nvGraphicFramePr>
        <p:xfrm>
          <a:off x="432445" y="955495"/>
          <a:ext cx="11671959" cy="1452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4" imgW="3826872" imgH="476177" progId="Word.Document.12">
                  <p:embed/>
                </p:oleObj>
              </mc:Choice>
              <mc:Fallback>
                <p:oleObj name="文档" r:id="rId4" imgW="3826872" imgH="4761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55495"/>
                        <a:ext cx="11671959" cy="1452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2474099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是偶函数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函数定义域为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为奇函数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-|a|=-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x-|a|=-f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x+|a|.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|a|=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(1)B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(2)0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51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三角函数</a:t>
            </a:r>
            <a:r>
              <a:rPr lang="zh-CN" altLang="zh-CN" dirty="0"/>
              <a:t>周期性与奇偶性的综合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917055"/>
              </p:ext>
            </p:extLst>
          </p:nvPr>
        </p:nvGraphicFramePr>
        <p:xfrm>
          <a:off x="216421" y="1391111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391111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446212"/>
              </p:ext>
            </p:extLst>
          </p:nvPr>
        </p:nvGraphicFramePr>
        <p:xfrm>
          <a:off x="216421" y="2707596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" name="文档" r:id="rId7" imgW="3826872" imgH="411849" progId="Word.Document.12">
                  <p:embed/>
                </p:oleObj>
              </mc:Choice>
              <mc:Fallback>
                <p:oleObj name="文档" r:id="rId7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421" y="2707596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363711"/>
              </p:ext>
            </p:extLst>
          </p:nvPr>
        </p:nvGraphicFramePr>
        <p:xfrm>
          <a:off x="216421" y="3983399"/>
          <a:ext cx="11671959" cy="2045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文档" r:id="rId10" imgW="3826872" imgH="670602" progId="Word.Document.12">
                  <p:embed/>
                </p:oleObj>
              </mc:Choice>
              <mc:Fallback>
                <p:oleObj name="文档" r:id="rId10" imgW="3826872" imgH="6706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6421" y="3983399"/>
                        <a:ext cx="11671959" cy="2045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792142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解决三角函数的奇偶性与周期性综合问题的方法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利用函数的周期性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可以把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x+nT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的函数值转化为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利用奇偶性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可以找到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的函数值的关系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从而解决求值问题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73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75788"/>
              </p:ext>
            </p:extLst>
          </p:nvPr>
        </p:nvGraphicFramePr>
        <p:xfrm>
          <a:off x="432445" y="1214031"/>
          <a:ext cx="10607329" cy="199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2" name="文档" r:id="rId4" imgW="3477813" imgH="653000" progId="Word.Document.12">
                  <p:embed/>
                </p:oleObj>
              </mc:Choice>
              <mc:Fallback>
                <p:oleObj name="文档" r:id="rId4" imgW="3477813" imgH="653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14031"/>
                        <a:ext cx="10607329" cy="199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007727"/>
              </p:ext>
            </p:extLst>
          </p:nvPr>
        </p:nvGraphicFramePr>
        <p:xfrm>
          <a:off x="432444" y="3312095"/>
          <a:ext cx="10607329" cy="152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文档" r:id="rId7" imgW="3477813" imgH="499756" progId="Word.Document.12">
                  <p:embed/>
                </p:oleObj>
              </mc:Choice>
              <mc:Fallback>
                <p:oleObj name="文档" r:id="rId7" imgW="3477813" imgH="4997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312095"/>
                        <a:ext cx="10607329" cy="1524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99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函数的变形不等价导致判断奇偶性错误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36413"/>
              </p:ext>
            </p:extLst>
          </p:nvPr>
        </p:nvGraphicFramePr>
        <p:xfrm>
          <a:off x="357188" y="1492250"/>
          <a:ext cx="11645900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4" imgW="3826872" imgH="570694" progId="Word.Document.12">
                  <p:embed/>
                </p:oleObj>
              </mc:Choice>
              <mc:Fallback>
                <p:oleObj name="文档" r:id="rId4" imgW="3826872" imgH="5706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492250"/>
                        <a:ext cx="11645900" cy="173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216848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忽视函数的定义域导致错解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61950" y="2733043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函数的奇偶性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要按函数奇偶性的定义加以判断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一般不要把函数式化简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若要化简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则应注意化简前后的等价性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若直接将函数式化为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则易出现判断该函数为偶函数的错误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871028"/>
            <a:ext cx="10807700" cy="18262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 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所以定义域不关于原点对称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所以该函数是非奇非偶函数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405292"/>
              </p:ext>
            </p:extLst>
          </p:nvPr>
        </p:nvGraphicFramePr>
        <p:xfrm>
          <a:off x="1721085" y="944655"/>
          <a:ext cx="7247368" cy="530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文档" r:id="rId4" imgW="3826872" imgH="280316" progId="Word.Document.12">
                  <p:embed/>
                </p:oleObj>
              </mc:Choice>
              <mc:Fallback>
                <p:oleObj name="文档" r:id="rId4" imgW="3826872" imgH="2803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1085" y="944655"/>
                        <a:ext cx="7247368" cy="530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31055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612291"/>
              </p:ext>
            </p:extLst>
          </p:nvPr>
        </p:nvGraphicFramePr>
        <p:xfrm>
          <a:off x="216421" y="1886396"/>
          <a:ext cx="11671959" cy="82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文档" r:id="rId4" imgW="3826872" imgH="270972" progId="Word.Document.12">
                  <p:embed/>
                </p:oleObj>
              </mc:Choice>
              <mc:Fallback>
                <p:oleObj name="文档" r:id="rId4" imgW="3826872" imgH="2709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886396"/>
                        <a:ext cx="11671959" cy="826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127761"/>
              </p:ext>
            </p:extLst>
          </p:nvPr>
        </p:nvGraphicFramePr>
        <p:xfrm>
          <a:off x="288429" y="2822500"/>
          <a:ext cx="11671959" cy="135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文档" r:id="rId7" imgW="3826872" imgH="443833" progId="Word.Document.12">
                  <p:embed/>
                </p:oleObj>
              </mc:Choice>
              <mc:Fallback>
                <p:oleObj name="文档" r:id="rId7" imgW="3826872" imgH="4438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9" y="2822500"/>
                        <a:ext cx="11671959" cy="135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091142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2813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下列是定义在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上的四个函数图象的一部分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其中是周期函数的是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YMG1TRA31.eps" descr="id:214750813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170469" y="1845775"/>
            <a:ext cx="7128792" cy="407359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5715343"/>
            <a:ext cx="221727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 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343649"/>
              </p:ext>
            </p:extLst>
          </p:nvPr>
        </p:nvGraphicFramePr>
        <p:xfrm>
          <a:off x="425782" y="871143"/>
          <a:ext cx="11671959" cy="189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4" name="文档" r:id="rId4" imgW="3826872" imgH="622085" progId="Word.Document.12">
                  <p:embed/>
                </p:oleObj>
              </mc:Choice>
              <mc:Fallback>
                <p:oleObj name="文档" r:id="rId4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871143"/>
                        <a:ext cx="11671959" cy="1897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389259"/>
              </p:ext>
            </p:extLst>
          </p:nvPr>
        </p:nvGraphicFramePr>
        <p:xfrm>
          <a:off x="425781" y="2872729"/>
          <a:ext cx="10607329" cy="198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name="文档" r:id="rId7" imgW="3477813" imgH="651918" progId="Word.Document.12">
                  <p:embed/>
                </p:oleObj>
              </mc:Choice>
              <mc:Fallback>
                <p:oleObj name="文档" r:id="rId7" imgW="3477813" imgH="6519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1" y="2872729"/>
                        <a:ext cx="10607329" cy="198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425781" y="491342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83100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422458"/>
              </p:ext>
            </p:extLst>
          </p:nvPr>
        </p:nvGraphicFramePr>
        <p:xfrm>
          <a:off x="360437" y="1040353"/>
          <a:ext cx="11671959" cy="169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文档" r:id="rId4" imgW="3826872" imgH="555960" progId="Word.Document.12">
                  <p:embed/>
                </p:oleObj>
              </mc:Choice>
              <mc:Fallback>
                <p:oleObj name="文档" r:id="rId4" imgW="3826872" imgH="555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40353"/>
                        <a:ext cx="11671959" cy="169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997374"/>
              </p:ext>
            </p:extLst>
          </p:nvPr>
        </p:nvGraphicFramePr>
        <p:xfrm>
          <a:off x="360437" y="2840553"/>
          <a:ext cx="11671959" cy="169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文档" r:id="rId7" imgW="3826872" imgH="555960" progId="Word.Document.12">
                  <p:embed/>
                </p:oleObj>
              </mc:Choice>
              <mc:Fallback>
                <p:oleObj name="文档" r:id="rId7" imgW="3826872" imgH="555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840553"/>
                        <a:ext cx="11671959" cy="169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08093" y="457304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69174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076282"/>
              </p:ext>
            </p:extLst>
          </p:nvPr>
        </p:nvGraphicFramePr>
        <p:xfrm>
          <a:off x="465849" y="1871935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849" y="1871935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50996"/>
              </p:ext>
            </p:extLst>
          </p:nvPr>
        </p:nvGraphicFramePr>
        <p:xfrm>
          <a:off x="465849" y="2664023"/>
          <a:ext cx="11671959" cy="759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文档" r:id="rId7" imgW="3826872" imgH="249050" progId="Word.Document.12">
                  <p:embed/>
                </p:oleObj>
              </mc:Choice>
              <mc:Fallback>
                <p:oleObj name="文档" r:id="rId7" imgW="3826872" imgH="2490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849" y="2664023"/>
                        <a:ext cx="11671959" cy="759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0437" y="3496635"/>
            <a:ext cx="188384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815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10455"/>
              </p:ext>
            </p:extLst>
          </p:nvPr>
        </p:nvGraphicFramePr>
        <p:xfrm>
          <a:off x="432445" y="863823"/>
          <a:ext cx="11671959" cy="2496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name="文档" r:id="rId4" imgW="3826872" imgH="818666" progId="Word.Document.12">
                  <p:embed/>
                </p:oleObj>
              </mc:Choice>
              <mc:Fallback>
                <p:oleObj name="文档" r:id="rId4" imgW="3826872" imgH="8186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3823"/>
                        <a:ext cx="11671959" cy="2496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417373"/>
              </p:ext>
            </p:extLst>
          </p:nvPr>
        </p:nvGraphicFramePr>
        <p:xfrm>
          <a:off x="463561" y="3456111"/>
          <a:ext cx="11671959" cy="195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文档" r:id="rId7" imgW="3826872" imgH="640414" progId="Word.Document.12">
                  <p:embed/>
                </p:oleObj>
              </mc:Choice>
              <mc:Fallback>
                <p:oleObj name="文档" r:id="rId7" imgW="3826872" imgH="6404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3561" y="3456111"/>
                        <a:ext cx="11671959" cy="195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668979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389202"/>
              </p:ext>
            </p:extLst>
          </p:nvPr>
        </p:nvGraphicFramePr>
        <p:xfrm>
          <a:off x="432445" y="739471"/>
          <a:ext cx="11671959" cy="546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4" imgW="3837724" imgH="1797823" progId="Word.Document.12">
                  <p:embed/>
                </p:oleObj>
              </mc:Choice>
              <mc:Fallback>
                <p:oleObj name="文档" r:id="rId4" imgW="3837724" imgH="1797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39471"/>
                        <a:ext cx="11671959" cy="5469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13663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84</TotalTime>
  <Words>1286</Words>
  <Application>Microsoft Office PowerPoint</Application>
  <PresentationFormat>自定义</PresentationFormat>
  <Paragraphs>97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30</cp:revision>
  <dcterms:created xsi:type="dcterms:W3CDTF">2020-09-12T05:36:12Z</dcterms:created>
  <dcterms:modified xsi:type="dcterms:W3CDTF">2025-08-18T06:17:52Z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