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5" r:id="rId16"/>
    <p:sldId id="764" r:id="rId17"/>
    <p:sldId id="766" r:id="rId18"/>
    <p:sldId id="767" r:id="rId19"/>
    <p:sldId id="768" r:id="rId20"/>
    <p:sldId id="737" r:id="rId21"/>
    <p:sldId id="750" r:id="rId22"/>
    <p:sldId id="769" r:id="rId23"/>
    <p:sldId id="770" r:id="rId24"/>
    <p:sldId id="771" r:id="rId25"/>
    <p:sldId id="754" r:id="rId26"/>
    <p:sldId id="772" r:id="rId27"/>
    <p:sldId id="773" r:id="rId28"/>
    <p:sldId id="774" r:id="rId29"/>
    <p:sldId id="755" r:id="rId30"/>
    <p:sldId id="775" r:id="rId31"/>
    <p:sldId id="776" r:id="rId32"/>
    <p:sldId id="777" r:id="rId33"/>
    <p:sldId id="778" r:id="rId34"/>
    <p:sldId id="779" r:id="rId35"/>
    <p:sldId id="747" r:id="rId36"/>
    <p:sldId id="751" r:id="rId37"/>
    <p:sldId id="780" r:id="rId38"/>
    <p:sldId id="781" r:id="rId39"/>
    <p:sldId id="782" r:id="rId40"/>
    <p:sldId id="783" r:id="rId41"/>
    <p:sldId id="748" r:id="rId42"/>
    <p:sldId id="752" r:id="rId43"/>
    <p:sldId id="784" r:id="rId44"/>
    <p:sldId id="785" r:id="rId45"/>
    <p:sldId id="786" r:id="rId46"/>
    <p:sldId id="787" r:id="rId47"/>
    <p:sldId id="735" r:id="rId4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5" Type="http://schemas.openxmlformats.org/officeDocument/2006/relationships/slide" Target="slide35.xml"/><Relationship Id="rId4" Type="http://schemas.openxmlformats.org/officeDocument/2006/relationships/slide" Target="slide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emf"/><Relationship Id="rId5" Type="http://schemas.openxmlformats.org/officeDocument/2006/relationships/image" Target="../media/image7.emf"/><Relationship Id="rId10" Type="http://schemas.openxmlformats.org/officeDocument/2006/relationships/package" Target="../embeddings/Microsoft_Word___6.docx"/><Relationship Id="rId4" Type="http://schemas.openxmlformats.org/officeDocument/2006/relationships/package" Target="../embeddings/Microsoft_Word___4.docx"/><Relationship Id="rId9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2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9.emf"/><Relationship Id="rId5" Type="http://schemas.openxmlformats.org/officeDocument/2006/relationships/image" Target="../media/image17.emf"/><Relationship Id="rId10" Type="http://schemas.openxmlformats.org/officeDocument/2006/relationships/package" Target="../embeddings/Microsoft_Word___16.docx"/><Relationship Id="rId4" Type="http://schemas.openxmlformats.org/officeDocument/2006/relationships/package" Target="../embeddings/Microsoft_Word___14.docx"/><Relationship Id="rId9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8.docx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24.jpeg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emf"/><Relationship Id="rId11" Type="http://schemas.openxmlformats.org/officeDocument/2006/relationships/package" Target="../embeddings/Microsoft_Word___19.docx"/><Relationship Id="rId5" Type="http://schemas.openxmlformats.org/officeDocument/2006/relationships/package" Target="../embeddings/Microsoft_Word___17.docx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emf"/><Relationship Id="rId14" Type="http://schemas.openxmlformats.org/officeDocument/2006/relationships/package" Target="../embeddings/Microsoft_Word___20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2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4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6.doc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7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9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0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1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2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3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4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5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6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7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8.docx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9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41.bin"/><Relationship Id="rId7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41.docx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3.bin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43.docx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5.bin"/><Relationship Id="rId7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45.docx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47.bin"/><Relationship Id="rId7" Type="http://schemas.openxmlformats.org/officeDocument/2006/relationships/package" Target="../embeddings/Microsoft_Word___4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__47.docx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288429" y="1943943"/>
            <a:ext cx="11015711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匀速圆周运动的数学模型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sz="48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800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8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sz="48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sz="48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的图象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sz="48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800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8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sz="48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sz="48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的图象变换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31226"/>
            <a:ext cx="10729192" cy="4253647"/>
            <a:chOff x="360437" y="1290109"/>
            <a:chExt cx="10729192" cy="4253647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290109"/>
              <a:ext cx="10729192" cy="4182225"/>
              <a:chOff x="360437" y="1852237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52237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10424"/>
                <a:ext cx="0" cy="2737495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692447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14906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的实际意义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能借助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的图象理解参数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了解参数的变化对函数图象的影响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图象之间的变换关系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并能正确地指出其变换步骤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体会数学建模的过程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MG1TRA13.eps" descr="id:214750921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528789" y="2680154"/>
            <a:ext cx="4032448" cy="312272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775266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一、匀速圆周运动数学模型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将筒车抽象为一个几何图形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设经过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盛水筒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运动到点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设盛水筒距水面的高度为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H.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25526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由哪些量决定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由以下量决定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筒车转轮的中心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到水面的距离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筒车的半径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筒车转动的角速度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盛水筒的初始位置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以及所经过的时间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如何将盛水筒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距离水面的高度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表示为时间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以与水平面平行的直线为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轴建立平面直角坐标系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盛水筒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位于点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为始边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为终边的角为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后运动到点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为始边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为终边的角为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并且有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所以盛水筒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距离水面的高度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的关系是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9642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二、探索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的图象的影响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的图象变换得到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或向右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个单位长度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093151"/>
              </p:ext>
            </p:extLst>
          </p:nvPr>
        </p:nvGraphicFramePr>
        <p:xfrm>
          <a:off x="452109" y="3241998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3241998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313926"/>
              </p:ext>
            </p:extLst>
          </p:nvPr>
        </p:nvGraphicFramePr>
        <p:xfrm>
          <a:off x="428271" y="4065232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文档" r:id="rId7" imgW="3826872" imgH="211315" progId="Word.Document.12">
                  <p:embed/>
                </p:oleObj>
              </mc:Choice>
              <mc:Fallback>
                <p:oleObj name="文档" r:id="rId7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271" y="4065232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05446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56066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当动点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的起点位置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所对应的角为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对应的函数是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把正弦曲线上的所有点向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或向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平移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个单位长度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就得到函数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42689" y="2202999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637884" y="2667097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58834" y="2786747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254029" y="3250845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235333" y="2858755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230528" y="3322853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4874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97956"/>
              </p:ext>
            </p:extLst>
          </p:nvPr>
        </p:nvGraphicFramePr>
        <p:xfrm>
          <a:off x="482300" y="1339985"/>
          <a:ext cx="10607329" cy="265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文档" r:id="rId4" imgW="3467489" imgH="870057" progId="Word.Document.12">
                  <p:embed/>
                </p:oleObj>
              </mc:Choice>
              <mc:Fallback>
                <p:oleObj name="文档" r:id="rId4" imgW="3467489" imgH="8700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1339985"/>
                        <a:ext cx="10607329" cy="2656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91446" y="413116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254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68186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三、探索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的图象的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影响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270091"/>
              </p:ext>
            </p:extLst>
          </p:nvPr>
        </p:nvGraphicFramePr>
        <p:xfrm>
          <a:off x="504825" y="1763713"/>
          <a:ext cx="116617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763713"/>
                        <a:ext cx="1166177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5" y="2424389"/>
            <a:ext cx="263886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609593"/>
              </p:ext>
            </p:extLst>
          </p:nvPr>
        </p:nvGraphicFramePr>
        <p:xfrm>
          <a:off x="511294" y="3145237"/>
          <a:ext cx="10607329" cy="1253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文档" r:id="rId7" imgW="3477813" imgH="411055" progId="Word.Document.12">
                  <p:embed/>
                </p:oleObj>
              </mc:Choice>
              <mc:Fallback>
                <p:oleObj name="文档" r:id="rId7" imgW="3477813" imgH="4110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1294" y="3145237"/>
                        <a:ext cx="10607329" cy="1253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937211"/>
              </p:ext>
            </p:extLst>
          </p:nvPr>
        </p:nvGraphicFramePr>
        <p:xfrm>
          <a:off x="504453" y="4446371"/>
          <a:ext cx="10607329" cy="73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文档" r:id="rId10" imgW="3477813" imgH="241945" progId="Word.Document.12">
                  <p:embed/>
                </p:oleObj>
              </mc:Choice>
              <mc:Fallback>
                <p:oleObj name="文档" r:id="rId10" imgW="3477813" imgH="241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4446371"/>
                        <a:ext cx="10607329" cy="737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385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94394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的图象是否可以通过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的图象得到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只要将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的图象沿着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伸长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缩短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1705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21550"/>
              </p:ext>
            </p:extLst>
          </p:nvPr>
        </p:nvGraphicFramePr>
        <p:xfrm>
          <a:off x="284163" y="998538"/>
          <a:ext cx="11644312" cy="317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文档" r:id="rId4" imgW="3826872" imgH="1044356" progId="Word.Document.12">
                  <p:embed/>
                </p:oleObj>
              </mc:Choice>
              <mc:Fallback>
                <p:oleObj name="文档" r:id="rId4" imgW="3826872" imgH="10443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163" y="998538"/>
                        <a:ext cx="11644312" cy="3173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327984"/>
              </p:ext>
            </p:extLst>
          </p:nvPr>
        </p:nvGraphicFramePr>
        <p:xfrm>
          <a:off x="281765" y="4229537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文档" r:id="rId7" imgW="3826872" imgH="238987" progId="Word.Document.12">
                  <p:embed/>
                </p:oleObj>
              </mc:Choice>
              <mc:Fallback>
                <p:oleObj name="文档" r:id="rId7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65" y="4229537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362463" y="169749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357873" y="216159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602823" y="169749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598233" y="216159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936047" y="229530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931457" y="275939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2616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367879"/>
            <a:ext cx="11742454" cy="1948037"/>
            <a:chOff x="361950" y="1448181"/>
            <a:chExt cx="11742454" cy="194803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48181"/>
              <a:ext cx="10807700" cy="6443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四、探索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的图象的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影响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956043"/>
                </p:ext>
              </p:extLst>
            </p:nvPr>
          </p:nvGraphicFramePr>
          <p:xfrm>
            <a:off x="432445" y="2172964"/>
            <a:ext cx="11671959" cy="1223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4" name="文档" r:id="rId4" imgW="3826872" imgH="401067" progId="Word.Document.12">
                    <p:embed/>
                  </p:oleObj>
                </mc:Choice>
                <mc:Fallback>
                  <p:oleObj name="文档" r:id="rId4" imgW="3826872" imgH="40106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172964"/>
                          <a:ext cx="11671959" cy="12232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74893"/>
              </p:ext>
            </p:extLst>
          </p:nvPr>
        </p:nvGraphicFramePr>
        <p:xfrm>
          <a:off x="432445" y="3396355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文档" r:id="rId7" imgW="3826872" imgH="401067" progId="Word.Document.12">
                  <p:embed/>
                </p:oleObj>
              </mc:Choice>
              <mc:Fallback>
                <p:oleObj name="文档" r:id="rId7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396355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2625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的图象的影响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可以看作是把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图象上所有点的纵坐标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伸长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缩短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到原来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横坐标不变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最小值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–A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47659" y="265326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543069" y="311736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550479" y="266402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545889" y="312812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90981" y="326160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686176" y="372570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696483" y="3888159"/>
            <a:ext cx="9789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691678" y="4352257"/>
            <a:ext cx="9778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526381" y="3816151"/>
            <a:ext cx="5308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521652" y="4280249"/>
            <a:ext cx="5301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44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71611" y="873655"/>
            <a:ext cx="11241261" cy="4819781"/>
            <a:chOff x="-71611" y="935831"/>
            <a:chExt cx="11241261" cy="481978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935831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通过图象变换得到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可以用下面的方法得到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先画出函数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再把正弦曲线向左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个单位长度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得到函数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然后把曲线上各点的横坐标变为原来的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纵坐标不变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最后把曲线上各点的纵坐标变为原来的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横坐标不变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这时的曲线就是函数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3823828"/>
                </p:ext>
              </p:extLst>
            </p:nvPr>
          </p:nvGraphicFramePr>
          <p:xfrm>
            <a:off x="-71611" y="3855479"/>
            <a:ext cx="7972105" cy="625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name="文档" r:id="rId4" imgW="3826872" imgH="300082" progId="Word.Document.12">
                    <p:embed/>
                  </p:oleObj>
                </mc:Choice>
                <mc:Fallback>
                  <p:oleObj name="文档" r:id="rId4" imgW="3826872" imgH="30008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71611" y="3855479"/>
                          <a:ext cx="7972105" cy="6251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662252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8176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 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的图象上所有点的横坐标变为原来的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纵坐标变为原来的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223869"/>
              </p:ext>
            </p:extLst>
          </p:nvPr>
        </p:nvGraphicFramePr>
        <p:xfrm>
          <a:off x="494621" y="3128860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621" y="3128860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58557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86356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8696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449897"/>
              </p:ext>
            </p:extLst>
          </p:nvPr>
        </p:nvGraphicFramePr>
        <p:xfrm>
          <a:off x="360437" y="791815"/>
          <a:ext cx="11671959" cy="517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文档" r:id="rId4" imgW="3826872" imgH="1695551" progId="Word.Document.12">
                  <p:embed/>
                </p:oleObj>
              </mc:Choice>
              <mc:Fallback>
                <p:oleObj name="文档" r:id="rId4" imgW="3826872" imgH="16955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91815"/>
                        <a:ext cx="11671959" cy="517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680917" y="15839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197947" y="29145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36901" y="410418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88619" y="535925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7398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平移变换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527381"/>
              </p:ext>
            </p:extLst>
          </p:nvPr>
        </p:nvGraphicFramePr>
        <p:xfrm>
          <a:off x="360437" y="1551900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51900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138562"/>
              </p:ext>
            </p:extLst>
          </p:nvPr>
        </p:nvGraphicFramePr>
        <p:xfrm>
          <a:off x="452109" y="4091275"/>
          <a:ext cx="11671959" cy="137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文档" r:id="rId7" imgW="3826872" imgH="449583" progId="Word.Document.12">
                  <p:embed/>
                </p:oleObj>
              </mc:Choice>
              <mc:Fallback>
                <p:oleObj name="文档" r:id="rId7" imgW="3826872" imgH="4495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2109" y="4091275"/>
                        <a:ext cx="11671959" cy="13712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690347"/>
              </p:ext>
            </p:extLst>
          </p:nvPr>
        </p:nvGraphicFramePr>
        <p:xfrm>
          <a:off x="360437" y="2841144"/>
          <a:ext cx="10607329" cy="1191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8" name="文档" r:id="rId10" imgW="3477813" imgH="390502" progId="Word.Document.12">
                  <p:embed/>
                </p:oleObj>
              </mc:Choice>
              <mc:Fallback>
                <p:oleObj name="文档" r:id="rId10" imgW="3477813" imgH="3905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0437" y="2841144"/>
                        <a:ext cx="10607329" cy="1191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660733"/>
            <a:ext cx="2740119" cy="499725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73825"/>
              </p:ext>
            </p:extLst>
          </p:nvPr>
        </p:nvGraphicFramePr>
        <p:xfrm>
          <a:off x="425782" y="1151855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" name="文档" r:id="rId5" imgW="3826872" imgH="411849" progId="Word.Document.12">
                  <p:embed/>
                </p:oleObj>
              </mc:Choice>
              <mc:Fallback>
                <p:oleObj name="文档" r:id="rId5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5782" y="1151855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921311"/>
              </p:ext>
            </p:extLst>
          </p:nvPr>
        </p:nvGraphicFramePr>
        <p:xfrm>
          <a:off x="430213" y="2361016"/>
          <a:ext cx="11661775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3" name="文档" r:id="rId8" imgW="3837724" imgH="451078" progId="Word.Document.12">
                  <p:embed/>
                </p:oleObj>
              </mc:Choice>
              <mc:Fallback>
                <p:oleObj name="文档" r:id="rId8" imgW="3837724" imgH="4510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0213" y="2361016"/>
                        <a:ext cx="11661775" cy="136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540130"/>
              </p:ext>
            </p:extLst>
          </p:nvPr>
        </p:nvGraphicFramePr>
        <p:xfrm>
          <a:off x="427973" y="3734311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" name="文档" r:id="rId11" imgW="3826872" imgH="411849" progId="Word.Document.12">
                  <p:embed/>
                </p:oleObj>
              </mc:Choice>
              <mc:Fallback>
                <p:oleObj name="文档" r:id="rId11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973" y="3734311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2515"/>
              </p:ext>
            </p:extLst>
          </p:nvPr>
        </p:nvGraphicFramePr>
        <p:xfrm>
          <a:off x="419100" y="5012106"/>
          <a:ext cx="11661775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5" name="文档" r:id="rId14" imgW="3837724" imgH="451799" progId="Word.Document.12">
                  <p:embed/>
                </p:oleObj>
              </mc:Choice>
              <mc:Fallback>
                <p:oleObj name="文档" r:id="rId14" imgW="3837724" imgH="4517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9100" y="5012106"/>
                        <a:ext cx="11661775" cy="136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02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632014" y="1364891"/>
            <a:ext cx="11801664" cy="3046988"/>
            <a:chOff x="-632014" y="1344640"/>
            <a:chExt cx="11801664" cy="304698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44640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平移变换应先观察函数名是否相同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若函数名不同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则先化为同名函数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再观察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的系数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的系数不为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应提取系数确定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平移的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单位长度和方向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方向遵循左加右减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且从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en-US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的平移量为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单位长度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7402268"/>
                </p:ext>
              </p:extLst>
            </p:nvPr>
          </p:nvGraphicFramePr>
          <p:xfrm>
            <a:off x="-632014" y="3723892"/>
            <a:ext cx="8769315" cy="632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5" name="文档" r:id="rId4" imgW="3826872" imgH="276003" progId="Word.Document.12">
                    <p:embed/>
                  </p:oleObj>
                </mc:Choice>
                <mc:Fallback>
                  <p:oleObj name="文档" r:id="rId4" imgW="3826872" imgH="2760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632014" y="3723892"/>
                          <a:ext cx="8769315" cy="6324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6250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125049"/>
              </p:ext>
            </p:extLst>
          </p:nvPr>
        </p:nvGraphicFramePr>
        <p:xfrm>
          <a:off x="360437" y="1070015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文档" r:id="rId4" imgW="3837724" imgH="557448" progId="Word.Document.12">
                  <p:embed/>
                </p:oleObj>
              </mc:Choice>
              <mc:Fallback>
                <p:oleObj name="文档" r:id="rId4" imgW="3837724" imgH="5574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70015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998732"/>
              </p:ext>
            </p:extLst>
          </p:nvPr>
        </p:nvGraphicFramePr>
        <p:xfrm>
          <a:off x="385189" y="2847475"/>
          <a:ext cx="11671959" cy="137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文档" r:id="rId7" imgW="3826872" imgH="449583" progId="Word.Document.12">
                  <p:embed/>
                </p:oleObj>
              </mc:Choice>
              <mc:Fallback>
                <p:oleObj name="文档" r:id="rId7" imgW="3826872" imgH="4495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189" y="2847475"/>
                        <a:ext cx="11671959" cy="13712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68765" y="4285015"/>
            <a:ext cx="329288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2cos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55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伸缩</a:t>
            </a:r>
            <a:r>
              <a:rPr lang="zh-CN" altLang="zh-CN" dirty="0"/>
              <a:t>变换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357089"/>
              </p:ext>
            </p:extLst>
          </p:nvPr>
        </p:nvGraphicFramePr>
        <p:xfrm>
          <a:off x="139700" y="1463675"/>
          <a:ext cx="1130617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文档" r:id="rId4" imgW="3837724" imgH="1506479" progId="Word.Document.12">
                  <p:embed/>
                </p:oleObj>
              </mc:Choice>
              <mc:Fallback>
                <p:oleObj name="文档" r:id="rId4" imgW="3837724" imgH="150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700" y="1463675"/>
                        <a:ext cx="1130617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479086"/>
              </p:ext>
            </p:extLst>
          </p:nvPr>
        </p:nvGraphicFramePr>
        <p:xfrm>
          <a:off x="355600" y="1367879"/>
          <a:ext cx="11660188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文档" r:id="rId4" imgW="3837724" imgH="924152" progId="Word.Document.12">
                  <p:embed/>
                </p:oleObj>
              </mc:Choice>
              <mc:Fallback>
                <p:oleObj name="文档" r:id="rId4" imgW="3837724" imgH="9241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1367879"/>
                        <a:ext cx="11660188" cy="279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288429" y="42130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3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439887"/>
            <a:ext cx="18648559" cy="3046988"/>
            <a:chOff x="361950" y="1556928"/>
            <a:chExt cx="18648559" cy="304698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556928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若图象上所有点的横坐标伸长到原来的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纵坐标不变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则得到函数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若图象上所有点的纵坐标伸长到原来的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横坐标不变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则得到函数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3455492"/>
                </p:ext>
              </p:extLst>
            </p:nvPr>
          </p:nvGraphicFramePr>
          <p:xfrm>
            <a:off x="7338550" y="2726590"/>
            <a:ext cx="11671959" cy="646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9" name="文档" r:id="rId4" imgW="3826872" imgH="212034" progId="Word.Document.12">
                    <p:embed/>
                  </p:oleObj>
                </mc:Choice>
                <mc:Fallback>
                  <p:oleObj name="文档" r:id="rId4" imgW="3826872" imgH="2120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338550" y="2726590"/>
                          <a:ext cx="11671959" cy="646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747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381832"/>
              </p:ext>
            </p:extLst>
          </p:nvPr>
        </p:nvGraphicFramePr>
        <p:xfrm>
          <a:off x="410292" y="1244184"/>
          <a:ext cx="10607329" cy="126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文档" r:id="rId4" imgW="3477813" imgH="413218" progId="Word.Document.12">
                  <p:embed/>
                </p:oleObj>
              </mc:Choice>
              <mc:Fallback>
                <p:oleObj name="文档" r:id="rId4" imgW="3477813" imgH="4132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292" y="1244184"/>
                        <a:ext cx="10607329" cy="126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769123"/>
              </p:ext>
            </p:extLst>
          </p:nvPr>
        </p:nvGraphicFramePr>
        <p:xfrm>
          <a:off x="410292" y="2569824"/>
          <a:ext cx="10607329" cy="211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1" name="文档" r:id="rId7" imgW="3477813" imgH="691942" progId="Word.Document.12">
                  <p:embed/>
                </p:oleObj>
              </mc:Choice>
              <mc:Fallback>
                <p:oleObj name="文档" r:id="rId7" imgW="3477813" imgH="6919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92" y="2569824"/>
                        <a:ext cx="10607329" cy="2110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436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图象变换</a:t>
            </a:r>
            <a:r>
              <a:rPr lang="zh-CN" altLang="zh-CN" dirty="0"/>
              <a:t>的综合应用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733658"/>
              </p:ext>
            </p:extLst>
          </p:nvPr>
        </p:nvGraphicFramePr>
        <p:xfrm>
          <a:off x="360437" y="1655911"/>
          <a:ext cx="11671959" cy="3658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文档" r:id="rId4" imgW="3837724" imgH="1203597" progId="Word.Document.12">
                  <p:embed/>
                </p:oleObj>
              </mc:Choice>
              <mc:Fallback>
                <p:oleObj name="文档" r:id="rId4" imgW="3837724" imgH="12035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655911"/>
                        <a:ext cx="11671959" cy="36588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281316"/>
              </p:ext>
            </p:extLst>
          </p:nvPr>
        </p:nvGraphicFramePr>
        <p:xfrm>
          <a:off x="430213" y="1040581"/>
          <a:ext cx="11661775" cy="384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文档" r:id="rId4" imgW="3837724" imgH="1265976" progId="Word.Document.12">
                  <p:embed/>
                </p:oleObj>
              </mc:Choice>
              <mc:Fallback>
                <p:oleObj name="文档" r:id="rId4" imgW="3837724" imgH="12659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040581"/>
                        <a:ext cx="11661775" cy="3840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78597" y="494291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20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涉及的知识点有三角函数式的化简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三角函数的图象变换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三角函数的最值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三角函数的周期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熟练掌握相关公式是正确解题的关键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注意整体代换思想的应用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88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639949"/>
              </p:ext>
            </p:extLst>
          </p:nvPr>
        </p:nvGraphicFramePr>
        <p:xfrm>
          <a:off x="350605" y="1367879"/>
          <a:ext cx="11671959" cy="3189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文档" r:id="rId4" imgW="3826872" imgH="1045794" progId="Word.Document.12">
                  <p:embed/>
                </p:oleObj>
              </mc:Choice>
              <mc:Fallback>
                <p:oleObj name="文档" r:id="rId4" imgW="3826872" imgH="10457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605" y="1367879"/>
                        <a:ext cx="11671959" cy="3189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508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791391"/>
              </p:ext>
            </p:extLst>
          </p:nvPr>
        </p:nvGraphicFramePr>
        <p:xfrm>
          <a:off x="432445" y="780911"/>
          <a:ext cx="11671959" cy="5175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文档" r:id="rId4" imgW="3837724" imgH="1702631" progId="Word.Document.12">
                  <p:embed/>
                </p:oleObj>
              </mc:Choice>
              <mc:Fallback>
                <p:oleObj name="文档" r:id="rId4" imgW="3837724" imgH="17026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80911"/>
                        <a:ext cx="11671959" cy="5175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010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702207"/>
              </p:ext>
            </p:extLst>
          </p:nvPr>
        </p:nvGraphicFramePr>
        <p:xfrm>
          <a:off x="360437" y="1521727"/>
          <a:ext cx="11671959" cy="2150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文档" r:id="rId4" imgW="3826872" imgH="705102" progId="Word.Document.12">
                  <p:embed/>
                </p:oleObj>
              </mc:Choice>
              <mc:Fallback>
                <p:oleObj name="文档" r:id="rId4" imgW="3826872" imgH="7051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21727"/>
                        <a:ext cx="11671959" cy="2150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17925" y="378095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215517"/>
              </p:ext>
            </p:extLst>
          </p:nvPr>
        </p:nvGraphicFramePr>
        <p:xfrm>
          <a:off x="346075" y="791815"/>
          <a:ext cx="11645900" cy="454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文档" r:id="rId4" imgW="3826872" imgH="1496815" progId="Word.Document.12">
                  <p:embed/>
                </p:oleObj>
              </mc:Choice>
              <mc:Fallback>
                <p:oleObj name="文档" r:id="rId4" imgW="3826872" imgH="14968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075" y="791815"/>
                        <a:ext cx="11645900" cy="454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97" y="5400327"/>
            <a:ext cx="1790683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242047"/>
              </p:ext>
            </p:extLst>
          </p:nvPr>
        </p:nvGraphicFramePr>
        <p:xfrm>
          <a:off x="441325" y="2270125"/>
          <a:ext cx="11661775" cy="284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文档" r:id="rId4" imgW="3826872" imgH="933308" progId="Word.Document.12">
                  <p:embed/>
                </p:oleObj>
              </mc:Choice>
              <mc:Fallback>
                <p:oleObj name="文档" r:id="rId4" imgW="3826872" imgH="933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25" y="2270125"/>
                        <a:ext cx="11661775" cy="284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7621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395600"/>
              </p:ext>
            </p:extLst>
          </p:nvPr>
        </p:nvGraphicFramePr>
        <p:xfrm>
          <a:off x="430213" y="1501022"/>
          <a:ext cx="11661775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文档" r:id="rId4" imgW="3837724" imgH="709249" progId="Word.Document.12">
                  <p:embed/>
                </p:oleObj>
              </mc:Choice>
              <mc:Fallback>
                <p:oleObj name="文档" r:id="rId4" imgW="3837724" imgH="7092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501022"/>
                        <a:ext cx="11661775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377112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021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439887"/>
            <a:ext cx="10807700" cy="3079726"/>
            <a:chOff x="361950" y="1439887"/>
            <a:chExt cx="10807700" cy="3079726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3988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图象的左右平移是针对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而言的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即平移多少是指自变量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的变化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的系数为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而不是对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而言的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图象的伸缩变换即周期变换也是针对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而言的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即只是自变量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的系数发生改变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变为原来的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而不涉及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2677044"/>
                </p:ext>
              </p:extLst>
            </p:nvPr>
          </p:nvGraphicFramePr>
          <p:xfrm>
            <a:off x="1881188" y="3741738"/>
            <a:ext cx="8723312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7" name="文档" r:id="rId4" imgW="3826872" imgH="344645" progId="Word.Document.12">
                    <p:embed/>
                  </p:oleObj>
                </mc:Choice>
                <mc:Fallback>
                  <p:oleObj name="文档" r:id="rId4" imgW="3826872" imgH="34464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81188" y="3741738"/>
                          <a:ext cx="8723312" cy="777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468328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903833"/>
              </p:ext>
            </p:extLst>
          </p:nvPr>
        </p:nvGraphicFramePr>
        <p:xfrm>
          <a:off x="432445" y="1055782"/>
          <a:ext cx="10607329" cy="340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文档" r:id="rId4" imgW="3477813" imgH="1116698" progId="Word.Document.12">
                  <p:embed/>
                </p:oleObj>
              </mc:Choice>
              <mc:Fallback>
                <p:oleObj name="文档" r:id="rId4" imgW="3477813" imgH="11166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55782"/>
                        <a:ext cx="10607329" cy="3405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49120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863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616069"/>
              </p:ext>
            </p:extLst>
          </p:nvPr>
        </p:nvGraphicFramePr>
        <p:xfrm>
          <a:off x="360437" y="690311"/>
          <a:ext cx="11671959" cy="271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文档" r:id="rId4" imgW="3826872" imgH="889823" progId="Word.Document.12">
                  <p:embed/>
                </p:oleObj>
              </mc:Choice>
              <mc:Fallback>
                <p:oleObj name="文档" r:id="rId4" imgW="3826872" imgH="889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90311"/>
                        <a:ext cx="11671959" cy="2713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608553"/>
              </p:ext>
            </p:extLst>
          </p:nvPr>
        </p:nvGraphicFramePr>
        <p:xfrm>
          <a:off x="355600" y="3475038"/>
          <a:ext cx="11660188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文档" r:id="rId7" imgW="3837724" imgH="709249" progId="Word.Document.12">
                  <p:embed/>
                </p:oleObj>
              </mc:Choice>
              <mc:Fallback>
                <p:oleObj name="文档" r:id="rId7" imgW="3837724" imgH="7092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3475038"/>
                        <a:ext cx="11660188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36085" y="5693148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44962"/>
              </p:ext>
            </p:extLst>
          </p:nvPr>
        </p:nvGraphicFramePr>
        <p:xfrm>
          <a:off x="360437" y="873655"/>
          <a:ext cx="11671959" cy="2541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name="文档" r:id="rId4" imgW="3826872" imgH="833400" progId="Word.Document.12">
                  <p:embed/>
                </p:oleObj>
              </mc:Choice>
              <mc:Fallback>
                <p:oleObj name="文档" r:id="rId4" imgW="3826872" imgH="833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73655"/>
                        <a:ext cx="11671959" cy="2541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082371"/>
              </p:ext>
            </p:extLst>
          </p:nvPr>
        </p:nvGraphicFramePr>
        <p:xfrm>
          <a:off x="360436" y="3502195"/>
          <a:ext cx="11671959" cy="1371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文档" r:id="rId7" imgW="3837724" imgH="451078" progId="Word.Document.12">
                  <p:embed/>
                </p:oleObj>
              </mc:Choice>
              <mc:Fallback>
                <p:oleObj name="文档" r:id="rId7" imgW="3837724" imgH="4510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3502195"/>
                        <a:ext cx="11671959" cy="13712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6" y="495026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231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603672"/>
              </p:ext>
            </p:extLst>
          </p:nvPr>
        </p:nvGraphicFramePr>
        <p:xfrm>
          <a:off x="432446" y="1142023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name="文档" r:id="rId4" imgW="3826872" imgH="383098" progId="Word.Document.12">
                  <p:embed/>
                </p:oleObj>
              </mc:Choice>
              <mc:Fallback>
                <p:oleObj name="文档" r:id="rId4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6" y="1142023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081194"/>
              </p:ext>
            </p:extLst>
          </p:nvPr>
        </p:nvGraphicFramePr>
        <p:xfrm>
          <a:off x="430213" y="2399993"/>
          <a:ext cx="11661775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3" name="文档" r:id="rId7" imgW="3837724" imgH="630644" progId="Word.Document.12">
                  <p:embed/>
                </p:oleObj>
              </mc:Choice>
              <mc:Fallback>
                <p:oleObj name="文档" r:id="rId7" imgW="3837724" imgH="6306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2399993"/>
                        <a:ext cx="11661775" cy="1903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4366855"/>
            <a:ext cx="2861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3455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207718"/>
              </p:ext>
            </p:extLst>
          </p:nvPr>
        </p:nvGraphicFramePr>
        <p:xfrm>
          <a:off x="504453" y="998007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文档" r:id="rId4" imgW="3826872" imgH="555960" progId="Word.Document.12">
                  <p:embed/>
                </p:oleObj>
              </mc:Choice>
              <mc:Fallback>
                <p:oleObj name="文档" r:id="rId4" imgW="3826872" imgH="555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98007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840006"/>
              </p:ext>
            </p:extLst>
          </p:nvPr>
        </p:nvGraphicFramePr>
        <p:xfrm>
          <a:off x="504825" y="2774950"/>
          <a:ext cx="1166177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文档" r:id="rId7" imgW="3837724" imgH="624154" progId="Word.Document.12">
                  <p:embed/>
                </p:oleObj>
              </mc:Choice>
              <mc:Fallback>
                <p:oleObj name="文档" r:id="rId7" imgW="3837724" imgH="6241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774950"/>
                        <a:ext cx="11661775" cy="188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5" y="4707231"/>
            <a:ext cx="356700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5246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389140"/>
              </p:ext>
            </p:extLst>
          </p:nvPr>
        </p:nvGraphicFramePr>
        <p:xfrm>
          <a:off x="432445" y="763259"/>
          <a:ext cx="10607329" cy="1959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8" name="文档" r:id="rId4" imgW="3477813" imgH="642543" progId="Word.Document.12">
                  <p:embed/>
                </p:oleObj>
              </mc:Choice>
              <mc:Fallback>
                <p:oleObj name="文档" r:id="rId4" imgW="3477813" imgH="6425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63259"/>
                        <a:ext cx="10607329" cy="1959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939996"/>
              </p:ext>
            </p:extLst>
          </p:nvPr>
        </p:nvGraphicFramePr>
        <p:xfrm>
          <a:off x="449404" y="2795960"/>
          <a:ext cx="10607329" cy="318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9" name="文档" r:id="rId7" imgW="3477813" imgH="1044944" progId="Word.Document.12">
                  <p:embed/>
                </p:oleObj>
              </mc:Choice>
              <mc:Fallback>
                <p:oleObj name="文档" r:id="rId7" imgW="3477813" imgH="10449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9404" y="2795960"/>
                        <a:ext cx="10607329" cy="318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94304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47</TotalTime>
  <Words>1077</Words>
  <Application>Microsoft Office PowerPoint</Application>
  <PresentationFormat>自定义</PresentationFormat>
  <Paragraphs>66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33</cp:revision>
  <dcterms:created xsi:type="dcterms:W3CDTF">2020-09-12T05:36:12Z</dcterms:created>
  <dcterms:modified xsi:type="dcterms:W3CDTF">2025-08-18T07:00:39Z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