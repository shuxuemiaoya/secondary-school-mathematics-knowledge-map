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9" r:id="rId10"/>
    <p:sldId id="737" r:id="rId11"/>
    <p:sldId id="750" r:id="rId12"/>
    <p:sldId id="760" r:id="rId13"/>
    <p:sldId id="761" r:id="rId14"/>
    <p:sldId id="762" r:id="rId15"/>
    <p:sldId id="754" r:id="rId16"/>
    <p:sldId id="763" r:id="rId17"/>
    <p:sldId id="764" r:id="rId18"/>
    <p:sldId id="765" r:id="rId19"/>
    <p:sldId id="766" r:id="rId20"/>
    <p:sldId id="767" r:id="rId21"/>
    <p:sldId id="768" r:id="rId22"/>
    <p:sldId id="755" r:id="rId23"/>
    <p:sldId id="769" r:id="rId24"/>
    <p:sldId id="770" r:id="rId25"/>
    <p:sldId id="771" r:id="rId26"/>
    <p:sldId id="747" r:id="rId27"/>
    <p:sldId id="751" r:id="rId28"/>
    <p:sldId id="772" r:id="rId29"/>
    <p:sldId id="773" r:id="rId30"/>
    <p:sldId id="774" r:id="rId31"/>
    <p:sldId id="775" r:id="rId32"/>
    <p:sldId id="748" r:id="rId33"/>
    <p:sldId id="752" r:id="rId34"/>
    <p:sldId id="776" r:id="rId35"/>
    <p:sldId id="777" r:id="rId36"/>
    <p:sldId id="778" r:id="rId37"/>
    <p:sldId id="779" r:id="rId38"/>
    <p:sldId id="735" r:id="rId3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6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2.docx"/><Relationship Id="rId3" Type="http://schemas.openxmlformats.org/officeDocument/2006/relationships/image" Target="../media/image15.jpe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6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8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0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2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3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4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0.emf"/><Relationship Id="rId5" Type="http://schemas.openxmlformats.org/officeDocument/2006/relationships/image" Target="../media/image28.emf"/><Relationship Id="rId10" Type="http://schemas.openxmlformats.org/officeDocument/2006/relationships/package" Target="../embeddings/Microsoft_Word___27.docx"/><Relationship Id="rId4" Type="http://schemas.openxmlformats.org/officeDocument/2006/relationships/package" Target="../embeddings/Microsoft_Word___25.docx"/><Relationship Id="rId9" Type="http://schemas.openxmlformats.org/officeDocument/2006/relationships/oleObject" Target="../embeddings/oleObject27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8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0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2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9.emf"/><Relationship Id="rId5" Type="http://schemas.openxmlformats.org/officeDocument/2006/relationships/image" Target="../media/image37.emf"/><Relationship Id="rId10" Type="http://schemas.openxmlformats.org/officeDocument/2006/relationships/package" Target="../embeddings/Microsoft_Word___36.docx"/><Relationship Id="rId4" Type="http://schemas.openxmlformats.org/officeDocument/2006/relationships/package" Target="../embeddings/Microsoft_Word___34.docx"/><Relationship Id="rId9" Type="http://schemas.openxmlformats.org/officeDocument/2006/relationships/oleObject" Target="../embeddings/oleObject36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7.bin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7.docx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33780"/>
            <a:ext cx="10807700" cy="171739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两角和与差的正弦、</a:t>
            </a:r>
            <a:r>
              <a:rPr lang="zh-CN" altLang="zh-CN" sz="4400" dirty="0" smtClean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余弦</a:t>
            </a:r>
            <a:r>
              <a:rPr lang="zh-CN" altLang="en-US" sz="4400" dirty="0" smtClean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4400" dirty="0" smtClean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正切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公式</a:t>
            </a:r>
            <a:endParaRPr lang="zh-CN" altLang="zh-CN" sz="4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两角差的余弦公式</a:t>
            </a:r>
            <a:endParaRPr lang="zh-CN" altLang="zh-CN" sz="4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89679"/>
            <a:ext cx="10729192" cy="4182224"/>
            <a:chOff x="360437" y="1074088"/>
            <a:chExt cx="10729192" cy="41822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74088"/>
              <a:ext cx="10729192" cy="4182224"/>
              <a:chOff x="360437" y="1704691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04691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56172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14906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经历推导两角差的余弦公式的过程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知道两角差的余弦公式的意义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熟记两角差的余弦公式的形式及符号特征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并能利用该公式进行求值、计算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体会逻辑推理的过程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两角差的余弦公式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我们知道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并观察该值是否与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053399"/>
              </p:ext>
            </p:extLst>
          </p:nvPr>
        </p:nvGraphicFramePr>
        <p:xfrm>
          <a:off x="452303" y="3740250"/>
          <a:ext cx="10607329" cy="1319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文档" r:id="rId4" imgW="3477813" imgH="432689" progId="Word.Document.12">
                  <p:embed/>
                </p:oleObj>
              </mc:Choice>
              <mc:Fallback>
                <p:oleObj name="文档" r:id="rId4" imgW="3477813" imgH="4326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303" y="3740250"/>
                        <a:ext cx="10607329" cy="1319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该值与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相等吗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25556"/>
              </p:ext>
            </p:extLst>
          </p:nvPr>
        </p:nvGraphicFramePr>
        <p:xfrm>
          <a:off x="422807" y="3104443"/>
          <a:ext cx="10607329" cy="1319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文档" r:id="rId4" imgW="3477813" imgH="432689" progId="Word.Document.12">
                  <p:embed/>
                </p:oleObj>
              </mc:Choice>
              <mc:Fallback>
                <p:oleObj name="文档" r:id="rId4" imgW="3477813" imgH="4326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807" y="3104443"/>
                        <a:ext cx="10607329" cy="1319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98803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5966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你能猜想出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的正弦、余弦值之间的关系吗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猜想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对任意角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β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baseline="-25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baseline="-25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此公式给出了任意角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的正弦、余弦与其差角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的余弦之间的关系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差角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的余弦公式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baseline="-25000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baseline="-25000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21293" y="3403767"/>
            <a:ext cx="367240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5016948" y="3867865"/>
            <a:ext cx="36682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202768" y="4536231"/>
            <a:ext cx="8021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198212" y="5000329"/>
            <a:ext cx="801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387056" y="4626268"/>
            <a:ext cx="97064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382595" y="5090366"/>
            <a:ext cx="9695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7960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935831"/>
            <a:ext cx="11814462" cy="3955907"/>
            <a:chOff x="361950" y="935831"/>
            <a:chExt cx="11814462" cy="395590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3583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9524911"/>
                </p:ext>
              </p:extLst>
            </p:nvPr>
          </p:nvGraphicFramePr>
          <p:xfrm>
            <a:off x="504453" y="2808039"/>
            <a:ext cx="11671959" cy="2083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文档" r:id="rId4" imgW="3826872" imgH="683180" progId="Word.Document.12">
                    <p:embed/>
                  </p:oleObj>
                </mc:Choice>
                <mc:Fallback>
                  <p:oleObj name="文档" r:id="rId4" imgW="3826872" imgH="68318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808039"/>
                          <a:ext cx="11671959" cy="20836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9001397" y="283992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073405" y="34028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081517" y="436127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6310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两</a:t>
            </a:r>
            <a:r>
              <a:rPr lang="zh-CN" altLang="zh-CN" dirty="0"/>
              <a:t>角差的余弦公式的简单应用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685208"/>
              </p:ext>
            </p:extLst>
          </p:nvPr>
        </p:nvGraphicFramePr>
        <p:xfrm>
          <a:off x="504453" y="1315535"/>
          <a:ext cx="10607329" cy="2611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文档" r:id="rId4" imgW="3477813" imgH="856364" progId="Word.Document.12">
                  <p:embed/>
                </p:oleObj>
              </mc:Choice>
              <mc:Fallback>
                <p:oleObj name="文档" r:id="rId4" imgW="3477813" imgH="8563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315535"/>
                        <a:ext cx="10607329" cy="2611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261677"/>
              </p:ext>
            </p:extLst>
          </p:nvPr>
        </p:nvGraphicFramePr>
        <p:xfrm>
          <a:off x="504452" y="4002561"/>
          <a:ext cx="10607329" cy="2363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文档" r:id="rId7" imgW="3477813" imgH="774874" progId="Word.Document.12">
                  <p:embed/>
                </p:oleObj>
              </mc:Choice>
              <mc:Fallback>
                <p:oleObj name="文档" r:id="rId7" imgW="3477813" imgH="7748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4002561"/>
                        <a:ext cx="10607329" cy="23633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649373"/>
              </p:ext>
            </p:extLst>
          </p:nvPr>
        </p:nvGraphicFramePr>
        <p:xfrm>
          <a:off x="504453" y="1295871"/>
          <a:ext cx="10607329" cy="364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文档" r:id="rId4" imgW="3477813" imgH="1194582" progId="Word.Document.12">
                  <p:embed/>
                </p:oleObj>
              </mc:Choice>
              <mc:Fallback>
                <p:oleObj name="文档" r:id="rId4" imgW="3477813" imgH="11945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95871"/>
                        <a:ext cx="10607329" cy="364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628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17235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两角差的余弦公式求值的一般思路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把非特殊角转化为特殊角的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正用公式直接求解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在转化过程中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先充分利用诱导公式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构造两角差的余弦公式的右边形式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再逆用公式求值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8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6587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求下列各式的值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(2)cos 46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16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46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16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(3)cos(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083560"/>
              </p:ext>
            </p:extLst>
          </p:nvPr>
        </p:nvGraphicFramePr>
        <p:xfrm>
          <a:off x="484188" y="2974983"/>
          <a:ext cx="11671300" cy="344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文档" r:id="rId4" imgW="3837724" imgH="1134727" progId="Word.Document.12">
                  <p:embed/>
                </p:oleObj>
              </mc:Choice>
              <mc:Fallback>
                <p:oleObj name="文档" r:id="rId4" imgW="3837724" imgH="11347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88" y="2974983"/>
                        <a:ext cx="11671300" cy="344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54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给</a:t>
            </a:r>
            <a:r>
              <a:rPr lang="zh-CN" altLang="zh-CN" dirty="0"/>
              <a:t>值</a:t>
            </a:r>
            <a:r>
              <a:rPr lang="en-US" altLang="zh-CN" dirty="0"/>
              <a:t>(</a:t>
            </a:r>
            <a:r>
              <a:rPr lang="zh-CN" altLang="zh-CN" dirty="0"/>
              <a:t>式</a:t>
            </a:r>
            <a:r>
              <a:rPr lang="en-US" altLang="zh-CN" dirty="0"/>
              <a:t>)</a:t>
            </a:r>
            <a:r>
              <a:rPr lang="zh-CN" altLang="zh-CN" dirty="0"/>
              <a:t>求值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708486"/>
              </p:ext>
            </p:extLst>
          </p:nvPr>
        </p:nvGraphicFramePr>
        <p:xfrm>
          <a:off x="432445" y="1564239"/>
          <a:ext cx="11671959" cy="1428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文档" r:id="rId4" imgW="3826872" imgH="468271" progId="Word.Document.12">
                  <p:embed/>
                </p:oleObj>
              </mc:Choice>
              <mc:Fallback>
                <p:oleObj name="文档" r:id="rId4" imgW="3826872" imgH="4682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64239"/>
                        <a:ext cx="11671959" cy="1428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878357"/>
              </p:ext>
            </p:extLst>
          </p:nvPr>
        </p:nvGraphicFramePr>
        <p:xfrm>
          <a:off x="432444" y="3090036"/>
          <a:ext cx="11671959" cy="224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文档" r:id="rId7" imgW="3826872" imgH="737087" progId="Word.Document.12">
                  <p:embed/>
                </p:oleObj>
              </mc:Choice>
              <mc:Fallback>
                <p:oleObj name="文档" r:id="rId7" imgW="3826872" imgH="7370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090036"/>
                        <a:ext cx="11671959" cy="2248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141329"/>
              </p:ext>
            </p:extLst>
          </p:nvPr>
        </p:nvGraphicFramePr>
        <p:xfrm>
          <a:off x="504453" y="873655"/>
          <a:ext cx="11671959" cy="4857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文档" r:id="rId4" imgW="3826872" imgH="1592769" progId="Word.Document.12">
                  <p:embed/>
                </p:oleObj>
              </mc:Choice>
              <mc:Fallback>
                <p:oleObj name="文档" r:id="rId4" imgW="3826872" imgH="15927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73655"/>
                        <a:ext cx="11671959" cy="4857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43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755056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558289"/>
              </p:ext>
            </p:extLst>
          </p:nvPr>
        </p:nvGraphicFramePr>
        <p:xfrm>
          <a:off x="360437" y="1331120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文档" r:id="rId5" imgW="3837724" imgH="242666" progId="Word.Document.12">
                  <p:embed/>
                </p:oleObj>
              </mc:Choice>
              <mc:Fallback>
                <p:oleObj name="文档" r:id="rId5" imgW="3837724" imgH="2426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437" y="1331120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414386"/>
              </p:ext>
            </p:extLst>
          </p:nvPr>
        </p:nvGraphicFramePr>
        <p:xfrm>
          <a:off x="360437" y="2136369"/>
          <a:ext cx="11671959" cy="3676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文档" r:id="rId8" imgW="3826872" imgH="1205358" progId="Word.Document.12">
                  <p:embed/>
                </p:oleObj>
              </mc:Choice>
              <mc:Fallback>
                <p:oleObj name="文档" r:id="rId8" imgW="3826872" imgH="12053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0437" y="2136369"/>
                        <a:ext cx="11671959" cy="3676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442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101066"/>
              </p:ext>
            </p:extLst>
          </p:nvPr>
        </p:nvGraphicFramePr>
        <p:xfrm>
          <a:off x="432445" y="904528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文档" r:id="rId4" imgW="3837724" imgH="242666" progId="Word.Document.12">
                  <p:embed/>
                </p:oleObj>
              </mc:Choice>
              <mc:Fallback>
                <p:oleObj name="文档" r:id="rId4" imgW="3837724" imgH="2426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04528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674552"/>
              </p:ext>
            </p:extLst>
          </p:nvPr>
        </p:nvGraphicFramePr>
        <p:xfrm>
          <a:off x="432445" y="1726112"/>
          <a:ext cx="11671959" cy="3693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文档" r:id="rId7" imgW="3826872" imgH="1211108" progId="Word.Document.12">
                  <p:embed/>
                </p:oleObj>
              </mc:Choice>
              <mc:Fallback>
                <p:oleObj name="文档" r:id="rId7" imgW="3826872" imgH="1211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1726112"/>
                        <a:ext cx="11671959" cy="3693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028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83336"/>
            <a:ext cx="11814462" cy="4272975"/>
            <a:chOff x="361950" y="898312"/>
            <a:chExt cx="11814462" cy="427297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98312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给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值求值的解题策略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找角的差异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已知某些角的三角函数值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求另外一些角的三角函数值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要注意观察已知角与所求表达式中角的差异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拆角与凑角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根据需要灵活地进行拆角或凑角的变换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常见角的变换有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9968862"/>
                </p:ext>
              </p:extLst>
            </p:nvPr>
          </p:nvGraphicFramePr>
          <p:xfrm>
            <a:off x="504453" y="4474164"/>
            <a:ext cx="11671959" cy="697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name="文档" r:id="rId4" imgW="3826872" imgH="228565" progId="Word.Document.12">
                    <p:embed/>
                  </p:oleObj>
                </mc:Choice>
                <mc:Fallback>
                  <p:oleObj name="文档" r:id="rId4" imgW="3826872" imgH="22856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4474164"/>
                          <a:ext cx="11671959" cy="6971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120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046045"/>
              </p:ext>
            </p:extLst>
          </p:nvPr>
        </p:nvGraphicFramePr>
        <p:xfrm>
          <a:off x="576461" y="2086648"/>
          <a:ext cx="11671959" cy="122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文档" r:id="rId4" imgW="3826872" imgH="401786" progId="Word.Document.12">
                  <p:embed/>
                </p:oleObj>
              </mc:Choice>
              <mc:Fallback>
                <p:oleObj name="文档" r:id="rId4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2086648"/>
                        <a:ext cx="11671959" cy="122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711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010704"/>
              </p:ext>
            </p:extLst>
          </p:nvPr>
        </p:nvGraphicFramePr>
        <p:xfrm>
          <a:off x="504453" y="711749"/>
          <a:ext cx="11671959" cy="5519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文档" r:id="rId4" imgW="3826872" imgH="1809834" progId="Word.Document.12">
                  <p:embed/>
                </p:oleObj>
              </mc:Choice>
              <mc:Fallback>
                <p:oleObj name="文档" r:id="rId4" imgW="3826872" imgH="18098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11749"/>
                        <a:ext cx="11671959" cy="5519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768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</a:t>
            </a:r>
            <a:r>
              <a:rPr lang="zh-CN" altLang="en-US" dirty="0" smtClean="0"/>
              <a:t>三  给</a:t>
            </a:r>
            <a:r>
              <a:rPr lang="zh-CN" altLang="en-US" dirty="0"/>
              <a:t>值求角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42669"/>
              </p:ext>
            </p:extLst>
          </p:nvPr>
        </p:nvGraphicFramePr>
        <p:xfrm>
          <a:off x="216421" y="1305703"/>
          <a:ext cx="11671959" cy="781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文档" r:id="rId4" imgW="3826872" imgH="256237" progId="Word.Document.12">
                  <p:embed/>
                </p:oleObj>
              </mc:Choice>
              <mc:Fallback>
                <p:oleObj name="文档" r:id="rId4" imgW="3826872" imgH="256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305703"/>
                        <a:ext cx="11671959" cy="781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12713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本题可先求出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再求出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753562"/>
              </p:ext>
            </p:extLst>
          </p:nvPr>
        </p:nvGraphicFramePr>
        <p:xfrm>
          <a:off x="412781" y="3364439"/>
          <a:ext cx="11671959" cy="298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文档" r:id="rId7" imgW="3826872" imgH="978949" progId="Word.Document.12">
                  <p:embed/>
                </p:oleObj>
              </mc:Choice>
              <mc:Fallback>
                <p:oleObj name="文档" r:id="rId7" imgW="3826872" imgH="978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2781" y="3364439"/>
                        <a:ext cx="11671959" cy="2985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给值求角问题的一般步骤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求角的某一个三角函数值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确定角的取值范围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根据角的取值范围写出所求的角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35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206517"/>
              </p:ext>
            </p:extLst>
          </p:nvPr>
        </p:nvGraphicFramePr>
        <p:xfrm>
          <a:off x="216421" y="831908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文档" r:id="rId4" imgW="3826872" imgH="228565" progId="Word.Document.12">
                  <p:embed/>
                </p:oleObj>
              </mc:Choice>
              <mc:Fallback>
                <p:oleObj name="文档" r:id="rId4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831908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843302"/>
              </p:ext>
            </p:extLst>
          </p:nvPr>
        </p:nvGraphicFramePr>
        <p:xfrm>
          <a:off x="360437" y="1653492"/>
          <a:ext cx="11671959" cy="406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文档" r:id="rId7" imgW="3826872" imgH="1332578" progId="Word.Document.12">
                  <p:embed/>
                </p:oleObj>
              </mc:Choice>
              <mc:Fallback>
                <p:oleObj name="文档" r:id="rId7" imgW="3826872" imgH="13325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1653492"/>
                        <a:ext cx="11671959" cy="406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448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646798"/>
              </p:ext>
            </p:extLst>
          </p:nvPr>
        </p:nvGraphicFramePr>
        <p:xfrm>
          <a:off x="504453" y="1583903"/>
          <a:ext cx="11671959" cy="3055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文档" r:id="rId4" imgW="3826872" imgH="1001949" progId="Word.Document.12">
                  <p:embed/>
                </p:oleObj>
              </mc:Choice>
              <mc:Fallback>
                <p:oleObj name="文档" r:id="rId4" imgW="3826872" imgH="1001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583903"/>
                        <a:ext cx="11671959" cy="3055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312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6047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忽略三角形内角之间的关系致错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755661"/>
              </p:ext>
            </p:extLst>
          </p:nvPr>
        </p:nvGraphicFramePr>
        <p:xfrm>
          <a:off x="365323" y="1572814"/>
          <a:ext cx="11671959" cy="404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文档" r:id="rId4" imgW="3826872" imgH="1325750" progId="Word.Document.12">
                  <p:embed/>
                </p:oleObj>
              </mc:Choice>
              <mc:Fallback>
                <p:oleObj name="文档" r:id="rId4" imgW="3826872" imgH="13257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323" y="1572814"/>
                        <a:ext cx="11671959" cy="404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704680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上述求解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忽视了隐含条件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导致增解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617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587147"/>
              </p:ext>
            </p:extLst>
          </p:nvPr>
        </p:nvGraphicFramePr>
        <p:xfrm>
          <a:off x="576461" y="1151855"/>
          <a:ext cx="11671959" cy="3863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4" imgW="3826872" imgH="1266812" progId="Word.Document.12">
                  <p:embed/>
                </p:oleObj>
              </mc:Choice>
              <mc:Fallback>
                <p:oleObj name="文档" r:id="rId4" imgW="3826872" imgH="12668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151855"/>
                        <a:ext cx="11671959" cy="3863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01841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涉及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三角形的内角问题时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注意内角和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A+B+C=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这一隐含条件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尤其是由内角的正弦值确定角的大小时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要防止出现增解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047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905584"/>
              </p:ext>
            </p:extLst>
          </p:nvPr>
        </p:nvGraphicFramePr>
        <p:xfrm>
          <a:off x="288429" y="874056"/>
          <a:ext cx="11671959" cy="122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" name="文档" r:id="rId4" imgW="3826872" imgH="401786" progId="Word.Document.12">
                  <p:embed/>
                </p:oleObj>
              </mc:Choice>
              <mc:Fallback>
                <p:oleObj name="文档" r:id="rId4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874056"/>
                        <a:ext cx="11671959" cy="122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724639"/>
              </p:ext>
            </p:extLst>
          </p:nvPr>
        </p:nvGraphicFramePr>
        <p:xfrm>
          <a:off x="288428" y="2174671"/>
          <a:ext cx="11671959" cy="2803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文档" r:id="rId7" imgW="3826872" imgH="919292" progId="Word.Document.12">
                  <p:embed/>
                </p:oleObj>
              </mc:Choice>
              <mc:Fallback>
                <p:oleObj name="文档" r:id="rId7" imgW="3826872" imgH="9192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8" y="2174671"/>
                        <a:ext cx="11671959" cy="28038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08003"/>
              </p:ext>
            </p:extLst>
          </p:nvPr>
        </p:nvGraphicFramePr>
        <p:xfrm>
          <a:off x="288427" y="5053680"/>
          <a:ext cx="11671959" cy="64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文档" r:id="rId10" imgW="3826872" imgH="211315" progId="Word.Document.12">
                  <p:embed/>
                </p:oleObj>
              </mc:Choice>
              <mc:Fallback>
                <p:oleObj name="文档" r:id="rId10" imgW="3826872" imgH="211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8427" y="5053680"/>
                        <a:ext cx="11671959" cy="644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68894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920193"/>
              </p:ext>
            </p:extLst>
          </p:nvPr>
        </p:nvGraphicFramePr>
        <p:xfrm>
          <a:off x="464040" y="935831"/>
          <a:ext cx="11671959" cy="1483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文档" r:id="rId4" imgW="3826872" imgH="486240" progId="Word.Document.12">
                  <p:embed/>
                </p:oleObj>
              </mc:Choice>
              <mc:Fallback>
                <p:oleObj name="文档" r:id="rId4" imgW="3826872" imgH="4862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4040" y="935831"/>
                        <a:ext cx="11671959" cy="1483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420339"/>
              </p:ext>
            </p:extLst>
          </p:nvPr>
        </p:nvGraphicFramePr>
        <p:xfrm>
          <a:off x="464040" y="2520007"/>
          <a:ext cx="11671959" cy="2211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文档" r:id="rId7" imgW="3826872" imgH="725227" progId="Word.Document.12">
                  <p:embed/>
                </p:oleObj>
              </mc:Choice>
              <mc:Fallback>
                <p:oleObj name="文档" r:id="rId7" imgW="3826872" imgH="7252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040" y="2520007"/>
                        <a:ext cx="11671959" cy="2211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0101" y="484141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043846"/>
              </p:ext>
            </p:extLst>
          </p:nvPr>
        </p:nvGraphicFramePr>
        <p:xfrm>
          <a:off x="504453" y="766850"/>
          <a:ext cx="10607329" cy="2197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文档" r:id="rId4" imgW="3477813" imgH="720427" progId="Word.Document.12">
                  <p:embed/>
                </p:oleObj>
              </mc:Choice>
              <mc:Fallback>
                <p:oleObj name="文档" r:id="rId4" imgW="3477813" imgH="7204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66850"/>
                        <a:ext cx="10607329" cy="2197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904846"/>
              </p:ext>
            </p:extLst>
          </p:nvPr>
        </p:nvGraphicFramePr>
        <p:xfrm>
          <a:off x="504453" y="3031383"/>
          <a:ext cx="10607329" cy="2256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文档" r:id="rId7" imgW="3477813" imgH="739898" progId="Word.Document.12">
                  <p:embed/>
                </p:oleObj>
              </mc:Choice>
              <mc:Fallback>
                <p:oleObj name="文档" r:id="rId7" imgW="3477813" imgH="739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031383"/>
                        <a:ext cx="10607329" cy="22566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0437" y="535530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441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295871"/>
            <a:ext cx="10807700" cy="643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195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1954889"/>
            <a:ext cx="12262000" cy="1861262"/>
            <a:chOff x="361950" y="2130610"/>
            <a:chExt cx="12262000" cy="1861262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130610"/>
              <a:ext cx="10807700" cy="18258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原式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sin(180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cos(75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7986722"/>
                </p:ext>
              </p:extLst>
            </p:nvPr>
          </p:nvGraphicFramePr>
          <p:xfrm>
            <a:off x="2016621" y="3292431"/>
            <a:ext cx="10607329" cy="699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8" name="文档" r:id="rId4" imgW="3477813" imgH="229325" progId="Word.Document.12">
                    <p:embed/>
                  </p:oleObj>
                </mc:Choice>
                <mc:Fallback>
                  <p:oleObj name="文档" r:id="rId4" imgW="3477813" imgH="22932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016621" y="3292431"/>
                          <a:ext cx="10607329" cy="6994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324328"/>
              </p:ext>
            </p:extLst>
          </p:nvPr>
        </p:nvGraphicFramePr>
        <p:xfrm>
          <a:off x="410292" y="3898966"/>
          <a:ext cx="10607329" cy="699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文档" r:id="rId7" imgW="3477813" imgH="229325" progId="Word.Document.12">
                  <p:embed/>
                </p:oleObj>
              </mc:Choice>
              <mc:Fallback>
                <p:oleObj name="文档" r:id="rId7" imgW="3477813" imgH="229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292" y="3898966"/>
                        <a:ext cx="10607329" cy="699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130330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185638"/>
              </p:ext>
            </p:extLst>
          </p:nvPr>
        </p:nvGraphicFramePr>
        <p:xfrm>
          <a:off x="576461" y="916167"/>
          <a:ext cx="10607329" cy="73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4" imgW="3477813" imgH="239782" progId="Word.Document.12">
                  <p:embed/>
                </p:oleObj>
              </mc:Choice>
              <mc:Fallback>
                <p:oleObj name="文档" r:id="rId4" imgW="3477813" imgH="2397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916167"/>
                        <a:ext cx="10607329" cy="73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12111"/>
              </p:ext>
            </p:extLst>
          </p:nvPr>
        </p:nvGraphicFramePr>
        <p:xfrm>
          <a:off x="576460" y="1727919"/>
          <a:ext cx="10607329" cy="281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文档" r:id="rId7" imgW="3477813" imgH="924512" progId="Word.Document.12">
                  <p:embed/>
                </p:oleObj>
              </mc:Choice>
              <mc:Fallback>
                <p:oleObj name="文档" r:id="rId7" imgW="3477813" imgH="9245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0" y="1727919"/>
                        <a:ext cx="10607329" cy="281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219696"/>
              </p:ext>
            </p:extLst>
          </p:nvPr>
        </p:nvGraphicFramePr>
        <p:xfrm>
          <a:off x="576460" y="4671847"/>
          <a:ext cx="10607329" cy="780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文档" r:id="rId10" imgW="3477813" imgH="256008" progId="Word.Document.12">
                  <p:embed/>
                </p:oleObj>
              </mc:Choice>
              <mc:Fallback>
                <p:oleObj name="文档" r:id="rId10" imgW="3477813" imgH="2560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6460" y="4671847"/>
                        <a:ext cx="10607329" cy="780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18760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764735"/>
              </p:ext>
            </p:extLst>
          </p:nvPr>
        </p:nvGraphicFramePr>
        <p:xfrm>
          <a:off x="410292" y="680479"/>
          <a:ext cx="10607329" cy="784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文档" r:id="rId4" imgW="3477813" imgH="257089" progId="Word.Document.12">
                  <p:embed/>
                </p:oleObj>
              </mc:Choice>
              <mc:Fallback>
                <p:oleObj name="文档" r:id="rId4" imgW="3477813" imgH="2570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0292" y="680479"/>
                        <a:ext cx="10607329" cy="784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581905"/>
              </p:ext>
            </p:extLst>
          </p:nvPr>
        </p:nvGraphicFramePr>
        <p:xfrm>
          <a:off x="410292" y="1490796"/>
          <a:ext cx="10607329" cy="4865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文档" r:id="rId7" imgW="3477813" imgH="1595180" progId="Word.Document.12">
                  <p:embed/>
                </p:oleObj>
              </mc:Choice>
              <mc:Fallback>
                <p:oleObj name="文档" r:id="rId7" imgW="3477813" imgH="15951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292" y="1490796"/>
                        <a:ext cx="10607329" cy="4865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89355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32</TotalTime>
  <Words>725</Words>
  <Application>Microsoft Office PowerPoint</Application>
  <PresentationFormat>自定义</PresentationFormat>
  <Paragraphs>56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5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17</cp:revision>
  <dcterms:created xsi:type="dcterms:W3CDTF">2020-09-12T05:36:12Z</dcterms:created>
  <dcterms:modified xsi:type="dcterms:W3CDTF">2025-08-18T06:39:28Z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