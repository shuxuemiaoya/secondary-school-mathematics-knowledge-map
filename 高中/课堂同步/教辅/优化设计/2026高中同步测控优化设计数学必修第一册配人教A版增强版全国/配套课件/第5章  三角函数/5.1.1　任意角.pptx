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82" r:id="rId9"/>
    <p:sldId id="757" r:id="rId10"/>
    <p:sldId id="783" r:id="rId11"/>
    <p:sldId id="758" r:id="rId12"/>
    <p:sldId id="759" r:id="rId13"/>
    <p:sldId id="760" r:id="rId14"/>
    <p:sldId id="761" r:id="rId15"/>
    <p:sldId id="763" r:id="rId16"/>
    <p:sldId id="737" r:id="rId17"/>
    <p:sldId id="750" r:id="rId18"/>
    <p:sldId id="764" r:id="rId19"/>
    <p:sldId id="765" r:id="rId20"/>
    <p:sldId id="754" r:id="rId21"/>
    <p:sldId id="766" r:id="rId22"/>
    <p:sldId id="767" r:id="rId23"/>
    <p:sldId id="768" r:id="rId24"/>
    <p:sldId id="769" r:id="rId25"/>
    <p:sldId id="755" r:id="rId26"/>
    <p:sldId id="770" r:id="rId27"/>
    <p:sldId id="771" r:id="rId28"/>
    <p:sldId id="773" r:id="rId29"/>
    <p:sldId id="774" r:id="rId30"/>
    <p:sldId id="747" r:id="rId31"/>
    <p:sldId id="751" r:id="rId32"/>
    <p:sldId id="775" r:id="rId33"/>
    <p:sldId id="776" r:id="rId34"/>
    <p:sldId id="777" r:id="rId35"/>
    <p:sldId id="784" r:id="rId36"/>
    <p:sldId id="785" r:id="rId37"/>
    <p:sldId id="748" r:id="rId38"/>
    <p:sldId id="752" r:id="rId39"/>
    <p:sldId id="778" r:id="rId40"/>
    <p:sldId id="786" r:id="rId41"/>
    <p:sldId id="779" r:id="rId42"/>
    <p:sldId id="780" r:id="rId43"/>
    <p:sldId id="781" r:id="rId44"/>
    <p:sldId id="735" r:id="rId45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44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30.xml"/><Relationship Id="rId4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1.docx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2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3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4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5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6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20007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5.1.1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任意角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了解任意角的概念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能正确区分正角、负角和零角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掌握象限角的概念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并会用集合表示象限角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掌握终边相同的角的含义及其表示方法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并能判断角所在的位置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想象与数学运算素养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9946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一、角的相关概念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将射线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绕着端点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旋转到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请问有几种旋转方向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有顺时针和逆时针两种旋转方向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先将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顺时针旋转到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形成角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顺时针旋转到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形成角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的终边对应的角是多少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的终边对应的角是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43111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一条射线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绕其端点按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逆时针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方向旋转形成的角叫做正角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按顺时针方向旋转形成的角叫做负角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如果一条射线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没有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做任何旋转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就称它形成了一个零角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零角的始边与终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边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重合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任意角包括正角、负角和零角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规定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是任意两个角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的终边旋转角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这时终边所对应的角是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把射线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绕端点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按不同方向旋转相同的量所成的两个角叫做互为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相反角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的相反角记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角的减法可以转化为角的加法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38537" y="690584"/>
            <a:ext cx="1641253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234365" y="1101363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904707" y="690584"/>
            <a:ext cx="1233097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4900303" y="1101363"/>
            <a:ext cx="12317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557797" y="1177998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9553207" y="164209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57221" y="235447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52631" y="281857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882876" y="4153973"/>
            <a:ext cx="66296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878241" y="4618071"/>
            <a:ext cx="662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509919" y="5256311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505574" y="5720409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928622" y="5286830"/>
            <a:ext cx="54790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6923923" y="5750928"/>
            <a:ext cx="5472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691675" y="5893625"/>
            <a:ext cx="11522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686976" y="6357723"/>
            <a:ext cx="1150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479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ChangeAspect="1"/>
          </p:cNvSpPr>
          <p:nvPr/>
        </p:nvSpPr>
        <p:spPr>
          <a:xfrm>
            <a:off x="361950" y="202303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角的终边按顺时针方向旋转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所得的角为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角的终边按逆时针方向旋转一周后的角为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395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997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二、象限角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角的三要素是什么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顶点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、始边和终边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使角的顶点与平面直角坐标系的原点重合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角的始边与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轴的非负半轴重合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则角的终边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除端点外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可能落在什么位置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边可能落在坐标轴上或四个象限内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6159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平面直角坐标系内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使角的顶点与原点重合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角的始边与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轴的非负半轴重合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角的终边在第几象限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就说这个角是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第几象限角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如果角的终边在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坐标轴上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那么就认为这个角不属于任何一个象限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9118" y="3040723"/>
            <a:ext cx="20229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65125" y="3504821"/>
            <a:ext cx="20206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459186" y="3029965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455014" y="3494063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1379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6231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的角是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锐角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钝角是第二象限角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第二象限角是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钝角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直角不属于任何象限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的角包含负角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因为钝角的范围是大于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所以钝角是第二象限角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第二象限角不一定是钝角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是第二象限角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不是钝角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因为直角的终边落在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轴的非负半轴上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所以直角不属于任何象限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03322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6203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   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、终边相同的角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角的终边是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请回答下列问题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角的终边与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角的终边有什么关系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,420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角分别相差多少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故它们与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角分别相差了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个周角及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个周角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如何表示与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角终边相同的角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NMG1TRA01.eps" descr="id:214750676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9369450" y="2567295"/>
            <a:ext cx="1800200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1359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60644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终边相同的角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连同角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可构成一个集合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即任一与角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终边相同的角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都可以表示成角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与整数个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周角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象限角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终边在第一象限的角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终边在第二象限的角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终边在第三象限的角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270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终边在第四象限的角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65427" y="180365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960837" y="226775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26669" y="4163805"/>
            <a:ext cx="66967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922079" y="4627903"/>
            <a:ext cx="66891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24337" y="5318487"/>
            <a:ext cx="686275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919747" y="5782585"/>
            <a:ext cx="68549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34090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03783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角的终边相同的角的集合是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263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263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263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角的终边相同的角的集合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97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263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506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31143"/>
            <a:ext cx="10807700" cy="47804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角是第四象限角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终边相同的角不一定相等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但相等的角终边一定相同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终边相同的角有无数个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它们相差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的整数倍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终边相同的角的表示不唯一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始边与终边重合的角是零角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86820" y="273648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369549" y="328115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721477" y="388815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193085" y="446422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93085" y="507871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67060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任意</a:t>
            </a:r>
            <a:r>
              <a:rPr lang="zh-CN" altLang="zh-CN" dirty="0"/>
              <a:t>角的概念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521685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端点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与原点重合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轴正方向相同的射线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绕端点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逆时针旋转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到射线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的位置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接着再顺时针旋转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的位置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的度数为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画出的简图如图所示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由图可知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AOC=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AOB+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BOC=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的度数为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NMG1TRA02.eps" descr="id:214750678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569349" y="3297489"/>
            <a:ext cx="2600301" cy="240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023033"/>
            <a:ext cx="10807700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角的概念推广后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确定角的关键是明确旋转的方向和旋转的大小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画图分析有助于培养直观想象素养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63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35831"/>
            <a:ext cx="10807700" cy="418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写出下列说法所表示的角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顺时针拧螺丝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将时钟拨慢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分针转过的角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顺时针拧螺丝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圈即螺丝顺时针旋转了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因此所表示的角为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拨慢时钟需将分针按逆时针方向旋转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因此将时钟拨慢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分针转过的角为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9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象限角</a:t>
            </a:r>
            <a:r>
              <a:rPr lang="zh-CN" altLang="zh-CN" dirty="0"/>
              <a:t>与终边相同的角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943943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2 024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改写成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Z,0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的形式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并指出它是第几象限角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终边相同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720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37116"/>
            <a:ext cx="10807700" cy="59627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÷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……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所以取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是第三象限角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为第三象限角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=k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496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不满足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136</a:t>
            </a:r>
            <a:r>
              <a:rPr lang="en-US" altLang="zh-CN" dirty="0" smtClean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584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944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720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不满足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综上可知角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的值为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136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,224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584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11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2023033"/>
            <a:ext cx="10807700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把任意角化为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+k·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的形式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关键是确定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可以用观察法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的绝对值较小时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仿宋" panose="02010609060101010101" pitchFamily="49" charset="-122"/>
                <a:cs typeface="Times New Roman" panose="02020603050405020304" pitchFamily="18" charset="0"/>
              </a:rPr>
              <a:t>也可用除法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04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990330"/>
            <a:ext cx="10807700" cy="18258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2 235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终边相同的角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并指出角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是第几象限角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范围内与角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终边相同的角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5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667463"/>
            <a:ext cx="11762118" cy="5587128"/>
            <a:chOff x="361950" y="647799"/>
            <a:chExt cx="11762118" cy="558712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241675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235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360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所以与角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终边相同的角的集合为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S=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=k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·360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Z},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且角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是第一象限角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360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080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360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·360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75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080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Z),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7223902"/>
                </p:ext>
              </p:extLst>
            </p:nvPr>
          </p:nvGraphicFramePr>
          <p:xfrm>
            <a:off x="452109" y="3025223"/>
            <a:ext cx="11671959" cy="697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文档" r:id="rId4" imgW="3826872" imgH="228565" progId="Word.Document.12">
                    <p:embed/>
                  </p:oleObj>
                </mc:Choice>
                <mc:Fallback>
                  <p:oleObj name="文档" r:id="rId4" imgW="3826872" imgH="22856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2109" y="3025223"/>
                          <a:ext cx="11671959" cy="6971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3818175"/>
              <a:ext cx="10807700" cy="241675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又因为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Z,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435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795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综上所述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与角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终边相同且在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360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°≤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080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范围内的角有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435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795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79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区域</a:t>
            </a:r>
            <a:r>
              <a:rPr lang="zh-CN" altLang="zh-CN" dirty="0"/>
              <a:t>角的表示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678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的终边在如图所示的阴影内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4905181"/>
            <a:ext cx="10807700" cy="12348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题图可知角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的取值集合为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NMG1TRA04.eps" descr="id:214749730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88829" y="2528917"/>
            <a:ext cx="3024336" cy="233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690311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190036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若将本例图形改为如图所示的图形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NMG1TRA03.eps" descr="id:2147497320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7057181" y="1829842"/>
            <a:ext cx="2448272" cy="3034477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4438602"/>
            <a:ext cx="10807700" cy="18258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轴上方部分的角的集合为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43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857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轴下方部分的角的集合为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的取值集合是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38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35875"/>
            <a:ext cx="10807700" cy="47804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若将本例图形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右面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阴影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在第一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、三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象限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象限角的表示可知角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的取值集合是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1)·180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1)·180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NMG1TRA05.eps" descr="id:214750683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497341" y="1511895"/>
            <a:ext cx="2736304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52207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表示区域角的三个步骤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第一步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根据图形按逆时针的方向找到区域的起始和终止边界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第二步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按由小到大分别标出起始和终止边界对应的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范围内的角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写出最简区间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第三步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起始、终止边界对应角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再加上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即得区域角集合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48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95508"/>
              </p:ext>
            </p:extLst>
          </p:nvPr>
        </p:nvGraphicFramePr>
        <p:xfrm>
          <a:off x="220663" y="951749"/>
          <a:ext cx="11645900" cy="454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文档" r:id="rId4" imgW="3826872" imgH="1496815" progId="Word.Document.12">
                  <p:embed/>
                </p:oleObj>
              </mc:Choice>
              <mc:Fallback>
                <p:oleObj name="文档" r:id="rId4" imgW="3826872" imgH="14968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663" y="951749"/>
                        <a:ext cx="11645900" cy="4540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8817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致错原因是把第二象限角误认为是大于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而小于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第二象限角应该是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·360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283714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由题意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是第三、第四象限角或终边落在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轴的非正半轴上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Z),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89227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349695"/>
              </p:ext>
            </p:extLst>
          </p:nvPr>
        </p:nvGraphicFramePr>
        <p:xfrm>
          <a:off x="576461" y="719807"/>
          <a:ext cx="11671959" cy="556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文档" r:id="rId4" imgW="3826872" imgH="1824209" progId="Word.Document.12">
                  <p:embed/>
                </p:oleObj>
              </mc:Choice>
              <mc:Fallback>
                <p:oleObj name="文档" r:id="rId4" imgW="3826872" imgH="18242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719807"/>
                        <a:ext cx="11671959" cy="5563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61926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218120" y="1511895"/>
            <a:ext cx="18325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3200" b="1" dirty="0" smtClean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sz="3200" b="1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100616"/>
              </p:ext>
            </p:extLst>
          </p:nvPr>
        </p:nvGraphicFramePr>
        <p:xfrm>
          <a:off x="315913" y="2208014"/>
          <a:ext cx="10583862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文档" r:id="rId4" imgW="3467489" imgH="780212" progId="Word.Document.12">
                  <p:embed/>
                </p:oleObj>
              </mc:Choice>
              <mc:Fallback>
                <p:oleObj name="文档" r:id="rId4" imgW="3467489" imgH="780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5913" y="2208014"/>
                        <a:ext cx="10583862" cy="237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078170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943943"/>
            <a:ext cx="10860845" cy="1808572"/>
            <a:chOff x="361950" y="1556928"/>
            <a:chExt cx="10860845" cy="180857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是第三象限角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第一或第二象限角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B.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第一或第三象限角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第二或第四象限角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D.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第三或第四象限角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0883268"/>
                </p:ext>
              </p:extLst>
            </p:nvPr>
          </p:nvGraphicFramePr>
          <p:xfrm>
            <a:off x="2428611" y="1556928"/>
            <a:ext cx="8794184" cy="653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" name="文档" r:id="rId4" imgW="3837724" imgH="285214" progId="Word.Document.12">
                    <p:embed/>
                  </p:oleObj>
                </mc:Choice>
                <mc:Fallback>
                  <p:oleObj name="文档" r:id="rId4" imgW="3837724" imgH="28521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428611" y="1556928"/>
                          <a:ext cx="8794184" cy="6535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657308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329570"/>
              </p:ext>
            </p:extLst>
          </p:nvPr>
        </p:nvGraphicFramePr>
        <p:xfrm>
          <a:off x="504453" y="709975"/>
          <a:ext cx="10607329" cy="4912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文档" r:id="rId4" imgW="3477813" imgH="1613930" progId="Word.Document.12">
                  <p:embed/>
                </p:oleObj>
              </mc:Choice>
              <mc:Fallback>
                <p:oleObj name="文档" r:id="rId4" imgW="3477813" imgH="16139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09975"/>
                        <a:ext cx="10607329" cy="4912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32445" y="566869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35622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4930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将射线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绕端点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按逆时针方向旋转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所得的角为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　　　　　　　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D.240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NMG1TRA06.eps" descr="id:214750687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797" y="1846056"/>
            <a:ext cx="3168352" cy="29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54519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是第二象限角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第一象限角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第二象限角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第三象限角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第四象限角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是第一象限角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26709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7193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885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化为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885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195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195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195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58535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78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的终边在阴影范围内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不包含边界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的取值集合是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u="sng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				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NMG1TRA07.eps" descr="id:214750688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464893" y="2123608"/>
            <a:ext cx="237626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9818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774306"/>
            <a:ext cx="10807700" cy="18258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找出与下列各角终边相同的角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并判断它们是第几象限的角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(2)640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93044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88219"/>
            <a:ext cx="10807700" cy="47804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终边相同的角的集合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终边相同的角是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它是第三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象限角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终边相同的角的集合为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640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终边相同的角为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它是第四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象限角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1596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41</TotalTime>
  <Words>2365</Words>
  <Application>Microsoft Office PowerPoint</Application>
  <PresentationFormat>自定义</PresentationFormat>
  <Paragraphs>174</Paragraphs>
  <Slides>44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1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20</cp:revision>
  <dcterms:created xsi:type="dcterms:W3CDTF">2020-09-12T05:36:12Z</dcterms:created>
  <dcterms:modified xsi:type="dcterms:W3CDTF">2025-08-18T05:31:52Z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